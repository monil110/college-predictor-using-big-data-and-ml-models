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media/image5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74" r:id="rId19"/>
    <p:sldId id="258" r:id="rId4"/>
    <p:sldId id="267" r:id="rId6"/>
    <p:sldId id="271" r:id="rId7"/>
    <p:sldId id="273" r:id="rId8"/>
    <p:sldId id="275" r:id="rId20"/>
    <p:sldId id="266" r:id="rId5"/>
    <p:sldId id="269" r:id="rId9"/>
    <p:sldId id="272" r:id="rId10"/>
    <p:sldId id="270" r:id="rId11"/>
    <p:sldId id="276" r:id="rId21"/>
    <p:sldId id="277" r:id="rId22"/>
    <p:sldId id="265" r:id="rId12"/>
  </p:sldIdLst>
  <p:sldSz cx="18288000" cy="10287000"/>
  <p:notesSz cx="6858000" cy="9144000"/>
  <p:embeddedFontLst>
    <p:embeddedFont>
      <p:font typeface="Times New Roman Bold" panose="02020803070505020304" pitchFamily="18" charset="0"/>
      <p:regular r:id="rId13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3.svg"/><Relationship Id="rId5" Type="http://schemas.openxmlformats.org/officeDocument/2006/relationships/image" Target="../media/image4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svg"/><Relationship Id="rId4" Type="http://schemas.openxmlformats.org/officeDocument/2006/relationships/image" Target="../media/image5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svg"/><Relationship Id="rId4" Type="http://schemas.openxmlformats.org/officeDocument/2006/relationships/image" Target="../media/image5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svg"/><Relationship Id="rId4" Type="http://schemas.openxmlformats.org/officeDocument/2006/relationships/image" Target="../media/image5.svg"/><Relationship Id="rId5" Type="http://schemas.openxmlformats.org/officeDocument/2006/relationships/hyperlink" Target="https://arxiv.org/abs/2401.11698" TargetMode="External"/><Relationship Id="rId6" Type="http://schemas.openxmlformats.org/officeDocument/2006/relationships/hyperlink" Target="https://arxiv.org/abs/2507.15862" TargetMode="External"/><Relationship Id="rId7" Type="http://schemas.openxmlformats.org/officeDocument/2006/relationships/hyperlink" Target="https://arxiv.org/abs/2509.22560" TargetMode="External"/><Relationship Id="rId8" Type="http://schemas.openxmlformats.org/officeDocument/2006/relationships/hyperlink" Target="https://ieeexplore.ieee.org/document/10151595" TargetMode="External"/><Relationship Id="rId9" Type="http://schemas.openxmlformats.org/officeDocument/2006/relationships/hyperlink" Target="https://arxiv.org/abs/1711.09279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svg"/><Relationship Id="rId4" Type="http://schemas.openxmlformats.org/officeDocument/2006/relationships/image" Target="../media/image5.svg"/><Relationship Id="rId5" Type="http://schemas.openxmlformats.org/officeDocument/2006/relationships/hyperlink" Target="https://ieeexplore.ieee.org/document/10928329" TargetMode="External"/><Relationship Id="rId6" Type="http://schemas.openxmlformats.org/officeDocument/2006/relationships/hyperlink" Target="https://arxiv.org/abs/2305.17094" TargetMode="External"/><Relationship Id="rId7" Type="http://schemas.openxmlformats.org/officeDocument/2006/relationships/hyperlink" Target="https://arxiv.org/abs/1810.11363" TargetMode="External"/><Relationship Id="rId8" Type="http://schemas.openxmlformats.org/officeDocument/2006/relationships/hyperlink" Target="https://arxiv.org/abs/2508.15105" TargetMode="External"/><Relationship Id="rId9" Type="http://schemas.openxmlformats.org/officeDocument/2006/relationships/hyperlink" Target="https://arxiv.org/abs/2101.07344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svg"/><Relationship Id="rId4" Type="http://schemas.openxmlformats.org/officeDocument/2006/relationships/image" Target="../media/image5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svg"/><Relationship Id="rId4" Type="http://schemas.openxmlformats.org/officeDocument/2006/relationships/image" Target="../media/image5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sv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svg"/><Relationship Id="rId4" Type="http://schemas.openxmlformats.org/officeDocument/2006/relationships/image" Target="../media/image5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3" Type="http://schemas.openxmlformats.org/officeDocument/2006/relationships/image" Target="../media/image1.png"/><Relationship Id="rId4" Type="http://schemas.openxmlformats.org/officeDocument/2006/relationships/image" Target="../media/image5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3" Type="http://schemas.openxmlformats.org/officeDocument/2006/relationships/image" Target="../media/image1.png"/><Relationship Id="rId4" Type="http://schemas.openxmlformats.org/officeDocument/2006/relationships/image" Target="../media/image5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3" Type="http://schemas.openxmlformats.org/officeDocument/2006/relationships/image" Target="../media/image1.png"/><Relationship Id="rId4" Type="http://schemas.openxmlformats.org/officeDocument/2006/relationships/image" Target="../media/image5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3" Type="http://schemas.openxmlformats.org/officeDocument/2006/relationships/image" Target="../media/image1.pn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17760" y="312273"/>
            <a:ext cx="3988597" cy="731047"/>
          </a:xfrm>
          <a:custGeom>
            <a:avLst/>
            <a:gdLst/>
            <a:ahLst/>
            <a:cxnLst/>
            <a:rect l="l" t="t" r="r" b="b"/>
            <a:pathLst>
              <a:path w="3988597" h="731047">
                <a:moveTo>
                  <a:pt x="0" y="0"/>
                </a:moveTo>
                <a:lnTo>
                  <a:pt x="3988597" y="0"/>
                </a:lnTo>
                <a:lnTo>
                  <a:pt x="3988597" y="731047"/>
                </a:lnTo>
                <a:lnTo>
                  <a:pt x="0" y="7310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4611" t="-39063" r="-111" b="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771532" y="2644147"/>
            <a:ext cx="8743950" cy="711026"/>
            <a:chOff x="0" y="0"/>
            <a:chExt cx="8290560" cy="6741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290560" cy="674154"/>
            </a:xfrm>
            <a:custGeom>
              <a:avLst/>
              <a:gdLst/>
              <a:ahLst/>
              <a:cxnLst/>
              <a:rect l="l" t="t" r="r" b="b"/>
              <a:pathLst>
                <a:path w="8290560" h="674154">
                  <a:moveTo>
                    <a:pt x="0" y="0"/>
                  </a:moveTo>
                  <a:lnTo>
                    <a:pt x="8290560" y="0"/>
                  </a:lnTo>
                  <a:lnTo>
                    <a:pt x="8290560" y="674154"/>
                  </a:lnTo>
                  <a:lnTo>
                    <a:pt x="0" y="6741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1143" b="-188099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8290560" cy="7027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19"/>
                </a:lnSpc>
              </a:pPr>
              <a:r>
                <a:rPr lang="en-US" sz="3599" b="1" dirty="0">
                  <a:solidFill>
                    <a:srgbClr val="0033C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VI SEMESTER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72222" y="4098388"/>
            <a:ext cx="4798404" cy="1043418"/>
            <a:chOff x="-225828" y="-197944"/>
            <a:chExt cx="4549597" cy="9893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23769" cy="791371"/>
            </a:xfrm>
            <a:custGeom>
              <a:avLst/>
              <a:gdLst/>
              <a:ahLst/>
              <a:cxnLst/>
              <a:rect l="l" t="t" r="r" b="b"/>
              <a:pathLst>
                <a:path w="4323769" h="791371">
                  <a:moveTo>
                    <a:pt x="0" y="0"/>
                  </a:moveTo>
                  <a:lnTo>
                    <a:pt x="4323769" y="0"/>
                  </a:lnTo>
                  <a:lnTo>
                    <a:pt x="4323769" y="791371"/>
                  </a:lnTo>
                  <a:lnTo>
                    <a:pt x="0" y="7913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458" b="-56459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-225828" y="-197944"/>
              <a:ext cx="4323766" cy="8199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19"/>
                </a:lnSpc>
              </a:pPr>
              <a:r>
                <a:rPr lang="en-US" sz="3599" b="1" dirty="0">
                  <a:solidFill>
                    <a:srgbClr val="CC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Phase-1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810194" y="5530939"/>
            <a:ext cx="13285432" cy="2594758"/>
            <a:chOff x="-586719" y="-19050"/>
            <a:chExt cx="12596557" cy="2460215"/>
          </a:xfrm>
        </p:grpSpPr>
        <p:sp>
          <p:nvSpPr>
            <p:cNvPr id="10" name="Freeform 10"/>
            <p:cNvSpPr/>
            <p:nvPr/>
          </p:nvSpPr>
          <p:spPr>
            <a:xfrm>
              <a:off x="-586719" y="305919"/>
              <a:ext cx="12009837" cy="2135246"/>
            </a:xfrm>
            <a:custGeom>
              <a:avLst/>
              <a:gdLst/>
              <a:ahLst/>
              <a:cxnLst/>
              <a:rect l="l" t="t" r="r" b="b"/>
              <a:pathLst>
                <a:path w="12009837" h="2135246">
                  <a:moveTo>
                    <a:pt x="0" y="0"/>
                  </a:moveTo>
                  <a:lnTo>
                    <a:pt x="12009837" y="0"/>
                  </a:lnTo>
                  <a:lnTo>
                    <a:pt x="12009837" y="2135246"/>
                  </a:lnTo>
                  <a:lnTo>
                    <a:pt x="0" y="21352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655" r="30968" b="-25654"/>
              </a:stretch>
            </a:blipFill>
          </p:spPr>
          <p:txBody>
            <a:bodyPr/>
            <a:lstStyle/>
            <a:p>
              <a:pPr algn="ctr"/>
              <a:r>
                <a:rPr lang="en-US" sz="4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PredictMe</a:t>
              </a:r>
              <a:r>
                <a:rPr lang="en-US" sz="4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  <a:p>
              <a:pPr algn="ctr"/>
              <a:r>
                <a:rPr lang="en-US" sz="4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 Big Data &amp; ML Platform for College Admission Prediction</a:t>
              </a:r>
              <a:endPara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12009838" cy="21542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39"/>
                </a:lnSpc>
              </a:pPr>
              <a:endParaRPr lang="en-US" sz="4199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386715" y="4716382"/>
            <a:ext cx="3328960" cy="854088"/>
            <a:chOff x="-88607" y="-19044"/>
            <a:chExt cx="3156347" cy="809801"/>
          </a:xfrm>
        </p:grpSpPr>
        <p:sp>
          <p:nvSpPr>
            <p:cNvPr id="13" name="Freeform 13"/>
            <p:cNvSpPr/>
            <p:nvPr/>
          </p:nvSpPr>
          <p:spPr>
            <a:xfrm>
              <a:off x="-88607" y="0"/>
              <a:ext cx="3154189" cy="790757"/>
            </a:xfrm>
            <a:custGeom>
              <a:avLst/>
              <a:gdLst/>
              <a:ahLst/>
              <a:cxnLst/>
              <a:rect l="l" t="t" r="r" b="b"/>
              <a:pathLst>
                <a:path w="3154189" h="790757">
                  <a:moveTo>
                    <a:pt x="0" y="0"/>
                  </a:moveTo>
                  <a:lnTo>
                    <a:pt x="3154189" y="0"/>
                  </a:lnTo>
                  <a:lnTo>
                    <a:pt x="3154189" y="790757"/>
                  </a:lnTo>
                  <a:lnTo>
                    <a:pt x="0" y="7907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203" b="-6240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-86445" y="-19044"/>
              <a:ext cx="3154185" cy="8098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039"/>
                </a:lnSpc>
              </a:pPr>
              <a:r>
                <a:rPr lang="en-US" sz="48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on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143195" y="70184"/>
            <a:ext cx="4560195" cy="1599320"/>
          </a:xfrm>
          <a:custGeom>
            <a:avLst/>
            <a:gdLst/>
            <a:ahLst/>
            <a:cxnLst/>
            <a:rect l="l" t="t" r="r" b="b"/>
            <a:pathLst>
              <a:path w="4560195" h="1599320">
                <a:moveTo>
                  <a:pt x="0" y="0"/>
                </a:moveTo>
                <a:lnTo>
                  <a:pt x="4560195" y="0"/>
                </a:lnTo>
                <a:lnTo>
                  <a:pt x="4560195" y="1599321"/>
                </a:lnTo>
                <a:lnTo>
                  <a:pt x="0" y="15993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1304" t="-33606" r="-169409" b="-41664"/>
            </a:stretch>
          </a:blipFill>
        </p:spPr>
      </p:sp>
      <p:sp>
        <p:nvSpPr>
          <p:cNvPr id="16" name="Freeform 16" descr="Goal 9: Industry, innovation and infrastructure - The Global Goals"/>
          <p:cNvSpPr/>
          <p:nvPr/>
        </p:nvSpPr>
        <p:spPr>
          <a:xfrm>
            <a:off x="8087462" y="869844"/>
            <a:ext cx="2112090" cy="1513174"/>
          </a:xfrm>
          <a:custGeom>
            <a:avLst/>
            <a:gdLst/>
            <a:ahLst/>
            <a:cxnLst/>
            <a:rect l="l" t="t" r="r" b="b"/>
            <a:pathLst>
              <a:path w="2112090" h="1513174">
                <a:moveTo>
                  <a:pt x="0" y="0"/>
                </a:moveTo>
                <a:lnTo>
                  <a:pt x="2112090" y="0"/>
                </a:lnTo>
                <a:lnTo>
                  <a:pt x="2112090" y="1513175"/>
                </a:lnTo>
                <a:lnTo>
                  <a:pt x="0" y="15131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9364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3534871" y="3419443"/>
            <a:ext cx="11854780" cy="70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95"/>
              </a:lnSpc>
            </a:pPr>
            <a:r>
              <a:rPr lang="en-US" sz="4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BIG DATA TECHNOLOGIES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047796" y="325881"/>
            <a:ext cx="3988597" cy="731047"/>
          </a:xfrm>
          <a:custGeom>
            <a:avLst/>
            <a:gdLst/>
            <a:ahLst/>
            <a:cxnLst/>
            <a:rect l="l" t="t" r="r" b="b"/>
            <a:pathLst>
              <a:path w="3988597" h="731047">
                <a:moveTo>
                  <a:pt x="0" y="0"/>
                </a:moveTo>
                <a:lnTo>
                  <a:pt x="3988597" y="0"/>
                </a:lnTo>
                <a:lnTo>
                  <a:pt x="3988597" y="731047"/>
                </a:lnTo>
                <a:lnTo>
                  <a:pt x="0" y="7310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4611" t="-39063" r="-111" b="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637" y="48330"/>
            <a:ext cx="3326130" cy="1045845"/>
          </a:xfrm>
          <a:custGeom>
            <a:avLst/>
            <a:gdLst/>
            <a:ahLst/>
            <a:cxnLst/>
            <a:rect l="l" t="t" r="r" b="b"/>
            <a:pathLst>
              <a:path w="3326130" h="1045845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128" t="-33846" r="-141392" b="-42672"/>
            </a:stretch>
          </a:blipFill>
        </p:spPr>
      </p:sp>
      <p:graphicFrame>
        <p:nvGraphicFramePr>
          <p:cNvPr id="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785674"/>
              </p:ext>
            </p:extLst>
          </p:nvPr>
        </p:nvGraphicFramePr>
        <p:xfrm>
          <a:off x="1967808" y="2557635"/>
          <a:ext cx="14352384" cy="2585865"/>
        </p:xfrm>
        <a:graphic>
          <a:graphicData uri="http://schemas.openxmlformats.org/drawingml/2006/table">
            <a:tbl>
              <a:tblPr/>
              <a:tblGrid>
                <a:gridCol w="48922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0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0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52663">
                <a:tc>
                  <a:txBody>
                    <a:bodyPr/>
                    <a:lstStyle/>
                    <a:p>
                      <a:pPr algn="l">
                        <a:lnSpc>
                          <a:spcPts val="3375"/>
                        </a:lnSpc>
                        <a:defRPr/>
                      </a:pPr>
                      <a:r>
                        <a:rPr lang="en-IN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Alroy Deon Saldanha</a:t>
                      </a:r>
                      <a:endParaRPr lang="en-US" sz="1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937"/>
                        </a:lnSpc>
                        <a:defRPr/>
                      </a:pPr>
                      <a:r>
                        <a:rPr lang="en-IN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Aniket RT</a:t>
                      </a:r>
                      <a:endParaRPr lang="en-US" sz="1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937"/>
                        </a:lnSpc>
                        <a:defRPr/>
                      </a:pPr>
                      <a:r>
                        <a:rPr lang="en-IN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Amogh AP</a:t>
                      </a:r>
                      <a:endParaRPr lang="en-US" sz="1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3202">
                <a:tc>
                  <a:txBody>
                    <a:bodyPr/>
                    <a:lstStyle/>
                    <a:p>
                      <a:pPr algn="l">
                        <a:lnSpc>
                          <a:spcPts val="3375"/>
                        </a:lnSpc>
                        <a:defRPr/>
                      </a:pPr>
                      <a:r>
                        <a:rPr lang="en-US" sz="2812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Times New Roman Bold"/>
                          <a:cs typeface="Times New Roman" panose="02020603050405020304" pitchFamily="18" charset="0"/>
                          <a:sym typeface="Times New Roman Bold"/>
                        </a:rPr>
                        <a:t>1RV23AI012</a:t>
                      </a:r>
                      <a:endParaRPr lang="en-US" sz="1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937"/>
                        </a:lnSpc>
                        <a:defRPr/>
                      </a:pPr>
                      <a:r>
                        <a:rPr lang="en-US" sz="2812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Times New Roman Bold"/>
                          <a:cs typeface="Times New Roman" panose="02020603050405020304" pitchFamily="18" charset="0"/>
                          <a:sym typeface="Times New Roman Bold"/>
                        </a:rPr>
                        <a:t>1RV23AI017</a:t>
                      </a:r>
                      <a:endParaRPr lang="en-US" sz="1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937"/>
                        </a:lnSpc>
                        <a:defRPr/>
                      </a:pPr>
                      <a:r>
                        <a:rPr lang="en-US" sz="2812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Times New Roman Bold"/>
                          <a:cs typeface="Times New Roman" panose="02020603050405020304" pitchFamily="18" charset="0"/>
                          <a:sym typeface="Times New Roman Bold"/>
                        </a:rPr>
                        <a:t>1RV23AI013</a:t>
                      </a:r>
                      <a:endParaRPr lang="en-US" sz="1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7280278" y="571252"/>
            <a:ext cx="3727444" cy="478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4400" b="1" dirty="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Members</a:t>
            </a:r>
            <a:endParaRPr lang="en-US" sz="4400" b="1" dirty="0">
              <a:solidFill>
                <a:srgbClr val="C00000"/>
              </a:solidFill>
              <a:latin typeface="Times New Roman Bold"/>
              <a:ea typeface="Times New Roman Bold"/>
              <a:cs typeface="Times New Roman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180650" y="262793"/>
            <a:ext cx="3988597" cy="731047"/>
          </a:xfrm>
          <a:custGeom>
            <a:avLst/>
            <a:gdLst/>
            <a:ahLst/>
            <a:cxnLst/>
            <a:rect l="l" t="t" r="r" b="b"/>
            <a:pathLst>
              <a:path w="3988597" h="731047">
                <a:moveTo>
                  <a:pt x="0" y="0"/>
                </a:moveTo>
                <a:lnTo>
                  <a:pt x="3988597" y="0"/>
                </a:lnTo>
                <a:lnTo>
                  <a:pt x="3988597" y="731047"/>
                </a:lnTo>
                <a:lnTo>
                  <a:pt x="0" y="7310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4611" t="-39063" r="-111" b="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52276" y="101521"/>
            <a:ext cx="3326130" cy="1045845"/>
          </a:xfrm>
          <a:custGeom>
            <a:avLst/>
            <a:gdLst/>
            <a:ahLst/>
            <a:cxnLst/>
            <a:rect l="l" t="t" r="r" b="b"/>
            <a:pathLst>
              <a:path w="3326130" h="1045845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128" t="-33846" r="-141392" b="-42672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730632" y="96608"/>
            <a:ext cx="10813847" cy="1263868"/>
            <a:chOff x="0" y="0"/>
            <a:chExt cx="10253129" cy="1198334"/>
          </a:xfrm>
        </p:grpSpPr>
        <p:sp>
          <p:nvSpPr>
            <p:cNvPr id="5" name="Freeform 5"/>
            <p:cNvSpPr/>
            <p:nvPr/>
          </p:nvSpPr>
          <p:spPr>
            <a:xfrm>
              <a:off x="-82550" y="0"/>
              <a:ext cx="10335768" cy="1202944"/>
            </a:xfrm>
            <a:custGeom>
              <a:avLst/>
              <a:gdLst/>
              <a:ahLst/>
              <a:cxnLst/>
              <a:rect l="l" t="t" r="r" b="b"/>
              <a:pathLst>
                <a:path w="10335768" h="1202944">
                  <a:moveTo>
                    <a:pt x="135636" y="0"/>
                  </a:moveTo>
                  <a:lnTo>
                    <a:pt x="161036" y="0"/>
                  </a:lnTo>
                  <a:lnTo>
                    <a:pt x="161036" y="4572"/>
                  </a:lnTo>
                  <a:lnTo>
                    <a:pt x="135636" y="4572"/>
                  </a:lnTo>
                  <a:close/>
                  <a:moveTo>
                    <a:pt x="186436" y="4572"/>
                  </a:moveTo>
                  <a:lnTo>
                    <a:pt x="211836" y="4572"/>
                  </a:lnTo>
                  <a:lnTo>
                    <a:pt x="186436" y="4572"/>
                  </a:lnTo>
                  <a:close/>
                  <a:moveTo>
                    <a:pt x="237236" y="4572"/>
                  </a:moveTo>
                  <a:lnTo>
                    <a:pt x="262636" y="4572"/>
                  </a:lnTo>
                  <a:lnTo>
                    <a:pt x="237236" y="4572"/>
                  </a:lnTo>
                  <a:close/>
                  <a:moveTo>
                    <a:pt x="288036" y="4572"/>
                  </a:moveTo>
                  <a:lnTo>
                    <a:pt x="313436" y="4572"/>
                  </a:lnTo>
                  <a:lnTo>
                    <a:pt x="288036" y="4572"/>
                  </a:lnTo>
                  <a:close/>
                  <a:moveTo>
                    <a:pt x="338836" y="4572"/>
                  </a:moveTo>
                  <a:lnTo>
                    <a:pt x="364236" y="4572"/>
                  </a:lnTo>
                  <a:lnTo>
                    <a:pt x="338836" y="4572"/>
                  </a:lnTo>
                  <a:close/>
                  <a:moveTo>
                    <a:pt x="389636" y="4572"/>
                  </a:moveTo>
                  <a:lnTo>
                    <a:pt x="415036" y="4572"/>
                  </a:lnTo>
                  <a:lnTo>
                    <a:pt x="389636" y="4572"/>
                  </a:lnTo>
                  <a:close/>
                  <a:moveTo>
                    <a:pt x="440436" y="4572"/>
                  </a:moveTo>
                  <a:lnTo>
                    <a:pt x="465836" y="4572"/>
                  </a:lnTo>
                  <a:lnTo>
                    <a:pt x="440436" y="4572"/>
                  </a:lnTo>
                  <a:close/>
                  <a:moveTo>
                    <a:pt x="491236" y="4572"/>
                  </a:moveTo>
                  <a:lnTo>
                    <a:pt x="516636" y="4572"/>
                  </a:lnTo>
                  <a:lnTo>
                    <a:pt x="491236" y="4572"/>
                  </a:lnTo>
                  <a:close/>
                  <a:moveTo>
                    <a:pt x="542036" y="4572"/>
                  </a:moveTo>
                  <a:lnTo>
                    <a:pt x="567436" y="4572"/>
                  </a:lnTo>
                  <a:lnTo>
                    <a:pt x="542036" y="4572"/>
                  </a:lnTo>
                  <a:close/>
                  <a:moveTo>
                    <a:pt x="592836" y="4572"/>
                  </a:moveTo>
                  <a:lnTo>
                    <a:pt x="618236" y="4572"/>
                  </a:lnTo>
                  <a:lnTo>
                    <a:pt x="592836" y="4572"/>
                  </a:lnTo>
                  <a:close/>
                  <a:moveTo>
                    <a:pt x="643636" y="4572"/>
                  </a:moveTo>
                  <a:lnTo>
                    <a:pt x="669036" y="4572"/>
                  </a:lnTo>
                  <a:lnTo>
                    <a:pt x="643636" y="4572"/>
                  </a:lnTo>
                  <a:close/>
                  <a:moveTo>
                    <a:pt x="694436" y="4572"/>
                  </a:moveTo>
                  <a:lnTo>
                    <a:pt x="719836" y="4572"/>
                  </a:lnTo>
                  <a:lnTo>
                    <a:pt x="694436" y="4572"/>
                  </a:lnTo>
                  <a:close/>
                  <a:moveTo>
                    <a:pt x="745236" y="4572"/>
                  </a:moveTo>
                  <a:lnTo>
                    <a:pt x="770636" y="4572"/>
                  </a:lnTo>
                  <a:lnTo>
                    <a:pt x="745236" y="4572"/>
                  </a:lnTo>
                  <a:close/>
                  <a:moveTo>
                    <a:pt x="796036" y="4572"/>
                  </a:moveTo>
                  <a:lnTo>
                    <a:pt x="821436" y="4572"/>
                  </a:lnTo>
                  <a:lnTo>
                    <a:pt x="796036" y="4572"/>
                  </a:lnTo>
                  <a:close/>
                  <a:moveTo>
                    <a:pt x="846836" y="4572"/>
                  </a:moveTo>
                  <a:lnTo>
                    <a:pt x="872236" y="4572"/>
                  </a:lnTo>
                  <a:lnTo>
                    <a:pt x="846836" y="4572"/>
                  </a:lnTo>
                  <a:close/>
                  <a:moveTo>
                    <a:pt x="897636" y="4572"/>
                  </a:moveTo>
                  <a:lnTo>
                    <a:pt x="923036" y="4572"/>
                  </a:lnTo>
                  <a:lnTo>
                    <a:pt x="897636" y="4572"/>
                  </a:lnTo>
                  <a:close/>
                  <a:moveTo>
                    <a:pt x="948436" y="4572"/>
                  </a:moveTo>
                  <a:lnTo>
                    <a:pt x="973836" y="4572"/>
                  </a:lnTo>
                  <a:lnTo>
                    <a:pt x="948436" y="4572"/>
                  </a:lnTo>
                  <a:close/>
                  <a:moveTo>
                    <a:pt x="999236" y="4572"/>
                  </a:moveTo>
                  <a:lnTo>
                    <a:pt x="1024636" y="4572"/>
                  </a:lnTo>
                  <a:lnTo>
                    <a:pt x="999236" y="4572"/>
                  </a:lnTo>
                  <a:close/>
                  <a:moveTo>
                    <a:pt x="1050036" y="4572"/>
                  </a:moveTo>
                  <a:lnTo>
                    <a:pt x="1075436" y="4572"/>
                  </a:lnTo>
                  <a:lnTo>
                    <a:pt x="1050036" y="4572"/>
                  </a:lnTo>
                  <a:close/>
                  <a:moveTo>
                    <a:pt x="1100836" y="4572"/>
                  </a:moveTo>
                  <a:lnTo>
                    <a:pt x="1126236" y="4572"/>
                  </a:lnTo>
                  <a:lnTo>
                    <a:pt x="1100836" y="4572"/>
                  </a:lnTo>
                  <a:close/>
                  <a:moveTo>
                    <a:pt x="1151636" y="4572"/>
                  </a:moveTo>
                  <a:lnTo>
                    <a:pt x="1177036" y="4572"/>
                  </a:lnTo>
                  <a:lnTo>
                    <a:pt x="1151636" y="4572"/>
                  </a:lnTo>
                  <a:close/>
                  <a:moveTo>
                    <a:pt x="1202436" y="4572"/>
                  </a:moveTo>
                  <a:lnTo>
                    <a:pt x="1227836" y="4572"/>
                  </a:lnTo>
                  <a:lnTo>
                    <a:pt x="1202436" y="4572"/>
                  </a:lnTo>
                  <a:close/>
                  <a:moveTo>
                    <a:pt x="1253236" y="4572"/>
                  </a:moveTo>
                  <a:lnTo>
                    <a:pt x="1278636" y="4572"/>
                  </a:lnTo>
                  <a:lnTo>
                    <a:pt x="1253236" y="4572"/>
                  </a:lnTo>
                  <a:close/>
                  <a:moveTo>
                    <a:pt x="1304036" y="4572"/>
                  </a:moveTo>
                  <a:lnTo>
                    <a:pt x="1329436" y="4572"/>
                  </a:lnTo>
                  <a:lnTo>
                    <a:pt x="1304036" y="4572"/>
                  </a:lnTo>
                  <a:close/>
                  <a:moveTo>
                    <a:pt x="1354836" y="4572"/>
                  </a:moveTo>
                  <a:lnTo>
                    <a:pt x="1380236" y="4572"/>
                  </a:lnTo>
                  <a:lnTo>
                    <a:pt x="1354836" y="4572"/>
                  </a:lnTo>
                  <a:close/>
                  <a:moveTo>
                    <a:pt x="1405636" y="4572"/>
                  </a:moveTo>
                  <a:lnTo>
                    <a:pt x="1431036" y="4572"/>
                  </a:lnTo>
                  <a:lnTo>
                    <a:pt x="1405636" y="4572"/>
                  </a:lnTo>
                  <a:close/>
                  <a:moveTo>
                    <a:pt x="1456436" y="4572"/>
                  </a:moveTo>
                  <a:lnTo>
                    <a:pt x="1481836" y="4572"/>
                  </a:lnTo>
                  <a:lnTo>
                    <a:pt x="1456436" y="4572"/>
                  </a:lnTo>
                  <a:close/>
                  <a:moveTo>
                    <a:pt x="1507236" y="4572"/>
                  </a:moveTo>
                  <a:lnTo>
                    <a:pt x="1532636" y="4572"/>
                  </a:lnTo>
                  <a:lnTo>
                    <a:pt x="1507236" y="4572"/>
                  </a:lnTo>
                  <a:close/>
                  <a:moveTo>
                    <a:pt x="1558036" y="4572"/>
                  </a:moveTo>
                  <a:lnTo>
                    <a:pt x="1583436" y="4572"/>
                  </a:lnTo>
                  <a:lnTo>
                    <a:pt x="1558036" y="4572"/>
                  </a:lnTo>
                  <a:close/>
                  <a:moveTo>
                    <a:pt x="1608836" y="4572"/>
                  </a:moveTo>
                  <a:lnTo>
                    <a:pt x="1634236" y="4572"/>
                  </a:lnTo>
                  <a:lnTo>
                    <a:pt x="1608836" y="4572"/>
                  </a:lnTo>
                  <a:close/>
                  <a:moveTo>
                    <a:pt x="1659636" y="4572"/>
                  </a:moveTo>
                  <a:lnTo>
                    <a:pt x="1685036" y="4572"/>
                  </a:lnTo>
                  <a:lnTo>
                    <a:pt x="1659636" y="4572"/>
                  </a:lnTo>
                  <a:close/>
                  <a:moveTo>
                    <a:pt x="1710436" y="4572"/>
                  </a:moveTo>
                  <a:lnTo>
                    <a:pt x="1735836" y="4572"/>
                  </a:lnTo>
                  <a:lnTo>
                    <a:pt x="1710436" y="4572"/>
                  </a:lnTo>
                  <a:close/>
                  <a:moveTo>
                    <a:pt x="1761236" y="4572"/>
                  </a:moveTo>
                  <a:lnTo>
                    <a:pt x="1786636" y="4572"/>
                  </a:lnTo>
                  <a:lnTo>
                    <a:pt x="1761236" y="4572"/>
                  </a:lnTo>
                  <a:close/>
                  <a:moveTo>
                    <a:pt x="1812036" y="4572"/>
                  </a:moveTo>
                  <a:lnTo>
                    <a:pt x="1837436" y="4572"/>
                  </a:lnTo>
                  <a:lnTo>
                    <a:pt x="1812036" y="4572"/>
                  </a:lnTo>
                  <a:close/>
                  <a:moveTo>
                    <a:pt x="1862836" y="4572"/>
                  </a:moveTo>
                  <a:lnTo>
                    <a:pt x="1888236" y="4572"/>
                  </a:lnTo>
                  <a:lnTo>
                    <a:pt x="1862836" y="4572"/>
                  </a:lnTo>
                  <a:close/>
                  <a:moveTo>
                    <a:pt x="1913636" y="4572"/>
                  </a:moveTo>
                  <a:lnTo>
                    <a:pt x="1939036" y="4572"/>
                  </a:lnTo>
                  <a:lnTo>
                    <a:pt x="1913636" y="4572"/>
                  </a:lnTo>
                  <a:close/>
                  <a:moveTo>
                    <a:pt x="1964436" y="4572"/>
                  </a:moveTo>
                  <a:lnTo>
                    <a:pt x="1989836" y="4572"/>
                  </a:lnTo>
                  <a:lnTo>
                    <a:pt x="1964436" y="4572"/>
                  </a:lnTo>
                  <a:close/>
                  <a:moveTo>
                    <a:pt x="2015236" y="4572"/>
                  </a:moveTo>
                  <a:lnTo>
                    <a:pt x="2040636" y="4572"/>
                  </a:lnTo>
                  <a:lnTo>
                    <a:pt x="2015236" y="4572"/>
                  </a:lnTo>
                  <a:close/>
                  <a:moveTo>
                    <a:pt x="2066036" y="4572"/>
                  </a:moveTo>
                  <a:lnTo>
                    <a:pt x="2091436" y="4572"/>
                  </a:lnTo>
                  <a:lnTo>
                    <a:pt x="2066036" y="4572"/>
                  </a:lnTo>
                  <a:close/>
                  <a:moveTo>
                    <a:pt x="2116836" y="4572"/>
                  </a:moveTo>
                  <a:lnTo>
                    <a:pt x="2142236" y="4572"/>
                  </a:lnTo>
                  <a:lnTo>
                    <a:pt x="2116836" y="4572"/>
                  </a:lnTo>
                  <a:close/>
                  <a:moveTo>
                    <a:pt x="2167636" y="4572"/>
                  </a:moveTo>
                  <a:lnTo>
                    <a:pt x="2193036" y="4572"/>
                  </a:lnTo>
                  <a:lnTo>
                    <a:pt x="2167636" y="4572"/>
                  </a:lnTo>
                  <a:close/>
                  <a:moveTo>
                    <a:pt x="2218436" y="4572"/>
                  </a:moveTo>
                  <a:lnTo>
                    <a:pt x="2243836" y="4572"/>
                  </a:lnTo>
                  <a:lnTo>
                    <a:pt x="2218436" y="4572"/>
                  </a:lnTo>
                  <a:close/>
                  <a:moveTo>
                    <a:pt x="2269236" y="4572"/>
                  </a:moveTo>
                  <a:lnTo>
                    <a:pt x="2294636" y="4572"/>
                  </a:lnTo>
                  <a:lnTo>
                    <a:pt x="2269236" y="4572"/>
                  </a:lnTo>
                  <a:close/>
                  <a:moveTo>
                    <a:pt x="2320036" y="4572"/>
                  </a:moveTo>
                  <a:lnTo>
                    <a:pt x="2345436" y="4572"/>
                  </a:lnTo>
                  <a:lnTo>
                    <a:pt x="2320036" y="4572"/>
                  </a:lnTo>
                  <a:close/>
                  <a:moveTo>
                    <a:pt x="2370836" y="4572"/>
                  </a:moveTo>
                  <a:lnTo>
                    <a:pt x="2396236" y="4572"/>
                  </a:lnTo>
                  <a:lnTo>
                    <a:pt x="2370836" y="4572"/>
                  </a:lnTo>
                  <a:close/>
                  <a:moveTo>
                    <a:pt x="2421636" y="4572"/>
                  </a:moveTo>
                  <a:lnTo>
                    <a:pt x="2447036" y="4572"/>
                  </a:lnTo>
                  <a:lnTo>
                    <a:pt x="2421636" y="4572"/>
                  </a:lnTo>
                  <a:close/>
                  <a:moveTo>
                    <a:pt x="2472436" y="4572"/>
                  </a:moveTo>
                  <a:lnTo>
                    <a:pt x="2497836" y="4572"/>
                  </a:lnTo>
                  <a:lnTo>
                    <a:pt x="2472436" y="4572"/>
                  </a:lnTo>
                  <a:close/>
                  <a:moveTo>
                    <a:pt x="2523236" y="4572"/>
                  </a:moveTo>
                  <a:lnTo>
                    <a:pt x="2548636" y="4572"/>
                  </a:lnTo>
                  <a:lnTo>
                    <a:pt x="2523236" y="4572"/>
                  </a:lnTo>
                  <a:close/>
                  <a:moveTo>
                    <a:pt x="2574036" y="4572"/>
                  </a:moveTo>
                  <a:lnTo>
                    <a:pt x="2599436" y="4572"/>
                  </a:lnTo>
                  <a:lnTo>
                    <a:pt x="2574036" y="4572"/>
                  </a:lnTo>
                  <a:close/>
                  <a:moveTo>
                    <a:pt x="2624836" y="4572"/>
                  </a:moveTo>
                  <a:lnTo>
                    <a:pt x="2650236" y="4572"/>
                  </a:lnTo>
                  <a:lnTo>
                    <a:pt x="2624836" y="4572"/>
                  </a:lnTo>
                  <a:close/>
                  <a:moveTo>
                    <a:pt x="2675636" y="4572"/>
                  </a:moveTo>
                  <a:lnTo>
                    <a:pt x="2701036" y="4572"/>
                  </a:lnTo>
                  <a:lnTo>
                    <a:pt x="2675636" y="4572"/>
                  </a:lnTo>
                  <a:close/>
                  <a:moveTo>
                    <a:pt x="2726436" y="4572"/>
                  </a:moveTo>
                  <a:lnTo>
                    <a:pt x="2751836" y="4572"/>
                  </a:lnTo>
                  <a:lnTo>
                    <a:pt x="2726436" y="4572"/>
                  </a:lnTo>
                  <a:close/>
                  <a:moveTo>
                    <a:pt x="2777236" y="4572"/>
                  </a:moveTo>
                  <a:lnTo>
                    <a:pt x="2802636" y="4572"/>
                  </a:lnTo>
                  <a:lnTo>
                    <a:pt x="2777236" y="4572"/>
                  </a:lnTo>
                  <a:close/>
                  <a:moveTo>
                    <a:pt x="2828036" y="4572"/>
                  </a:moveTo>
                  <a:lnTo>
                    <a:pt x="2853436" y="4572"/>
                  </a:lnTo>
                  <a:lnTo>
                    <a:pt x="2828036" y="4572"/>
                  </a:lnTo>
                  <a:close/>
                  <a:moveTo>
                    <a:pt x="2878836" y="4572"/>
                  </a:moveTo>
                  <a:lnTo>
                    <a:pt x="2904236" y="4572"/>
                  </a:lnTo>
                  <a:lnTo>
                    <a:pt x="2878836" y="4572"/>
                  </a:lnTo>
                  <a:close/>
                  <a:moveTo>
                    <a:pt x="2929636" y="4572"/>
                  </a:moveTo>
                  <a:lnTo>
                    <a:pt x="2955036" y="4572"/>
                  </a:lnTo>
                  <a:lnTo>
                    <a:pt x="2929636" y="4572"/>
                  </a:lnTo>
                  <a:close/>
                  <a:moveTo>
                    <a:pt x="2980436" y="4572"/>
                  </a:moveTo>
                  <a:lnTo>
                    <a:pt x="3005836" y="4572"/>
                  </a:lnTo>
                  <a:lnTo>
                    <a:pt x="2980436" y="4572"/>
                  </a:lnTo>
                  <a:close/>
                  <a:moveTo>
                    <a:pt x="3031236" y="4572"/>
                  </a:moveTo>
                  <a:lnTo>
                    <a:pt x="3056636" y="4572"/>
                  </a:lnTo>
                  <a:lnTo>
                    <a:pt x="3031236" y="4572"/>
                  </a:lnTo>
                  <a:close/>
                  <a:moveTo>
                    <a:pt x="3082036" y="4572"/>
                  </a:moveTo>
                  <a:lnTo>
                    <a:pt x="3107436" y="4572"/>
                  </a:lnTo>
                  <a:lnTo>
                    <a:pt x="3082036" y="4572"/>
                  </a:lnTo>
                  <a:close/>
                  <a:moveTo>
                    <a:pt x="3132836" y="4572"/>
                  </a:moveTo>
                  <a:lnTo>
                    <a:pt x="3158236" y="4572"/>
                  </a:lnTo>
                  <a:lnTo>
                    <a:pt x="3132836" y="4572"/>
                  </a:lnTo>
                  <a:close/>
                  <a:moveTo>
                    <a:pt x="3183636" y="4572"/>
                  </a:moveTo>
                  <a:lnTo>
                    <a:pt x="3209036" y="4572"/>
                  </a:lnTo>
                  <a:lnTo>
                    <a:pt x="3183636" y="4572"/>
                  </a:lnTo>
                  <a:close/>
                  <a:moveTo>
                    <a:pt x="3234436" y="4572"/>
                  </a:moveTo>
                  <a:lnTo>
                    <a:pt x="3259836" y="4572"/>
                  </a:lnTo>
                  <a:lnTo>
                    <a:pt x="3234436" y="4572"/>
                  </a:lnTo>
                  <a:close/>
                  <a:moveTo>
                    <a:pt x="3285236" y="4572"/>
                  </a:moveTo>
                  <a:lnTo>
                    <a:pt x="3310636" y="4572"/>
                  </a:lnTo>
                  <a:lnTo>
                    <a:pt x="3285236" y="4572"/>
                  </a:lnTo>
                  <a:close/>
                  <a:moveTo>
                    <a:pt x="3336036" y="4572"/>
                  </a:moveTo>
                  <a:lnTo>
                    <a:pt x="3361436" y="4572"/>
                  </a:lnTo>
                  <a:lnTo>
                    <a:pt x="3336036" y="4572"/>
                  </a:lnTo>
                  <a:close/>
                  <a:moveTo>
                    <a:pt x="3386836" y="4572"/>
                  </a:moveTo>
                  <a:lnTo>
                    <a:pt x="3412236" y="4572"/>
                  </a:lnTo>
                  <a:lnTo>
                    <a:pt x="3386836" y="4572"/>
                  </a:lnTo>
                  <a:close/>
                  <a:moveTo>
                    <a:pt x="3437636" y="4572"/>
                  </a:moveTo>
                  <a:lnTo>
                    <a:pt x="3463036" y="4572"/>
                  </a:lnTo>
                  <a:lnTo>
                    <a:pt x="3437636" y="4572"/>
                  </a:lnTo>
                  <a:close/>
                  <a:moveTo>
                    <a:pt x="3488436" y="4572"/>
                  </a:moveTo>
                  <a:lnTo>
                    <a:pt x="3513836" y="4572"/>
                  </a:lnTo>
                  <a:lnTo>
                    <a:pt x="3488436" y="4572"/>
                  </a:lnTo>
                  <a:close/>
                  <a:moveTo>
                    <a:pt x="3539236" y="4572"/>
                  </a:moveTo>
                  <a:lnTo>
                    <a:pt x="3564636" y="4572"/>
                  </a:lnTo>
                  <a:lnTo>
                    <a:pt x="3539236" y="4572"/>
                  </a:lnTo>
                  <a:close/>
                  <a:moveTo>
                    <a:pt x="3590036" y="4572"/>
                  </a:moveTo>
                  <a:lnTo>
                    <a:pt x="3615436" y="4572"/>
                  </a:lnTo>
                  <a:lnTo>
                    <a:pt x="3590036" y="4572"/>
                  </a:lnTo>
                  <a:close/>
                  <a:moveTo>
                    <a:pt x="3640836" y="4572"/>
                  </a:moveTo>
                  <a:lnTo>
                    <a:pt x="3666236" y="4572"/>
                  </a:lnTo>
                  <a:lnTo>
                    <a:pt x="3640836" y="4572"/>
                  </a:lnTo>
                  <a:close/>
                  <a:moveTo>
                    <a:pt x="3691636" y="4572"/>
                  </a:moveTo>
                  <a:lnTo>
                    <a:pt x="3717036" y="4572"/>
                  </a:lnTo>
                  <a:lnTo>
                    <a:pt x="3691636" y="4572"/>
                  </a:lnTo>
                  <a:close/>
                  <a:moveTo>
                    <a:pt x="3742436" y="4572"/>
                  </a:moveTo>
                  <a:lnTo>
                    <a:pt x="3767836" y="4572"/>
                  </a:lnTo>
                  <a:lnTo>
                    <a:pt x="3742436" y="4572"/>
                  </a:lnTo>
                  <a:close/>
                  <a:moveTo>
                    <a:pt x="3793236" y="4572"/>
                  </a:moveTo>
                  <a:lnTo>
                    <a:pt x="3818636" y="4572"/>
                  </a:lnTo>
                  <a:lnTo>
                    <a:pt x="3793236" y="4572"/>
                  </a:lnTo>
                  <a:close/>
                  <a:moveTo>
                    <a:pt x="3844036" y="4572"/>
                  </a:moveTo>
                  <a:lnTo>
                    <a:pt x="3869436" y="4572"/>
                  </a:lnTo>
                  <a:lnTo>
                    <a:pt x="3844036" y="4572"/>
                  </a:lnTo>
                  <a:close/>
                  <a:moveTo>
                    <a:pt x="3894836" y="4572"/>
                  </a:moveTo>
                  <a:lnTo>
                    <a:pt x="3920236" y="4572"/>
                  </a:lnTo>
                  <a:lnTo>
                    <a:pt x="3894836" y="4572"/>
                  </a:lnTo>
                  <a:close/>
                  <a:moveTo>
                    <a:pt x="3945636" y="4572"/>
                  </a:moveTo>
                  <a:lnTo>
                    <a:pt x="3971036" y="4572"/>
                  </a:lnTo>
                  <a:lnTo>
                    <a:pt x="3945636" y="4572"/>
                  </a:lnTo>
                  <a:close/>
                  <a:moveTo>
                    <a:pt x="3996436" y="4572"/>
                  </a:moveTo>
                  <a:lnTo>
                    <a:pt x="4021836" y="4572"/>
                  </a:lnTo>
                  <a:lnTo>
                    <a:pt x="3996436" y="4572"/>
                  </a:lnTo>
                  <a:close/>
                  <a:moveTo>
                    <a:pt x="4047236" y="4572"/>
                  </a:moveTo>
                  <a:lnTo>
                    <a:pt x="4072636" y="4572"/>
                  </a:lnTo>
                  <a:lnTo>
                    <a:pt x="4047236" y="4572"/>
                  </a:lnTo>
                  <a:close/>
                  <a:moveTo>
                    <a:pt x="4098036" y="4572"/>
                  </a:moveTo>
                  <a:lnTo>
                    <a:pt x="4123436" y="4572"/>
                  </a:lnTo>
                  <a:lnTo>
                    <a:pt x="4098036" y="4572"/>
                  </a:lnTo>
                  <a:close/>
                  <a:moveTo>
                    <a:pt x="4148836" y="4572"/>
                  </a:moveTo>
                  <a:lnTo>
                    <a:pt x="4174236" y="4572"/>
                  </a:lnTo>
                  <a:lnTo>
                    <a:pt x="4148836" y="4572"/>
                  </a:lnTo>
                  <a:close/>
                  <a:moveTo>
                    <a:pt x="4199636" y="4572"/>
                  </a:moveTo>
                  <a:lnTo>
                    <a:pt x="4225036" y="4572"/>
                  </a:lnTo>
                  <a:lnTo>
                    <a:pt x="4199636" y="4572"/>
                  </a:lnTo>
                  <a:close/>
                  <a:moveTo>
                    <a:pt x="4250436" y="4572"/>
                  </a:moveTo>
                  <a:lnTo>
                    <a:pt x="4275836" y="4572"/>
                  </a:lnTo>
                  <a:lnTo>
                    <a:pt x="4250436" y="4572"/>
                  </a:lnTo>
                  <a:close/>
                  <a:moveTo>
                    <a:pt x="4301236" y="4572"/>
                  </a:moveTo>
                  <a:lnTo>
                    <a:pt x="4326636" y="4572"/>
                  </a:lnTo>
                  <a:lnTo>
                    <a:pt x="4301236" y="4572"/>
                  </a:lnTo>
                  <a:close/>
                  <a:moveTo>
                    <a:pt x="4352036" y="4572"/>
                  </a:moveTo>
                  <a:lnTo>
                    <a:pt x="4377436" y="4572"/>
                  </a:lnTo>
                  <a:lnTo>
                    <a:pt x="4352036" y="4572"/>
                  </a:lnTo>
                  <a:close/>
                  <a:moveTo>
                    <a:pt x="4402836" y="4572"/>
                  </a:moveTo>
                  <a:lnTo>
                    <a:pt x="4428236" y="4572"/>
                  </a:lnTo>
                  <a:lnTo>
                    <a:pt x="4402836" y="4572"/>
                  </a:lnTo>
                  <a:close/>
                  <a:moveTo>
                    <a:pt x="4453636" y="4572"/>
                  </a:moveTo>
                  <a:lnTo>
                    <a:pt x="4479036" y="4572"/>
                  </a:lnTo>
                  <a:lnTo>
                    <a:pt x="4453636" y="4572"/>
                  </a:lnTo>
                  <a:close/>
                  <a:moveTo>
                    <a:pt x="4504436" y="4572"/>
                  </a:moveTo>
                  <a:lnTo>
                    <a:pt x="4529836" y="4572"/>
                  </a:lnTo>
                  <a:lnTo>
                    <a:pt x="4504436" y="4572"/>
                  </a:lnTo>
                  <a:close/>
                  <a:moveTo>
                    <a:pt x="4555236" y="4572"/>
                  </a:moveTo>
                  <a:lnTo>
                    <a:pt x="4580636" y="4572"/>
                  </a:lnTo>
                  <a:lnTo>
                    <a:pt x="4555236" y="4572"/>
                  </a:lnTo>
                  <a:close/>
                  <a:moveTo>
                    <a:pt x="4606036" y="4572"/>
                  </a:moveTo>
                  <a:lnTo>
                    <a:pt x="4631436" y="4572"/>
                  </a:lnTo>
                  <a:lnTo>
                    <a:pt x="4606036" y="4572"/>
                  </a:lnTo>
                  <a:close/>
                  <a:moveTo>
                    <a:pt x="4656836" y="4572"/>
                  </a:moveTo>
                  <a:lnTo>
                    <a:pt x="4682236" y="4572"/>
                  </a:lnTo>
                  <a:lnTo>
                    <a:pt x="4656836" y="4572"/>
                  </a:lnTo>
                  <a:close/>
                  <a:moveTo>
                    <a:pt x="4707636" y="4572"/>
                  </a:moveTo>
                  <a:lnTo>
                    <a:pt x="4733036" y="4572"/>
                  </a:lnTo>
                  <a:lnTo>
                    <a:pt x="4707636" y="4572"/>
                  </a:lnTo>
                  <a:close/>
                  <a:moveTo>
                    <a:pt x="4758436" y="4572"/>
                  </a:moveTo>
                  <a:lnTo>
                    <a:pt x="4783836" y="4572"/>
                  </a:lnTo>
                  <a:lnTo>
                    <a:pt x="4758436" y="4572"/>
                  </a:lnTo>
                  <a:close/>
                  <a:moveTo>
                    <a:pt x="4809236" y="4572"/>
                  </a:moveTo>
                  <a:lnTo>
                    <a:pt x="4834636" y="4572"/>
                  </a:lnTo>
                  <a:lnTo>
                    <a:pt x="4809236" y="4572"/>
                  </a:lnTo>
                  <a:close/>
                  <a:moveTo>
                    <a:pt x="4860036" y="4572"/>
                  </a:moveTo>
                  <a:lnTo>
                    <a:pt x="4885436" y="4572"/>
                  </a:lnTo>
                  <a:lnTo>
                    <a:pt x="4860036" y="4572"/>
                  </a:lnTo>
                  <a:close/>
                  <a:moveTo>
                    <a:pt x="4910836" y="4572"/>
                  </a:moveTo>
                  <a:lnTo>
                    <a:pt x="4936236" y="4572"/>
                  </a:lnTo>
                  <a:lnTo>
                    <a:pt x="4910836" y="4572"/>
                  </a:lnTo>
                  <a:close/>
                  <a:moveTo>
                    <a:pt x="4961636" y="4572"/>
                  </a:moveTo>
                  <a:lnTo>
                    <a:pt x="4987036" y="4572"/>
                  </a:lnTo>
                  <a:lnTo>
                    <a:pt x="4961636" y="4572"/>
                  </a:lnTo>
                  <a:close/>
                  <a:moveTo>
                    <a:pt x="5012436" y="4572"/>
                  </a:moveTo>
                  <a:lnTo>
                    <a:pt x="5037836" y="4572"/>
                  </a:lnTo>
                  <a:lnTo>
                    <a:pt x="5012436" y="4572"/>
                  </a:lnTo>
                  <a:close/>
                  <a:moveTo>
                    <a:pt x="5063236" y="4572"/>
                  </a:moveTo>
                  <a:lnTo>
                    <a:pt x="5088636" y="4572"/>
                  </a:lnTo>
                  <a:lnTo>
                    <a:pt x="5063236" y="4572"/>
                  </a:lnTo>
                  <a:close/>
                  <a:moveTo>
                    <a:pt x="5114036" y="4572"/>
                  </a:moveTo>
                  <a:lnTo>
                    <a:pt x="5139436" y="4572"/>
                  </a:lnTo>
                  <a:lnTo>
                    <a:pt x="5114036" y="4572"/>
                  </a:lnTo>
                  <a:close/>
                  <a:moveTo>
                    <a:pt x="5164836" y="4572"/>
                  </a:moveTo>
                  <a:lnTo>
                    <a:pt x="5190236" y="4572"/>
                  </a:lnTo>
                  <a:lnTo>
                    <a:pt x="5164836" y="4572"/>
                  </a:lnTo>
                  <a:close/>
                  <a:moveTo>
                    <a:pt x="5215636" y="4572"/>
                  </a:moveTo>
                  <a:lnTo>
                    <a:pt x="5241036" y="4572"/>
                  </a:lnTo>
                  <a:lnTo>
                    <a:pt x="5215636" y="4572"/>
                  </a:lnTo>
                  <a:close/>
                  <a:moveTo>
                    <a:pt x="5266436" y="4572"/>
                  </a:moveTo>
                  <a:lnTo>
                    <a:pt x="5291836" y="4572"/>
                  </a:lnTo>
                  <a:lnTo>
                    <a:pt x="5266436" y="4572"/>
                  </a:lnTo>
                  <a:close/>
                  <a:moveTo>
                    <a:pt x="5317236" y="4572"/>
                  </a:moveTo>
                  <a:lnTo>
                    <a:pt x="5342636" y="4572"/>
                  </a:lnTo>
                  <a:lnTo>
                    <a:pt x="5317236" y="4572"/>
                  </a:lnTo>
                  <a:close/>
                  <a:moveTo>
                    <a:pt x="5368036" y="4572"/>
                  </a:moveTo>
                  <a:lnTo>
                    <a:pt x="5393436" y="4572"/>
                  </a:lnTo>
                  <a:lnTo>
                    <a:pt x="5368036" y="4572"/>
                  </a:lnTo>
                  <a:close/>
                  <a:moveTo>
                    <a:pt x="5418836" y="4572"/>
                  </a:moveTo>
                  <a:lnTo>
                    <a:pt x="5444236" y="4572"/>
                  </a:lnTo>
                  <a:lnTo>
                    <a:pt x="5418836" y="4572"/>
                  </a:lnTo>
                  <a:close/>
                  <a:moveTo>
                    <a:pt x="5469636" y="4572"/>
                  </a:moveTo>
                  <a:lnTo>
                    <a:pt x="5495036" y="4572"/>
                  </a:lnTo>
                  <a:lnTo>
                    <a:pt x="5469636" y="4572"/>
                  </a:lnTo>
                  <a:close/>
                  <a:moveTo>
                    <a:pt x="5520436" y="4572"/>
                  </a:moveTo>
                  <a:lnTo>
                    <a:pt x="5545836" y="4572"/>
                  </a:lnTo>
                  <a:lnTo>
                    <a:pt x="5520436" y="4572"/>
                  </a:lnTo>
                  <a:close/>
                  <a:moveTo>
                    <a:pt x="5571236" y="4572"/>
                  </a:moveTo>
                  <a:lnTo>
                    <a:pt x="5596636" y="4572"/>
                  </a:lnTo>
                  <a:lnTo>
                    <a:pt x="5571236" y="4572"/>
                  </a:lnTo>
                  <a:close/>
                  <a:moveTo>
                    <a:pt x="5622036" y="4572"/>
                  </a:moveTo>
                  <a:lnTo>
                    <a:pt x="5647436" y="4572"/>
                  </a:lnTo>
                  <a:lnTo>
                    <a:pt x="5622036" y="4572"/>
                  </a:lnTo>
                  <a:close/>
                  <a:moveTo>
                    <a:pt x="5672836" y="4572"/>
                  </a:moveTo>
                  <a:lnTo>
                    <a:pt x="5698236" y="4572"/>
                  </a:lnTo>
                  <a:lnTo>
                    <a:pt x="5672836" y="4572"/>
                  </a:lnTo>
                  <a:close/>
                  <a:moveTo>
                    <a:pt x="5723636" y="4572"/>
                  </a:moveTo>
                  <a:lnTo>
                    <a:pt x="5749036" y="4572"/>
                  </a:lnTo>
                  <a:lnTo>
                    <a:pt x="5723636" y="4572"/>
                  </a:lnTo>
                  <a:close/>
                  <a:moveTo>
                    <a:pt x="5774436" y="4572"/>
                  </a:moveTo>
                  <a:lnTo>
                    <a:pt x="5799836" y="4572"/>
                  </a:lnTo>
                  <a:lnTo>
                    <a:pt x="5774436" y="4572"/>
                  </a:lnTo>
                  <a:close/>
                  <a:moveTo>
                    <a:pt x="5825236" y="4572"/>
                  </a:moveTo>
                  <a:lnTo>
                    <a:pt x="5850636" y="4572"/>
                  </a:lnTo>
                  <a:lnTo>
                    <a:pt x="5825236" y="4572"/>
                  </a:lnTo>
                  <a:close/>
                  <a:moveTo>
                    <a:pt x="5876036" y="4572"/>
                  </a:moveTo>
                  <a:lnTo>
                    <a:pt x="5901436" y="4572"/>
                  </a:lnTo>
                  <a:lnTo>
                    <a:pt x="5876036" y="4572"/>
                  </a:lnTo>
                  <a:close/>
                  <a:moveTo>
                    <a:pt x="5926836" y="4572"/>
                  </a:moveTo>
                  <a:lnTo>
                    <a:pt x="5952236" y="4572"/>
                  </a:lnTo>
                  <a:lnTo>
                    <a:pt x="5926836" y="4572"/>
                  </a:lnTo>
                  <a:close/>
                  <a:moveTo>
                    <a:pt x="5977636" y="4572"/>
                  </a:moveTo>
                  <a:lnTo>
                    <a:pt x="6003036" y="4572"/>
                  </a:lnTo>
                  <a:lnTo>
                    <a:pt x="5977636" y="4572"/>
                  </a:lnTo>
                  <a:close/>
                  <a:moveTo>
                    <a:pt x="6028436" y="4572"/>
                  </a:moveTo>
                  <a:lnTo>
                    <a:pt x="6053836" y="4572"/>
                  </a:lnTo>
                  <a:lnTo>
                    <a:pt x="6028436" y="4572"/>
                  </a:lnTo>
                  <a:close/>
                  <a:moveTo>
                    <a:pt x="6079236" y="4572"/>
                  </a:moveTo>
                  <a:lnTo>
                    <a:pt x="6104636" y="4572"/>
                  </a:lnTo>
                  <a:lnTo>
                    <a:pt x="6079236" y="4572"/>
                  </a:lnTo>
                  <a:close/>
                  <a:moveTo>
                    <a:pt x="6130036" y="4572"/>
                  </a:moveTo>
                  <a:lnTo>
                    <a:pt x="6155436" y="4572"/>
                  </a:lnTo>
                  <a:lnTo>
                    <a:pt x="6130036" y="4572"/>
                  </a:lnTo>
                  <a:close/>
                  <a:moveTo>
                    <a:pt x="6180836" y="4572"/>
                  </a:moveTo>
                  <a:lnTo>
                    <a:pt x="6206236" y="4572"/>
                  </a:lnTo>
                  <a:lnTo>
                    <a:pt x="6180836" y="4572"/>
                  </a:lnTo>
                  <a:close/>
                  <a:moveTo>
                    <a:pt x="6231636" y="4572"/>
                  </a:moveTo>
                  <a:lnTo>
                    <a:pt x="6257036" y="4572"/>
                  </a:lnTo>
                  <a:lnTo>
                    <a:pt x="6231636" y="4572"/>
                  </a:lnTo>
                  <a:close/>
                  <a:moveTo>
                    <a:pt x="6282436" y="4572"/>
                  </a:moveTo>
                  <a:lnTo>
                    <a:pt x="6307836" y="4572"/>
                  </a:lnTo>
                  <a:lnTo>
                    <a:pt x="6282436" y="4572"/>
                  </a:lnTo>
                  <a:close/>
                  <a:moveTo>
                    <a:pt x="6333236" y="4572"/>
                  </a:moveTo>
                  <a:lnTo>
                    <a:pt x="6358636" y="4572"/>
                  </a:lnTo>
                  <a:lnTo>
                    <a:pt x="6333236" y="4572"/>
                  </a:lnTo>
                  <a:close/>
                  <a:moveTo>
                    <a:pt x="6384036" y="4572"/>
                  </a:moveTo>
                  <a:lnTo>
                    <a:pt x="6409436" y="4572"/>
                  </a:lnTo>
                  <a:lnTo>
                    <a:pt x="6384036" y="4572"/>
                  </a:lnTo>
                  <a:close/>
                  <a:moveTo>
                    <a:pt x="6434836" y="4572"/>
                  </a:moveTo>
                  <a:lnTo>
                    <a:pt x="6460236" y="4572"/>
                  </a:lnTo>
                  <a:lnTo>
                    <a:pt x="6434836" y="4572"/>
                  </a:lnTo>
                  <a:close/>
                  <a:moveTo>
                    <a:pt x="6485636" y="4572"/>
                  </a:moveTo>
                  <a:lnTo>
                    <a:pt x="6511036" y="4572"/>
                  </a:lnTo>
                  <a:lnTo>
                    <a:pt x="6485636" y="4572"/>
                  </a:lnTo>
                  <a:close/>
                  <a:moveTo>
                    <a:pt x="6536436" y="4572"/>
                  </a:moveTo>
                  <a:lnTo>
                    <a:pt x="6561836" y="4572"/>
                  </a:lnTo>
                  <a:lnTo>
                    <a:pt x="6536436" y="4572"/>
                  </a:lnTo>
                  <a:close/>
                  <a:moveTo>
                    <a:pt x="6587236" y="4572"/>
                  </a:moveTo>
                  <a:lnTo>
                    <a:pt x="6612636" y="4572"/>
                  </a:lnTo>
                  <a:lnTo>
                    <a:pt x="6587236" y="4572"/>
                  </a:lnTo>
                  <a:close/>
                  <a:moveTo>
                    <a:pt x="6638036" y="4572"/>
                  </a:moveTo>
                  <a:lnTo>
                    <a:pt x="6663436" y="4572"/>
                  </a:lnTo>
                  <a:lnTo>
                    <a:pt x="6638036" y="4572"/>
                  </a:lnTo>
                  <a:close/>
                  <a:moveTo>
                    <a:pt x="6688836" y="4572"/>
                  </a:moveTo>
                  <a:lnTo>
                    <a:pt x="6714236" y="4572"/>
                  </a:lnTo>
                  <a:lnTo>
                    <a:pt x="6688836" y="4572"/>
                  </a:lnTo>
                  <a:close/>
                  <a:moveTo>
                    <a:pt x="6739636" y="4572"/>
                  </a:moveTo>
                  <a:lnTo>
                    <a:pt x="6765036" y="4572"/>
                  </a:lnTo>
                  <a:lnTo>
                    <a:pt x="6739636" y="4572"/>
                  </a:lnTo>
                  <a:close/>
                  <a:moveTo>
                    <a:pt x="6790436" y="4572"/>
                  </a:moveTo>
                  <a:lnTo>
                    <a:pt x="6815836" y="4572"/>
                  </a:lnTo>
                  <a:lnTo>
                    <a:pt x="6790436" y="4572"/>
                  </a:lnTo>
                  <a:close/>
                  <a:moveTo>
                    <a:pt x="6841236" y="4572"/>
                  </a:moveTo>
                  <a:lnTo>
                    <a:pt x="6866636" y="4572"/>
                  </a:lnTo>
                  <a:lnTo>
                    <a:pt x="6841236" y="4572"/>
                  </a:lnTo>
                  <a:close/>
                  <a:moveTo>
                    <a:pt x="6892036" y="4572"/>
                  </a:moveTo>
                  <a:lnTo>
                    <a:pt x="6917436" y="4572"/>
                  </a:lnTo>
                  <a:lnTo>
                    <a:pt x="6892036" y="4572"/>
                  </a:lnTo>
                  <a:close/>
                  <a:moveTo>
                    <a:pt x="6942836" y="4572"/>
                  </a:moveTo>
                  <a:lnTo>
                    <a:pt x="6968236" y="4572"/>
                  </a:lnTo>
                  <a:lnTo>
                    <a:pt x="6942836" y="4572"/>
                  </a:lnTo>
                  <a:close/>
                  <a:moveTo>
                    <a:pt x="6993636" y="4572"/>
                  </a:moveTo>
                  <a:lnTo>
                    <a:pt x="7019036" y="4572"/>
                  </a:lnTo>
                  <a:lnTo>
                    <a:pt x="6993636" y="4572"/>
                  </a:lnTo>
                  <a:close/>
                  <a:moveTo>
                    <a:pt x="7044436" y="4572"/>
                  </a:moveTo>
                  <a:lnTo>
                    <a:pt x="7069836" y="4572"/>
                  </a:lnTo>
                  <a:lnTo>
                    <a:pt x="7044436" y="4572"/>
                  </a:lnTo>
                  <a:close/>
                  <a:moveTo>
                    <a:pt x="7095236" y="4572"/>
                  </a:moveTo>
                  <a:lnTo>
                    <a:pt x="7120636" y="4572"/>
                  </a:lnTo>
                  <a:lnTo>
                    <a:pt x="7095236" y="4572"/>
                  </a:lnTo>
                  <a:close/>
                  <a:moveTo>
                    <a:pt x="7146036" y="4572"/>
                  </a:moveTo>
                  <a:lnTo>
                    <a:pt x="7171436" y="4572"/>
                  </a:lnTo>
                  <a:lnTo>
                    <a:pt x="7146036" y="4572"/>
                  </a:lnTo>
                  <a:close/>
                  <a:moveTo>
                    <a:pt x="7196836" y="4572"/>
                  </a:moveTo>
                  <a:lnTo>
                    <a:pt x="7222236" y="4572"/>
                  </a:lnTo>
                  <a:lnTo>
                    <a:pt x="7196836" y="4572"/>
                  </a:lnTo>
                  <a:close/>
                  <a:moveTo>
                    <a:pt x="7247636" y="4572"/>
                  </a:moveTo>
                  <a:lnTo>
                    <a:pt x="7273036" y="4572"/>
                  </a:lnTo>
                  <a:lnTo>
                    <a:pt x="7247636" y="4572"/>
                  </a:lnTo>
                  <a:close/>
                  <a:moveTo>
                    <a:pt x="7298436" y="4572"/>
                  </a:moveTo>
                  <a:lnTo>
                    <a:pt x="7323836" y="4572"/>
                  </a:lnTo>
                  <a:lnTo>
                    <a:pt x="7298436" y="4572"/>
                  </a:lnTo>
                  <a:close/>
                  <a:moveTo>
                    <a:pt x="7349236" y="4572"/>
                  </a:moveTo>
                  <a:lnTo>
                    <a:pt x="7374636" y="4572"/>
                  </a:lnTo>
                  <a:lnTo>
                    <a:pt x="7349236" y="4572"/>
                  </a:lnTo>
                  <a:close/>
                  <a:moveTo>
                    <a:pt x="7400036" y="4572"/>
                  </a:moveTo>
                  <a:lnTo>
                    <a:pt x="7425436" y="4572"/>
                  </a:lnTo>
                  <a:lnTo>
                    <a:pt x="7400036" y="4572"/>
                  </a:lnTo>
                  <a:close/>
                  <a:moveTo>
                    <a:pt x="7450836" y="4572"/>
                  </a:moveTo>
                  <a:lnTo>
                    <a:pt x="7476236" y="4572"/>
                  </a:lnTo>
                  <a:lnTo>
                    <a:pt x="7450836" y="4572"/>
                  </a:lnTo>
                  <a:close/>
                  <a:moveTo>
                    <a:pt x="7501636" y="4572"/>
                  </a:moveTo>
                  <a:lnTo>
                    <a:pt x="7527036" y="4572"/>
                  </a:lnTo>
                  <a:lnTo>
                    <a:pt x="7501636" y="4572"/>
                  </a:lnTo>
                  <a:close/>
                  <a:moveTo>
                    <a:pt x="7552436" y="4572"/>
                  </a:moveTo>
                  <a:lnTo>
                    <a:pt x="7577836" y="4572"/>
                  </a:lnTo>
                  <a:lnTo>
                    <a:pt x="7552436" y="4572"/>
                  </a:lnTo>
                  <a:close/>
                  <a:moveTo>
                    <a:pt x="7603236" y="4572"/>
                  </a:moveTo>
                  <a:lnTo>
                    <a:pt x="7628636" y="4572"/>
                  </a:lnTo>
                  <a:lnTo>
                    <a:pt x="7603236" y="4572"/>
                  </a:lnTo>
                  <a:close/>
                  <a:moveTo>
                    <a:pt x="7654036" y="4572"/>
                  </a:moveTo>
                  <a:lnTo>
                    <a:pt x="7679436" y="4572"/>
                  </a:lnTo>
                  <a:lnTo>
                    <a:pt x="7654036" y="4572"/>
                  </a:lnTo>
                  <a:close/>
                  <a:moveTo>
                    <a:pt x="7704836" y="4572"/>
                  </a:moveTo>
                  <a:lnTo>
                    <a:pt x="7730236" y="4572"/>
                  </a:lnTo>
                  <a:lnTo>
                    <a:pt x="7704836" y="4572"/>
                  </a:lnTo>
                  <a:close/>
                  <a:moveTo>
                    <a:pt x="7755636" y="4572"/>
                  </a:moveTo>
                  <a:lnTo>
                    <a:pt x="7781036" y="4572"/>
                  </a:lnTo>
                  <a:lnTo>
                    <a:pt x="7755636" y="4572"/>
                  </a:lnTo>
                  <a:close/>
                  <a:moveTo>
                    <a:pt x="7806436" y="4572"/>
                  </a:moveTo>
                  <a:lnTo>
                    <a:pt x="7831836" y="4572"/>
                  </a:lnTo>
                  <a:lnTo>
                    <a:pt x="7806436" y="4572"/>
                  </a:lnTo>
                  <a:close/>
                  <a:moveTo>
                    <a:pt x="7857236" y="4572"/>
                  </a:moveTo>
                  <a:lnTo>
                    <a:pt x="7882636" y="4572"/>
                  </a:lnTo>
                  <a:lnTo>
                    <a:pt x="7857236" y="4572"/>
                  </a:lnTo>
                  <a:close/>
                  <a:moveTo>
                    <a:pt x="7908036" y="4572"/>
                  </a:moveTo>
                  <a:lnTo>
                    <a:pt x="7933436" y="4572"/>
                  </a:lnTo>
                  <a:lnTo>
                    <a:pt x="7908036" y="4572"/>
                  </a:lnTo>
                  <a:close/>
                  <a:moveTo>
                    <a:pt x="7958836" y="4572"/>
                  </a:moveTo>
                  <a:lnTo>
                    <a:pt x="7984236" y="4572"/>
                  </a:lnTo>
                  <a:lnTo>
                    <a:pt x="7958836" y="4572"/>
                  </a:lnTo>
                  <a:close/>
                  <a:moveTo>
                    <a:pt x="8009636" y="4572"/>
                  </a:moveTo>
                  <a:lnTo>
                    <a:pt x="8035036" y="4572"/>
                  </a:lnTo>
                  <a:lnTo>
                    <a:pt x="8009636" y="4572"/>
                  </a:lnTo>
                  <a:close/>
                  <a:moveTo>
                    <a:pt x="8060436" y="4572"/>
                  </a:moveTo>
                  <a:lnTo>
                    <a:pt x="8085836" y="4572"/>
                  </a:lnTo>
                  <a:lnTo>
                    <a:pt x="8060436" y="4572"/>
                  </a:lnTo>
                  <a:close/>
                  <a:moveTo>
                    <a:pt x="8111236" y="4572"/>
                  </a:moveTo>
                  <a:lnTo>
                    <a:pt x="8136636" y="4572"/>
                  </a:lnTo>
                  <a:lnTo>
                    <a:pt x="8111236" y="4572"/>
                  </a:lnTo>
                  <a:close/>
                  <a:moveTo>
                    <a:pt x="8162036" y="4572"/>
                  </a:moveTo>
                  <a:lnTo>
                    <a:pt x="8187436" y="4572"/>
                  </a:lnTo>
                  <a:lnTo>
                    <a:pt x="8162036" y="4572"/>
                  </a:lnTo>
                  <a:close/>
                  <a:moveTo>
                    <a:pt x="8212836" y="4572"/>
                  </a:moveTo>
                  <a:lnTo>
                    <a:pt x="8238236" y="4572"/>
                  </a:lnTo>
                  <a:lnTo>
                    <a:pt x="8212836" y="4572"/>
                  </a:lnTo>
                  <a:close/>
                  <a:moveTo>
                    <a:pt x="8263636" y="4572"/>
                  </a:moveTo>
                  <a:lnTo>
                    <a:pt x="8289036" y="4572"/>
                  </a:lnTo>
                  <a:lnTo>
                    <a:pt x="8263636" y="4572"/>
                  </a:lnTo>
                  <a:close/>
                  <a:moveTo>
                    <a:pt x="8314436" y="4572"/>
                  </a:moveTo>
                  <a:lnTo>
                    <a:pt x="8339836" y="4572"/>
                  </a:lnTo>
                  <a:lnTo>
                    <a:pt x="8314436" y="4572"/>
                  </a:lnTo>
                  <a:close/>
                  <a:moveTo>
                    <a:pt x="8365236" y="4572"/>
                  </a:moveTo>
                  <a:lnTo>
                    <a:pt x="8390636" y="4572"/>
                  </a:lnTo>
                  <a:lnTo>
                    <a:pt x="8365236" y="4572"/>
                  </a:lnTo>
                  <a:close/>
                  <a:moveTo>
                    <a:pt x="8416036" y="4572"/>
                  </a:moveTo>
                  <a:lnTo>
                    <a:pt x="8441436" y="4572"/>
                  </a:lnTo>
                  <a:lnTo>
                    <a:pt x="8416036" y="4572"/>
                  </a:lnTo>
                  <a:close/>
                  <a:moveTo>
                    <a:pt x="8466836" y="4572"/>
                  </a:moveTo>
                  <a:lnTo>
                    <a:pt x="8492236" y="4572"/>
                  </a:lnTo>
                  <a:lnTo>
                    <a:pt x="8466836" y="4572"/>
                  </a:lnTo>
                  <a:close/>
                  <a:moveTo>
                    <a:pt x="8517636" y="4572"/>
                  </a:moveTo>
                  <a:lnTo>
                    <a:pt x="8543036" y="4572"/>
                  </a:lnTo>
                  <a:lnTo>
                    <a:pt x="8517636" y="4572"/>
                  </a:lnTo>
                  <a:close/>
                  <a:moveTo>
                    <a:pt x="8568436" y="4572"/>
                  </a:moveTo>
                  <a:lnTo>
                    <a:pt x="8593836" y="4572"/>
                  </a:lnTo>
                  <a:lnTo>
                    <a:pt x="8568436" y="4572"/>
                  </a:lnTo>
                  <a:close/>
                  <a:moveTo>
                    <a:pt x="8619236" y="4572"/>
                  </a:moveTo>
                  <a:lnTo>
                    <a:pt x="8644636" y="4572"/>
                  </a:lnTo>
                  <a:lnTo>
                    <a:pt x="8619236" y="4572"/>
                  </a:lnTo>
                  <a:close/>
                  <a:moveTo>
                    <a:pt x="8670036" y="4572"/>
                  </a:moveTo>
                  <a:lnTo>
                    <a:pt x="8695436" y="4572"/>
                  </a:lnTo>
                  <a:lnTo>
                    <a:pt x="8670036" y="4572"/>
                  </a:lnTo>
                  <a:close/>
                  <a:moveTo>
                    <a:pt x="8720836" y="4572"/>
                  </a:moveTo>
                  <a:lnTo>
                    <a:pt x="8746236" y="4572"/>
                  </a:lnTo>
                  <a:lnTo>
                    <a:pt x="8720836" y="4572"/>
                  </a:lnTo>
                  <a:close/>
                  <a:moveTo>
                    <a:pt x="8771636" y="4572"/>
                  </a:moveTo>
                  <a:lnTo>
                    <a:pt x="8797036" y="4572"/>
                  </a:lnTo>
                  <a:lnTo>
                    <a:pt x="8771636" y="4572"/>
                  </a:lnTo>
                  <a:close/>
                  <a:moveTo>
                    <a:pt x="8822436" y="4572"/>
                  </a:moveTo>
                  <a:lnTo>
                    <a:pt x="8847836" y="4572"/>
                  </a:lnTo>
                  <a:lnTo>
                    <a:pt x="8822436" y="4572"/>
                  </a:lnTo>
                  <a:close/>
                  <a:moveTo>
                    <a:pt x="8873236" y="4572"/>
                  </a:moveTo>
                  <a:lnTo>
                    <a:pt x="8898636" y="4572"/>
                  </a:lnTo>
                  <a:lnTo>
                    <a:pt x="8873236" y="4572"/>
                  </a:lnTo>
                  <a:close/>
                  <a:moveTo>
                    <a:pt x="8924036" y="4572"/>
                  </a:moveTo>
                  <a:lnTo>
                    <a:pt x="8949436" y="4572"/>
                  </a:lnTo>
                  <a:lnTo>
                    <a:pt x="8924036" y="4572"/>
                  </a:lnTo>
                  <a:close/>
                  <a:moveTo>
                    <a:pt x="8974836" y="4572"/>
                  </a:moveTo>
                  <a:lnTo>
                    <a:pt x="9000236" y="4572"/>
                  </a:lnTo>
                  <a:lnTo>
                    <a:pt x="8974836" y="4572"/>
                  </a:lnTo>
                  <a:close/>
                  <a:moveTo>
                    <a:pt x="9025636" y="4572"/>
                  </a:moveTo>
                  <a:lnTo>
                    <a:pt x="9051036" y="4572"/>
                  </a:lnTo>
                  <a:lnTo>
                    <a:pt x="9025636" y="4572"/>
                  </a:lnTo>
                  <a:close/>
                  <a:moveTo>
                    <a:pt x="9076436" y="4572"/>
                  </a:moveTo>
                  <a:lnTo>
                    <a:pt x="9101836" y="4572"/>
                  </a:lnTo>
                  <a:lnTo>
                    <a:pt x="9076436" y="4572"/>
                  </a:lnTo>
                  <a:close/>
                  <a:moveTo>
                    <a:pt x="9127236" y="4572"/>
                  </a:moveTo>
                  <a:lnTo>
                    <a:pt x="9152636" y="4572"/>
                  </a:lnTo>
                  <a:lnTo>
                    <a:pt x="9127236" y="4572"/>
                  </a:lnTo>
                  <a:close/>
                  <a:moveTo>
                    <a:pt x="9178036" y="4572"/>
                  </a:moveTo>
                  <a:lnTo>
                    <a:pt x="9203436" y="4572"/>
                  </a:lnTo>
                  <a:lnTo>
                    <a:pt x="9178036" y="4572"/>
                  </a:lnTo>
                  <a:close/>
                  <a:moveTo>
                    <a:pt x="9228836" y="4572"/>
                  </a:moveTo>
                  <a:lnTo>
                    <a:pt x="9254236" y="4572"/>
                  </a:lnTo>
                  <a:lnTo>
                    <a:pt x="9228836" y="4572"/>
                  </a:lnTo>
                  <a:close/>
                  <a:moveTo>
                    <a:pt x="9279636" y="4572"/>
                  </a:moveTo>
                  <a:lnTo>
                    <a:pt x="9305036" y="4572"/>
                  </a:lnTo>
                  <a:lnTo>
                    <a:pt x="9279636" y="4572"/>
                  </a:lnTo>
                  <a:close/>
                  <a:moveTo>
                    <a:pt x="9330436" y="4572"/>
                  </a:moveTo>
                  <a:lnTo>
                    <a:pt x="9355836" y="4572"/>
                  </a:lnTo>
                  <a:lnTo>
                    <a:pt x="9330436" y="4572"/>
                  </a:lnTo>
                  <a:close/>
                  <a:moveTo>
                    <a:pt x="9381236" y="4572"/>
                  </a:moveTo>
                  <a:lnTo>
                    <a:pt x="9406636" y="4572"/>
                  </a:lnTo>
                  <a:lnTo>
                    <a:pt x="9381236" y="4572"/>
                  </a:lnTo>
                  <a:close/>
                  <a:moveTo>
                    <a:pt x="9432036" y="4572"/>
                  </a:moveTo>
                  <a:lnTo>
                    <a:pt x="9457436" y="4572"/>
                  </a:lnTo>
                  <a:lnTo>
                    <a:pt x="9432036" y="4572"/>
                  </a:lnTo>
                  <a:close/>
                  <a:moveTo>
                    <a:pt x="9482836" y="4572"/>
                  </a:moveTo>
                  <a:lnTo>
                    <a:pt x="9508236" y="4572"/>
                  </a:lnTo>
                  <a:lnTo>
                    <a:pt x="9482836" y="4572"/>
                  </a:lnTo>
                  <a:close/>
                  <a:moveTo>
                    <a:pt x="9533636" y="4572"/>
                  </a:moveTo>
                  <a:lnTo>
                    <a:pt x="9559036" y="4572"/>
                  </a:lnTo>
                  <a:lnTo>
                    <a:pt x="9533636" y="4572"/>
                  </a:lnTo>
                  <a:close/>
                  <a:moveTo>
                    <a:pt x="9584436" y="4572"/>
                  </a:moveTo>
                  <a:lnTo>
                    <a:pt x="9609836" y="4572"/>
                  </a:lnTo>
                  <a:lnTo>
                    <a:pt x="9584436" y="4572"/>
                  </a:lnTo>
                  <a:close/>
                  <a:moveTo>
                    <a:pt x="9635236" y="4572"/>
                  </a:moveTo>
                  <a:lnTo>
                    <a:pt x="9660636" y="4572"/>
                  </a:lnTo>
                  <a:lnTo>
                    <a:pt x="9635236" y="4572"/>
                  </a:lnTo>
                  <a:close/>
                  <a:moveTo>
                    <a:pt x="9686036" y="4572"/>
                  </a:moveTo>
                  <a:lnTo>
                    <a:pt x="9711436" y="4572"/>
                  </a:lnTo>
                  <a:lnTo>
                    <a:pt x="9686036" y="4572"/>
                  </a:lnTo>
                  <a:close/>
                  <a:moveTo>
                    <a:pt x="9736836" y="4572"/>
                  </a:moveTo>
                  <a:lnTo>
                    <a:pt x="9762236" y="4572"/>
                  </a:lnTo>
                  <a:lnTo>
                    <a:pt x="9736836" y="4572"/>
                  </a:lnTo>
                  <a:close/>
                  <a:moveTo>
                    <a:pt x="9787636" y="4572"/>
                  </a:moveTo>
                  <a:lnTo>
                    <a:pt x="9813036" y="4572"/>
                  </a:lnTo>
                  <a:lnTo>
                    <a:pt x="9787636" y="4572"/>
                  </a:lnTo>
                  <a:close/>
                  <a:moveTo>
                    <a:pt x="9838436" y="4572"/>
                  </a:moveTo>
                  <a:lnTo>
                    <a:pt x="9863836" y="4572"/>
                  </a:lnTo>
                  <a:lnTo>
                    <a:pt x="9838436" y="4572"/>
                  </a:lnTo>
                  <a:close/>
                  <a:moveTo>
                    <a:pt x="9889236" y="4572"/>
                  </a:moveTo>
                  <a:lnTo>
                    <a:pt x="9914636" y="4572"/>
                  </a:lnTo>
                  <a:lnTo>
                    <a:pt x="9889236" y="4572"/>
                  </a:lnTo>
                  <a:close/>
                  <a:moveTo>
                    <a:pt x="9940036" y="4572"/>
                  </a:moveTo>
                  <a:lnTo>
                    <a:pt x="9965436" y="4572"/>
                  </a:lnTo>
                  <a:lnTo>
                    <a:pt x="9940036" y="4572"/>
                  </a:lnTo>
                  <a:close/>
                  <a:moveTo>
                    <a:pt x="9990836" y="4572"/>
                  </a:moveTo>
                  <a:lnTo>
                    <a:pt x="10016236" y="4572"/>
                  </a:lnTo>
                  <a:lnTo>
                    <a:pt x="9990836" y="4572"/>
                  </a:lnTo>
                  <a:close/>
                  <a:moveTo>
                    <a:pt x="10041636" y="4572"/>
                  </a:moveTo>
                  <a:lnTo>
                    <a:pt x="10067036" y="4572"/>
                  </a:lnTo>
                  <a:lnTo>
                    <a:pt x="10041636" y="4572"/>
                  </a:lnTo>
                  <a:close/>
                  <a:moveTo>
                    <a:pt x="10092436" y="4572"/>
                  </a:moveTo>
                  <a:lnTo>
                    <a:pt x="10117836" y="4572"/>
                  </a:lnTo>
                  <a:lnTo>
                    <a:pt x="10092436" y="4572"/>
                  </a:lnTo>
                  <a:close/>
                  <a:moveTo>
                    <a:pt x="10143236" y="4572"/>
                  </a:moveTo>
                  <a:lnTo>
                    <a:pt x="10168636" y="4572"/>
                  </a:lnTo>
                  <a:lnTo>
                    <a:pt x="10143236" y="4572"/>
                  </a:lnTo>
                  <a:close/>
                  <a:moveTo>
                    <a:pt x="10194036" y="4572"/>
                  </a:moveTo>
                  <a:lnTo>
                    <a:pt x="10219436" y="4572"/>
                  </a:lnTo>
                  <a:lnTo>
                    <a:pt x="10194036" y="4572"/>
                  </a:lnTo>
                  <a:close/>
                  <a:moveTo>
                    <a:pt x="10244836" y="4572"/>
                  </a:moveTo>
                  <a:lnTo>
                    <a:pt x="10270236" y="4572"/>
                  </a:lnTo>
                  <a:lnTo>
                    <a:pt x="10244836" y="4572"/>
                  </a:lnTo>
                  <a:close/>
                  <a:moveTo>
                    <a:pt x="10295636" y="4572"/>
                  </a:moveTo>
                  <a:lnTo>
                    <a:pt x="10321036" y="4572"/>
                  </a:lnTo>
                  <a:lnTo>
                    <a:pt x="10295636" y="4572"/>
                  </a:lnTo>
                  <a:close/>
                  <a:moveTo>
                    <a:pt x="10335768" y="19812"/>
                  </a:moveTo>
                  <a:lnTo>
                    <a:pt x="10335768" y="45212"/>
                  </a:lnTo>
                  <a:lnTo>
                    <a:pt x="10331196" y="45212"/>
                  </a:lnTo>
                  <a:lnTo>
                    <a:pt x="10331196" y="19812"/>
                  </a:lnTo>
                  <a:close/>
                  <a:moveTo>
                    <a:pt x="10331196" y="70612"/>
                  </a:moveTo>
                  <a:lnTo>
                    <a:pt x="10331196" y="96012"/>
                  </a:lnTo>
                  <a:lnTo>
                    <a:pt x="10326624" y="96012"/>
                  </a:lnTo>
                  <a:lnTo>
                    <a:pt x="10326624" y="70612"/>
                  </a:lnTo>
                  <a:close/>
                  <a:moveTo>
                    <a:pt x="10326624" y="121412"/>
                  </a:moveTo>
                  <a:lnTo>
                    <a:pt x="10326624" y="146812"/>
                  </a:lnTo>
                  <a:lnTo>
                    <a:pt x="10322052" y="146812"/>
                  </a:lnTo>
                  <a:lnTo>
                    <a:pt x="10322052" y="121412"/>
                  </a:lnTo>
                  <a:close/>
                  <a:moveTo>
                    <a:pt x="10322052" y="172212"/>
                  </a:moveTo>
                  <a:lnTo>
                    <a:pt x="10322052" y="197612"/>
                  </a:lnTo>
                  <a:lnTo>
                    <a:pt x="10317480" y="197612"/>
                  </a:lnTo>
                  <a:lnTo>
                    <a:pt x="10317480" y="172212"/>
                  </a:lnTo>
                  <a:close/>
                  <a:moveTo>
                    <a:pt x="10317480" y="223012"/>
                  </a:moveTo>
                  <a:lnTo>
                    <a:pt x="10317480" y="248412"/>
                  </a:lnTo>
                  <a:lnTo>
                    <a:pt x="10312908" y="248412"/>
                  </a:lnTo>
                  <a:lnTo>
                    <a:pt x="10312908" y="223012"/>
                  </a:lnTo>
                  <a:close/>
                  <a:moveTo>
                    <a:pt x="10312908" y="273812"/>
                  </a:moveTo>
                  <a:lnTo>
                    <a:pt x="10312908" y="299212"/>
                  </a:lnTo>
                  <a:lnTo>
                    <a:pt x="10308336" y="299212"/>
                  </a:lnTo>
                  <a:lnTo>
                    <a:pt x="10308336" y="273812"/>
                  </a:lnTo>
                  <a:close/>
                  <a:moveTo>
                    <a:pt x="10308336" y="324612"/>
                  </a:moveTo>
                  <a:lnTo>
                    <a:pt x="10308336" y="350012"/>
                  </a:lnTo>
                  <a:lnTo>
                    <a:pt x="10303764" y="350012"/>
                  </a:lnTo>
                  <a:lnTo>
                    <a:pt x="10303764" y="324612"/>
                  </a:lnTo>
                  <a:close/>
                  <a:moveTo>
                    <a:pt x="10303764" y="375412"/>
                  </a:moveTo>
                  <a:lnTo>
                    <a:pt x="10303764" y="400812"/>
                  </a:lnTo>
                  <a:lnTo>
                    <a:pt x="10299192" y="400812"/>
                  </a:lnTo>
                  <a:lnTo>
                    <a:pt x="10299192" y="375412"/>
                  </a:lnTo>
                  <a:close/>
                  <a:moveTo>
                    <a:pt x="10299192" y="426212"/>
                  </a:moveTo>
                  <a:lnTo>
                    <a:pt x="10299192" y="451612"/>
                  </a:lnTo>
                  <a:lnTo>
                    <a:pt x="10294620" y="451612"/>
                  </a:lnTo>
                  <a:lnTo>
                    <a:pt x="10294620" y="426212"/>
                  </a:lnTo>
                  <a:close/>
                  <a:moveTo>
                    <a:pt x="10294620" y="477012"/>
                  </a:moveTo>
                  <a:lnTo>
                    <a:pt x="10294620" y="502412"/>
                  </a:lnTo>
                  <a:lnTo>
                    <a:pt x="10290048" y="502412"/>
                  </a:lnTo>
                  <a:lnTo>
                    <a:pt x="10290048" y="477012"/>
                  </a:lnTo>
                  <a:close/>
                  <a:moveTo>
                    <a:pt x="10290048" y="527812"/>
                  </a:moveTo>
                  <a:lnTo>
                    <a:pt x="10290048" y="553212"/>
                  </a:lnTo>
                  <a:lnTo>
                    <a:pt x="10285476" y="553212"/>
                  </a:lnTo>
                  <a:lnTo>
                    <a:pt x="10285476" y="527812"/>
                  </a:lnTo>
                  <a:close/>
                  <a:moveTo>
                    <a:pt x="10285476" y="578612"/>
                  </a:moveTo>
                  <a:lnTo>
                    <a:pt x="10285476" y="604012"/>
                  </a:lnTo>
                  <a:lnTo>
                    <a:pt x="10280904" y="604012"/>
                  </a:lnTo>
                  <a:lnTo>
                    <a:pt x="10280904" y="578612"/>
                  </a:lnTo>
                  <a:close/>
                  <a:moveTo>
                    <a:pt x="10280904" y="629412"/>
                  </a:moveTo>
                  <a:lnTo>
                    <a:pt x="10280904" y="654812"/>
                  </a:lnTo>
                  <a:lnTo>
                    <a:pt x="10276332" y="654812"/>
                  </a:lnTo>
                  <a:lnTo>
                    <a:pt x="10276332" y="629412"/>
                  </a:lnTo>
                  <a:close/>
                  <a:moveTo>
                    <a:pt x="10276332" y="680212"/>
                  </a:moveTo>
                  <a:lnTo>
                    <a:pt x="10276332" y="705612"/>
                  </a:lnTo>
                  <a:lnTo>
                    <a:pt x="10271760" y="705612"/>
                  </a:lnTo>
                  <a:lnTo>
                    <a:pt x="10271760" y="680212"/>
                  </a:lnTo>
                  <a:close/>
                  <a:moveTo>
                    <a:pt x="10271760" y="731012"/>
                  </a:moveTo>
                  <a:lnTo>
                    <a:pt x="10271760" y="756412"/>
                  </a:lnTo>
                  <a:lnTo>
                    <a:pt x="10267188" y="756412"/>
                  </a:lnTo>
                  <a:lnTo>
                    <a:pt x="10267188" y="731012"/>
                  </a:lnTo>
                  <a:close/>
                  <a:moveTo>
                    <a:pt x="10267188" y="781812"/>
                  </a:moveTo>
                  <a:lnTo>
                    <a:pt x="10267188" y="807212"/>
                  </a:lnTo>
                  <a:lnTo>
                    <a:pt x="10262616" y="807212"/>
                  </a:lnTo>
                  <a:lnTo>
                    <a:pt x="10262616" y="781812"/>
                  </a:lnTo>
                  <a:close/>
                  <a:moveTo>
                    <a:pt x="10262616" y="832612"/>
                  </a:moveTo>
                  <a:lnTo>
                    <a:pt x="10262616" y="858012"/>
                  </a:lnTo>
                  <a:lnTo>
                    <a:pt x="10258044" y="858012"/>
                  </a:lnTo>
                  <a:lnTo>
                    <a:pt x="10258044" y="832612"/>
                  </a:lnTo>
                  <a:close/>
                  <a:moveTo>
                    <a:pt x="10258044" y="883412"/>
                  </a:moveTo>
                  <a:lnTo>
                    <a:pt x="10258044" y="908812"/>
                  </a:lnTo>
                  <a:lnTo>
                    <a:pt x="10253472" y="908812"/>
                  </a:lnTo>
                  <a:lnTo>
                    <a:pt x="10253472" y="883412"/>
                  </a:lnTo>
                  <a:close/>
                  <a:moveTo>
                    <a:pt x="10253472" y="934212"/>
                  </a:moveTo>
                  <a:lnTo>
                    <a:pt x="10253472" y="959612"/>
                  </a:lnTo>
                  <a:lnTo>
                    <a:pt x="10248900" y="959612"/>
                  </a:lnTo>
                  <a:lnTo>
                    <a:pt x="10248900" y="934212"/>
                  </a:lnTo>
                  <a:close/>
                  <a:moveTo>
                    <a:pt x="10248900" y="985012"/>
                  </a:moveTo>
                  <a:lnTo>
                    <a:pt x="10248900" y="1010412"/>
                  </a:lnTo>
                  <a:lnTo>
                    <a:pt x="10244328" y="1010412"/>
                  </a:lnTo>
                  <a:lnTo>
                    <a:pt x="10244328" y="985012"/>
                  </a:lnTo>
                  <a:close/>
                  <a:moveTo>
                    <a:pt x="10244328" y="1035812"/>
                  </a:moveTo>
                  <a:lnTo>
                    <a:pt x="10244328" y="1061212"/>
                  </a:lnTo>
                  <a:lnTo>
                    <a:pt x="10239756" y="1061212"/>
                  </a:lnTo>
                  <a:lnTo>
                    <a:pt x="10239756" y="1035812"/>
                  </a:lnTo>
                  <a:close/>
                  <a:moveTo>
                    <a:pt x="10239756" y="1086612"/>
                  </a:moveTo>
                  <a:lnTo>
                    <a:pt x="10239756" y="1112012"/>
                  </a:lnTo>
                  <a:lnTo>
                    <a:pt x="10235184" y="1112012"/>
                  </a:lnTo>
                  <a:lnTo>
                    <a:pt x="10235184" y="1086612"/>
                  </a:lnTo>
                  <a:close/>
                  <a:moveTo>
                    <a:pt x="10235184" y="1137412"/>
                  </a:moveTo>
                  <a:lnTo>
                    <a:pt x="10235184" y="1162812"/>
                  </a:lnTo>
                  <a:lnTo>
                    <a:pt x="10230612" y="1162812"/>
                  </a:lnTo>
                  <a:lnTo>
                    <a:pt x="10230612" y="1137412"/>
                  </a:lnTo>
                  <a:close/>
                  <a:moveTo>
                    <a:pt x="10230612" y="1188212"/>
                  </a:moveTo>
                  <a:lnTo>
                    <a:pt x="10230612" y="1200658"/>
                  </a:lnTo>
                  <a:cubicBezTo>
                    <a:pt x="10230612" y="1201928"/>
                    <a:pt x="10229596" y="1202944"/>
                    <a:pt x="10228326" y="1202944"/>
                  </a:cubicBezTo>
                  <a:lnTo>
                    <a:pt x="10215372" y="1202944"/>
                  </a:lnTo>
                  <a:lnTo>
                    <a:pt x="10215372" y="1193800"/>
                  </a:lnTo>
                  <a:lnTo>
                    <a:pt x="10228326" y="1193800"/>
                  </a:lnTo>
                  <a:lnTo>
                    <a:pt x="10228326" y="1196086"/>
                  </a:lnTo>
                  <a:lnTo>
                    <a:pt x="10226040" y="1196086"/>
                  </a:lnTo>
                  <a:lnTo>
                    <a:pt x="10226040" y="1183640"/>
                  </a:lnTo>
                  <a:close/>
                  <a:moveTo>
                    <a:pt x="10185400" y="1198372"/>
                  </a:moveTo>
                  <a:lnTo>
                    <a:pt x="10160000" y="1198372"/>
                  </a:lnTo>
                  <a:lnTo>
                    <a:pt x="10160000" y="1193800"/>
                  </a:lnTo>
                  <a:lnTo>
                    <a:pt x="10185400" y="1193800"/>
                  </a:lnTo>
                  <a:close/>
                  <a:moveTo>
                    <a:pt x="10134600" y="1193800"/>
                  </a:moveTo>
                  <a:lnTo>
                    <a:pt x="10109200" y="1193800"/>
                  </a:lnTo>
                  <a:lnTo>
                    <a:pt x="10134600" y="1193800"/>
                  </a:lnTo>
                  <a:close/>
                  <a:moveTo>
                    <a:pt x="10083800" y="1193800"/>
                  </a:moveTo>
                  <a:lnTo>
                    <a:pt x="10058400" y="1193800"/>
                  </a:lnTo>
                  <a:lnTo>
                    <a:pt x="10083800" y="1193800"/>
                  </a:lnTo>
                  <a:close/>
                  <a:moveTo>
                    <a:pt x="10033000" y="1193800"/>
                  </a:moveTo>
                  <a:lnTo>
                    <a:pt x="10007600" y="1193800"/>
                  </a:lnTo>
                  <a:lnTo>
                    <a:pt x="10033000" y="1193800"/>
                  </a:lnTo>
                  <a:close/>
                  <a:moveTo>
                    <a:pt x="9982200" y="1193800"/>
                  </a:moveTo>
                  <a:lnTo>
                    <a:pt x="9956800" y="1193800"/>
                  </a:lnTo>
                  <a:lnTo>
                    <a:pt x="9982200" y="1193800"/>
                  </a:lnTo>
                  <a:close/>
                  <a:moveTo>
                    <a:pt x="9931400" y="1193800"/>
                  </a:moveTo>
                  <a:lnTo>
                    <a:pt x="9906000" y="1193800"/>
                  </a:lnTo>
                  <a:lnTo>
                    <a:pt x="9931400" y="1193800"/>
                  </a:lnTo>
                  <a:close/>
                  <a:moveTo>
                    <a:pt x="9880600" y="1193800"/>
                  </a:moveTo>
                  <a:lnTo>
                    <a:pt x="9855200" y="1193800"/>
                  </a:lnTo>
                  <a:lnTo>
                    <a:pt x="9880600" y="1193800"/>
                  </a:lnTo>
                  <a:close/>
                  <a:moveTo>
                    <a:pt x="9829800" y="1193800"/>
                  </a:moveTo>
                  <a:lnTo>
                    <a:pt x="9804400" y="1193800"/>
                  </a:lnTo>
                  <a:lnTo>
                    <a:pt x="9829800" y="1193800"/>
                  </a:lnTo>
                  <a:close/>
                  <a:moveTo>
                    <a:pt x="9779000" y="1193800"/>
                  </a:moveTo>
                  <a:lnTo>
                    <a:pt x="9753600" y="1193800"/>
                  </a:lnTo>
                  <a:lnTo>
                    <a:pt x="9779000" y="1193800"/>
                  </a:lnTo>
                  <a:close/>
                  <a:moveTo>
                    <a:pt x="9728200" y="1193800"/>
                  </a:moveTo>
                  <a:lnTo>
                    <a:pt x="9702800" y="1193800"/>
                  </a:lnTo>
                  <a:lnTo>
                    <a:pt x="9728200" y="1193800"/>
                  </a:lnTo>
                  <a:close/>
                  <a:moveTo>
                    <a:pt x="9677400" y="1193800"/>
                  </a:moveTo>
                  <a:lnTo>
                    <a:pt x="9652000" y="1193800"/>
                  </a:lnTo>
                  <a:lnTo>
                    <a:pt x="9677400" y="1193800"/>
                  </a:lnTo>
                  <a:close/>
                  <a:moveTo>
                    <a:pt x="9626600" y="1193800"/>
                  </a:moveTo>
                  <a:lnTo>
                    <a:pt x="9601200" y="1193800"/>
                  </a:lnTo>
                  <a:lnTo>
                    <a:pt x="9626600" y="1193800"/>
                  </a:lnTo>
                  <a:close/>
                  <a:moveTo>
                    <a:pt x="9575800" y="1193800"/>
                  </a:moveTo>
                  <a:lnTo>
                    <a:pt x="9550400" y="1193800"/>
                  </a:lnTo>
                  <a:lnTo>
                    <a:pt x="9575800" y="1193800"/>
                  </a:lnTo>
                  <a:close/>
                  <a:moveTo>
                    <a:pt x="9525000" y="1193800"/>
                  </a:moveTo>
                  <a:lnTo>
                    <a:pt x="9499600" y="1193800"/>
                  </a:lnTo>
                  <a:lnTo>
                    <a:pt x="9525000" y="1193800"/>
                  </a:lnTo>
                  <a:close/>
                  <a:moveTo>
                    <a:pt x="9474200" y="1193800"/>
                  </a:moveTo>
                  <a:lnTo>
                    <a:pt x="9448800" y="1193800"/>
                  </a:lnTo>
                  <a:lnTo>
                    <a:pt x="9474200" y="1193800"/>
                  </a:lnTo>
                  <a:close/>
                  <a:moveTo>
                    <a:pt x="9423400" y="1193800"/>
                  </a:moveTo>
                  <a:lnTo>
                    <a:pt x="9398000" y="1193800"/>
                  </a:lnTo>
                  <a:lnTo>
                    <a:pt x="9423400" y="1193800"/>
                  </a:lnTo>
                  <a:close/>
                  <a:moveTo>
                    <a:pt x="9372600" y="1193800"/>
                  </a:moveTo>
                  <a:lnTo>
                    <a:pt x="9347200" y="1193800"/>
                  </a:lnTo>
                  <a:lnTo>
                    <a:pt x="9372600" y="1193800"/>
                  </a:lnTo>
                  <a:close/>
                  <a:moveTo>
                    <a:pt x="9321800" y="1193800"/>
                  </a:moveTo>
                  <a:lnTo>
                    <a:pt x="9296400" y="1193800"/>
                  </a:lnTo>
                  <a:lnTo>
                    <a:pt x="9321800" y="1193800"/>
                  </a:lnTo>
                  <a:close/>
                  <a:moveTo>
                    <a:pt x="9271000" y="1193800"/>
                  </a:moveTo>
                  <a:lnTo>
                    <a:pt x="9245600" y="1193800"/>
                  </a:lnTo>
                  <a:lnTo>
                    <a:pt x="9271000" y="1193800"/>
                  </a:lnTo>
                  <a:close/>
                  <a:moveTo>
                    <a:pt x="9220200" y="1193800"/>
                  </a:moveTo>
                  <a:lnTo>
                    <a:pt x="9194800" y="1193800"/>
                  </a:lnTo>
                  <a:lnTo>
                    <a:pt x="9220200" y="1193800"/>
                  </a:lnTo>
                  <a:close/>
                  <a:moveTo>
                    <a:pt x="9169400" y="1193800"/>
                  </a:moveTo>
                  <a:lnTo>
                    <a:pt x="9144000" y="1193800"/>
                  </a:lnTo>
                  <a:lnTo>
                    <a:pt x="9169400" y="1193800"/>
                  </a:lnTo>
                  <a:close/>
                  <a:moveTo>
                    <a:pt x="9118600" y="1193800"/>
                  </a:moveTo>
                  <a:lnTo>
                    <a:pt x="9093200" y="1193800"/>
                  </a:lnTo>
                  <a:lnTo>
                    <a:pt x="9118600" y="1193800"/>
                  </a:lnTo>
                  <a:close/>
                  <a:moveTo>
                    <a:pt x="9067800" y="1193800"/>
                  </a:moveTo>
                  <a:lnTo>
                    <a:pt x="9042400" y="1193800"/>
                  </a:lnTo>
                  <a:lnTo>
                    <a:pt x="9067800" y="1193800"/>
                  </a:lnTo>
                  <a:close/>
                  <a:moveTo>
                    <a:pt x="9017000" y="1193800"/>
                  </a:moveTo>
                  <a:lnTo>
                    <a:pt x="8991600" y="1193800"/>
                  </a:lnTo>
                  <a:lnTo>
                    <a:pt x="9017000" y="1193800"/>
                  </a:lnTo>
                  <a:close/>
                  <a:moveTo>
                    <a:pt x="8966200" y="1193800"/>
                  </a:moveTo>
                  <a:lnTo>
                    <a:pt x="8940800" y="1193800"/>
                  </a:lnTo>
                  <a:lnTo>
                    <a:pt x="8966200" y="1193800"/>
                  </a:lnTo>
                  <a:close/>
                  <a:moveTo>
                    <a:pt x="8915400" y="1193800"/>
                  </a:moveTo>
                  <a:lnTo>
                    <a:pt x="8890000" y="1193800"/>
                  </a:lnTo>
                  <a:lnTo>
                    <a:pt x="8915400" y="1193800"/>
                  </a:lnTo>
                  <a:close/>
                  <a:moveTo>
                    <a:pt x="8864600" y="1193800"/>
                  </a:moveTo>
                  <a:lnTo>
                    <a:pt x="8839200" y="1193800"/>
                  </a:lnTo>
                  <a:lnTo>
                    <a:pt x="8864600" y="1193800"/>
                  </a:lnTo>
                  <a:close/>
                  <a:moveTo>
                    <a:pt x="8813800" y="1193800"/>
                  </a:moveTo>
                  <a:lnTo>
                    <a:pt x="8788400" y="1193800"/>
                  </a:lnTo>
                  <a:lnTo>
                    <a:pt x="8813800" y="1193800"/>
                  </a:lnTo>
                  <a:close/>
                  <a:moveTo>
                    <a:pt x="8763000" y="1193800"/>
                  </a:moveTo>
                  <a:lnTo>
                    <a:pt x="8737600" y="1193800"/>
                  </a:lnTo>
                  <a:lnTo>
                    <a:pt x="8763000" y="1193800"/>
                  </a:lnTo>
                  <a:close/>
                  <a:moveTo>
                    <a:pt x="8712200" y="1193800"/>
                  </a:moveTo>
                  <a:lnTo>
                    <a:pt x="8686800" y="1193800"/>
                  </a:lnTo>
                  <a:lnTo>
                    <a:pt x="8712200" y="1193800"/>
                  </a:lnTo>
                  <a:close/>
                  <a:moveTo>
                    <a:pt x="8661400" y="1193800"/>
                  </a:moveTo>
                  <a:lnTo>
                    <a:pt x="8636000" y="1193800"/>
                  </a:lnTo>
                  <a:lnTo>
                    <a:pt x="8661400" y="1193800"/>
                  </a:lnTo>
                  <a:close/>
                  <a:moveTo>
                    <a:pt x="8610600" y="1193800"/>
                  </a:moveTo>
                  <a:lnTo>
                    <a:pt x="8585200" y="1193800"/>
                  </a:lnTo>
                  <a:lnTo>
                    <a:pt x="8610600" y="1193800"/>
                  </a:lnTo>
                  <a:close/>
                  <a:moveTo>
                    <a:pt x="8559800" y="1193800"/>
                  </a:moveTo>
                  <a:lnTo>
                    <a:pt x="8534400" y="1193800"/>
                  </a:lnTo>
                  <a:lnTo>
                    <a:pt x="8559800" y="1193800"/>
                  </a:lnTo>
                  <a:close/>
                  <a:moveTo>
                    <a:pt x="8509000" y="1193800"/>
                  </a:moveTo>
                  <a:lnTo>
                    <a:pt x="8483600" y="1193800"/>
                  </a:lnTo>
                  <a:lnTo>
                    <a:pt x="8509000" y="1193800"/>
                  </a:lnTo>
                  <a:close/>
                  <a:moveTo>
                    <a:pt x="8458200" y="1193800"/>
                  </a:moveTo>
                  <a:lnTo>
                    <a:pt x="8432800" y="1193800"/>
                  </a:lnTo>
                  <a:lnTo>
                    <a:pt x="8458200" y="1193800"/>
                  </a:lnTo>
                  <a:close/>
                  <a:moveTo>
                    <a:pt x="8407400" y="1193800"/>
                  </a:moveTo>
                  <a:lnTo>
                    <a:pt x="8382000" y="1193800"/>
                  </a:lnTo>
                  <a:lnTo>
                    <a:pt x="8407400" y="1193800"/>
                  </a:lnTo>
                  <a:close/>
                  <a:moveTo>
                    <a:pt x="8356600" y="1193800"/>
                  </a:moveTo>
                  <a:lnTo>
                    <a:pt x="8331200" y="1193800"/>
                  </a:lnTo>
                  <a:lnTo>
                    <a:pt x="8356600" y="1193800"/>
                  </a:lnTo>
                  <a:close/>
                  <a:moveTo>
                    <a:pt x="8305800" y="1193800"/>
                  </a:moveTo>
                  <a:lnTo>
                    <a:pt x="8280400" y="1193800"/>
                  </a:lnTo>
                  <a:lnTo>
                    <a:pt x="8305800" y="1193800"/>
                  </a:lnTo>
                  <a:close/>
                  <a:moveTo>
                    <a:pt x="8255000" y="1193800"/>
                  </a:moveTo>
                  <a:lnTo>
                    <a:pt x="8229600" y="1193800"/>
                  </a:lnTo>
                  <a:lnTo>
                    <a:pt x="8255000" y="1193800"/>
                  </a:lnTo>
                  <a:close/>
                  <a:moveTo>
                    <a:pt x="8204200" y="1193800"/>
                  </a:moveTo>
                  <a:lnTo>
                    <a:pt x="8178800" y="1193800"/>
                  </a:lnTo>
                  <a:lnTo>
                    <a:pt x="8204200" y="1193800"/>
                  </a:lnTo>
                  <a:close/>
                  <a:moveTo>
                    <a:pt x="8153400" y="1193800"/>
                  </a:moveTo>
                  <a:lnTo>
                    <a:pt x="8128000" y="1193800"/>
                  </a:lnTo>
                  <a:lnTo>
                    <a:pt x="8153400" y="1193800"/>
                  </a:lnTo>
                  <a:close/>
                  <a:moveTo>
                    <a:pt x="8102600" y="1193800"/>
                  </a:moveTo>
                  <a:lnTo>
                    <a:pt x="8077200" y="1193800"/>
                  </a:lnTo>
                  <a:lnTo>
                    <a:pt x="8102600" y="1193800"/>
                  </a:lnTo>
                  <a:close/>
                  <a:moveTo>
                    <a:pt x="8051800" y="1193800"/>
                  </a:moveTo>
                  <a:lnTo>
                    <a:pt x="8026400" y="1193800"/>
                  </a:lnTo>
                  <a:lnTo>
                    <a:pt x="8051800" y="1193800"/>
                  </a:lnTo>
                  <a:close/>
                  <a:moveTo>
                    <a:pt x="8001000" y="1193800"/>
                  </a:moveTo>
                  <a:lnTo>
                    <a:pt x="7975600" y="1193800"/>
                  </a:lnTo>
                  <a:lnTo>
                    <a:pt x="8001000" y="1193800"/>
                  </a:lnTo>
                  <a:close/>
                  <a:moveTo>
                    <a:pt x="7950200" y="1193800"/>
                  </a:moveTo>
                  <a:lnTo>
                    <a:pt x="7924800" y="1193800"/>
                  </a:lnTo>
                  <a:lnTo>
                    <a:pt x="7950200" y="1193800"/>
                  </a:lnTo>
                  <a:close/>
                  <a:moveTo>
                    <a:pt x="7899400" y="1193800"/>
                  </a:moveTo>
                  <a:lnTo>
                    <a:pt x="7874000" y="1193800"/>
                  </a:lnTo>
                  <a:lnTo>
                    <a:pt x="7899400" y="1193800"/>
                  </a:lnTo>
                  <a:close/>
                  <a:moveTo>
                    <a:pt x="7848600" y="1193800"/>
                  </a:moveTo>
                  <a:lnTo>
                    <a:pt x="7823200" y="1193800"/>
                  </a:lnTo>
                  <a:lnTo>
                    <a:pt x="7848600" y="1193800"/>
                  </a:lnTo>
                  <a:close/>
                  <a:moveTo>
                    <a:pt x="7797800" y="1193800"/>
                  </a:moveTo>
                  <a:lnTo>
                    <a:pt x="7772400" y="1193800"/>
                  </a:lnTo>
                  <a:lnTo>
                    <a:pt x="7797800" y="1193800"/>
                  </a:lnTo>
                  <a:close/>
                  <a:moveTo>
                    <a:pt x="7747000" y="1193800"/>
                  </a:moveTo>
                  <a:lnTo>
                    <a:pt x="7721600" y="1193800"/>
                  </a:lnTo>
                  <a:lnTo>
                    <a:pt x="7747000" y="1193800"/>
                  </a:lnTo>
                  <a:close/>
                  <a:moveTo>
                    <a:pt x="7696200" y="1193800"/>
                  </a:moveTo>
                  <a:lnTo>
                    <a:pt x="7670800" y="1193800"/>
                  </a:lnTo>
                  <a:lnTo>
                    <a:pt x="7696200" y="1193800"/>
                  </a:lnTo>
                  <a:close/>
                  <a:moveTo>
                    <a:pt x="7645400" y="1193800"/>
                  </a:moveTo>
                  <a:lnTo>
                    <a:pt x="7620000" y="1193800"/>
                  </a:lnTo>
                  <a:lnTo>
                    <a:pt x="7645400" y="1193800"/>
                  </a:lnTo>
                  <a:close/>
                  <a:moveTo>
                    <a:pt x="7594600" y="1193800"/>
                  </a:moveTo>
                  <a:lnTo>
                    <a:pt x="7569200" y="1193800"/>
                  </a:lnTo>
                  <a:lnTo>
                    <a:pt x="7594600" y="1193800"/>
                  </a:lnTo>
                  <a:close/>
                  <a:moveTo>
                    <a:pt x="7543800" y="1193800"/>
                  </a:moveTo>
                  <a:lnTo>
                    <a:pt x="7518400" y="1193800"/>
                  </a:lnTo>
                  <a:lnTo>
                    <a:pt x="7543800" y="1193800"/>
                  </a:lnTo>
                  <a:close/>
                  <a:moveTo>
                    <a:pt x="7493000" y="1193800"/>
                  </a:moveTo>
                  <a:lnTo>
                    <a:pt x="7467600" y="1193800"/>
                  </a:lnTo>
                  <a:lnTo>
                    <a:pt x="7493000" y="1193800"/>
                  </a:lnTo>
                  <a:close/>
                  <a:moveTo>
                    <a:pt x="7442200" y="1193800"/>
                  </a:moveTo>
                  <a:lnTo>
                    <a:pt x="7416800" y="1193800"/>
                  </a:lnTo>
                  <a:lnTo>
                    <a:pt x="7442200" y="1193800"/>
                  </a:lnTo>
                  <a:close/>
                  <a:moveTo>
                    <a:pt x="7391400" y="1193800"/>
                  </a:moveTo>
                  <a:lnTo>
                    <a:pt x="7366000" y="1193800"/>
                  </a:lnTo>
                  <a:lnTo>
                    <a:pt x="7391400" y="1193800"/>
                  </a:lnTo>
                  <a:close/>
                  <a:moveTo>
                    <a:pt x="7340600" y="1193800"/>
                  </a:moveTo>
                  <a:lnTo>
                    <a:pt x="7315200" y="1193800"/>
                  </a:lnTo>
                  <a:lnTo>
                    <a:pt x="7340600" y="1193800"/>
                  </a:lnTo>
                  <a:close/>
                  <a:moveTo>
                    <a:pt x="7289800" y="1193800"/>
                  </a:moveTo>
                  <a:lnTo>
                    <a:pt x="7264400" y="1193800"/>
                  </a:lnTo>
                  <a:lnTo>
                    <a:pt x="7289800" y="1193800"/>
                  </a:lnTo>
                  <a:close/>
                  <a:moveTo>
                    <a:pt x="7239000" y="1193800"/>
                  </a:moveTo>
                  <a:lnTo>
                    <a:pt x="7213600" y="1193800"/>
                  </a:lnTo>
                  <a:lnTo>
                    <a:pt x="7239000" y="1193800"/>
                  </a:lnTo>
                  <a:close/>
                  <a:moveTo>
                    <a:pt x="7188200" y="1193800"/>
                  </a:moveTo>
                  <a:lnTo>
                    <a:pt x="7162800" y="1193800"/>
                  </a:lnTo>
                  <a:lnTo>
                    <a:pt x="7188200" y="1193800"/>
                  </a:lnTo>
                  <a:close/>
                  <a:moveTo>
                    <a:pt x="7137400" y="1193800"/>
                  </a:moveTo>
                  <a:lnTo>
                    <a:pt x="7112000" y="1193800"/>
                  </a:lnTo>
                  <a:lnTo>
                    <a:pt x="7137400" y="1193800"/>
                  </a:lnTo>
                  <a:close/>
                  <a:moveTo>
                    <a:pt x="7086600" y="1193800"/>
                  </a:moveTo>
                  <a:lnTo>
                    <a:pt x="7061200" y="1193800"/>
                  </a:lnTo>
                  <a:lnTo>
                    <a:pt x="7086600" y="1193800"/>
                  </a:lnTo>
                  <a:close/>
                  <a:moveTo>
                    <a:pt x="7035800" y="1193800"/>
                  </a:moveTo>
                  <a:lnTo>
                    <a:pt x="7010400" y="1193800"/>
                  </a:lnTo>
                  <a:lnTo>
                    <a:pt x="7035800" y="1193800"/>
                  </a:lnTo>
                  <a:close/>
                  <a:moveTo>
                    <a:pt x="6985000" y="1193800"/>
                  </a:moveTo>
                  <a:lnTo>
                    <a:pt x="6959600" y="1193800"/>
                  </a:lnTo>
                  <a:lnTo>
                    <a:pt x="6985000" y="1193800"/>
                  </a:lnTo>
                  <a:close/>
                  <a:moveTo>
                    <a:pt x="6934200" y="1193800"/>
                  </a:moveTo>
                  <a:lnTo>
                    <a:pt x="6908800" y="1193800"/>
                  </a:lnTo>
                  <a:lnTo>
                    <a:pt x="6934200" y="1193800"/>
                  </a:lnTo>
                  <a:close/>
                  <a:moveTo>
                    <a:pt x="6883400" y="1193800"/>
                  </a:moveTo>
                  <a:lnTo>
                    <a:pt x="6858000" y="1193800"/>
                  </a:lnTo>
                  <a:lnTo>
                    <a:pt x="6883400" y="1193800"/>
                  </a:lnTo>
                  <a:close/>
                  <a:moveTo>
                    <a:pt x="6832600" y="1193800"/>
                  </a:moveTo>
                  <a:lnTo>
                    <a:pt x="6807200" y="1193800"/>
                  </a:lnTo>
                  <a:lnTo>
                    <a:pt x="6832600" y="1193800"/>
                  </a:lnTo>
                  <a:close/>
                  <a:moveTo>
                    <a:pt x="6781800" y="1193800"/>
                  </a:moveTo>
                  <a:lnTo>
                    <a:pt x="6756400" y="1193800"/>
                  </a:lnTo>
                  <a:lnTo>
                    <a:pt x="6781800" y="1193800"/>
                  </a:lnTo>
                  <a:close/>
                  <a:moveTo>
                    <a:pt x="6731000" y="1193800"/>
                  </a:moveTo>
                  <a:lnTo>
                    <a:pt x="6705600" y="1193800"/>
                  </a:lnTo>
                  <a:lnTo>
                    <a:pt x="6731000" y="1193800"/>
                  </a:lnTo>
                  <a:close/>
                  <a:moveTo>
                    <a:pt x="6680200" y="1193800"/>
                  </a:moveTo>
                  <a:lnTo>
                    <a:pt x="6654800" y="1193800"/>
                  </a:lnTo>
                  <a:lnTo>
                    <a:pt x="6680200" y="1193800"/>
                  </a:lnTo>
                  <a:close/>
                  <a:moveTo>
                    <a:pt x="6629400" y="1193800"/>
                  </a:moveTo>
                  <a:lnTo>
                    <a:pt x="6604000" y="1193800"/>
                  </a:lnTo>
                  <a:lnTo>
                    <a:pt x="6629400" y="1193800"/>
                  </a:lnTo>
                  <a:close/>
                  <a:moveTo>
                    <a:pt x="6578600" y="1193800"/>
                  </a:moveTo>
                  <a:lnTo>
                    <a:pt x="6553200" y="1193800"/>
                  </a:lnTo>
                  <a:lnTo>
                    <a:pt x="6578600" y="1193800"/>
                  </a:lnTo>
                  <a:close/>
                  <a:moveTo>
                    <a:pt x="6527800" y="1193800"/>
                  </a:moveTo>
                  <a:lnTo>
                    <a:pt x="6502400" y="1193800"/>
                  </a:lnTo>
                  <a:lnTo>
                    <a:pt x="6527800" y="1193800"/>
                  </a:lnTo>
                  <a:close/>
                  <a:moveTo>
                    <a:pt x="6477000" y="1193800"/>
                  </a:moveTo>
                  <a:lnTo>
                    <a:pt x="6451600" y="1193800"/>
                  </a:lnTo>
                  <a:lnTo>
                    <a:pt x="6477000" y="1193800"/>
                  </a:lnTo>
                  <a:close/>
                  <a:moveTo>
                    <a:pt x="6426200" y="1193800"/>
                  </a:moveTo>
                  <a:lnTo>
                    <a:pt x="6400800" y="1193800"/>
                  </a:lnTo>
                  <a:lnTo>
                    <a:pt x="6426200" y="1193800"/>
                  </a:lnTo>
                  <a:close/>
                  <a:moveTo>
                    <a:pt x="6375400" y="1193800"/>
                  </a:moveTo>
                  <a:lnTo>
                    <a:pt x="6350000" y="1193800"/>
                  </a:lnTo>
                  <a:lnTo>
                    <a:pt x="6375400" y="1193800"/>
                  </a:lnTo>
                  <a:close/>
                  <a:moveTo>
                    <a:pt x="6324600" y="1193800"/>
                  </a:moveTo>
                  <a:lnTo>
                    <a:pt x="6299200" y="1193800"/>
                  </a:lnTo>
                  <a:lnTo>
                    <a:pt x="6324600" y="1193800"/>
                  </a:lnTo>
                  <a:close/>
                  <a:moveTo>
                    <a:pt x="6273800" y="1193800"/>
                  </a:moveTo>
                  <a:lnTo>
                    <a:pt x="6248400" y="1193800"/>
                  </a:lnTo>
                  <a:lnTo>
                    <a:pt x="6273800" y="1193800"/>
                  </a:lnTo>
                  <a:close/>
                  <a:moveTo>
                    <a:pt x="6223000" y="1193800"/>
                  </a:moveTo>
                  <a:lnTo>
                    <a:pt x="6197600" y="1193800"/>
                  </a:lnTo>
                  <a:lnTo>
                    <a:pt x="6223000" y="1193800"/>
                  </a:lnTo>
                  <a:close/>
                  <a:moveTo>
                    <a:pt x="6172200" y="1193800"/>
                  </a:moveTo>
                  <a:lnTo>
                    <a:pt x="6146800" y="1193800"/>
                  </a:lnTo>
                  <a:lnTo>
                    <a:pt x="6172200" y="1193800"/>
                  </a:lnTo>
                  <a:close/>
                  <a:moveTo>
                    <a:pt x="6121400" y="1193800"/>
                  </a:moveTo>
                  <a:lnTo>
                    <a:pt x="6096000" y="1193800"/>
                  </a:lnTo>
                  <a:lnTo>
                    <a:pt x="6121400" y="1193800"/>
                  </a:lnTo>
                  <a:close/>
                  <a:moveTo>
                    <a:pt x="6070600" y="1193800"/>
                  </a:moveTo>
                  <a:lnTo>
                    <a:pt x="6045200" y="1193800"/>
                  </a:lnTo>
                  <a:lnTo>
                    <a:pt x="6070600" y="1193800"/>
                  </a:lnTo>
                  <a:close/>
                  <a:moveTo>
                    <a:pt x="6019800" y="1193800"/>
                  </a:moveTo>
                  <a:lnTo>
                    <a:pt x="5994400" y="1193800"/>
                  </a:lnTo>
                  <a:lnTo>
                    <a:pt x="6019800" y="1193800"/>
                  </a:lnTo>
                  <a:close/>
                  <a:moveTo>
                    <a:pt x="5969000" y="1193800"/>
                  </a:moveTo>
                  <a:lnTo>
                    <a:pt x="5943600" y="1193800"/>
                  </a:lnTo>
                  <a:lnTo>
                    <a:pt x="5969000" y="1193800"/>
                  </a:lnTo>
                  <a:close/>
                  <a:moveTo>
                    <a:pt x="5918200" y="1193800"/>
                  </a:moveTo>
                  <a:lnTo>
                    <a:pt x="5892800" y="1193800"/>
                  </a:lnTo>
                  <a:lnTo>
                    <a:pt x="5918200" y="1193800"/>
                  </a:lnTo>
                  <a:close/>
                  <a:moveTo>
                    <a:pt x="5867400" y="1193800"/>
                  </a:moveTo>
                  <a:lnTo>
                    <a:pt x="5842000" y="1193800"/>
                  </a:lnTo>
                  <a:lnTo>
                    <a:pt x="5867400" y="1193800"/>
                  </a:lnTo>
                  <a:close/>
                  <a:moveTo>
                    <a:pt x="5816600" y="1193800"/>
                  </a:moveTo>
                  <a:lnTo>
                    <a:pt x="5791200" y="1193800"/>
                  </a:lnTo>
                  <a:lnTo>
                    <a:pt x="5816600" y="1193800"/>
                  </a:lnTo>
                  <a:close/>
                  <a:moveTo>
                    <a:pt x="5765800" y="1193800"/>
                  </a:moveTo>
                  <a:lnTo>
                    <a:pt x="5740400" y="1193800"/>
                  </a:lnTo>
                  <a:lnTo>
                    <a:pt x="5765800" y="1193800"/>
                  </a:lnTo>
                  <a:close/>
                  <a:moveTo>
                    <a:pt x="5715000" y="1193800"/>
                  </a:moveTo>
                  <a:lnTo>
                    <a:pt x="5689600" y="1193800"/>
                  </a:lnTo>
                  <a:lnTo>
                    <a:pt x="5715000" y="1193800"/>
                  </a:lnTo>
                  <a:close/>
                  <a:moveTo>
                    <a:pt x="5664200" y="1193800"/>
                  </a:moveTo>
                  <a:lnTo>
                    <a:pt x="5638800" y="1193800"/>
                  </a:lnTo>
                  <a:lnTo>
                    <a:pt x="5664200" y="1193800"/>
                  </a:lnTo>
                  <a:close/>
                  <a:moveTo>
                    <a:pt x="5613400" y="1193800"/>
                  </a:moveTo>
                  <a:lnTo>
                    <a:pt x="5588000" y="1193800"/>
                  </a:lnTo>
                  <a:lnTo>
                    <a:pt x="5613400" y="1193800"/>
                  </a:lnTo>
                  <a:close/>
                  <a:moveTo>
                    <a:pt x="5562600" y="1193800"/>
                  </a:moveTo>
                  <a:lnTo>
                    <a:pt x="5537200" y="1193800"/>
                  </a:lnTo>
                  <a:lnTo>
                    <a:pt x="5562600" y="1193800"/>
                  </a:lnTo>
                  <a:close/>
                  <a:moveTo>
                    <a:pt x="5511800" y="1193800"/>
                  </a:moveTo>
                  <a:lnTo>
                    <a:pt x="5486400" y="1193800"/>
                  </a:lnTo>
                  <a:lnTo>
                    <a:pt x="5511800" y="1193800"/>
                  </a:lnTo>
                  <a:close/>
                  <a:moveTo>
                    <a:pt x="5461000" y="1193800"/>
                  </a:moveTo>
                  <a:lnTo>
                    <a:pt x="5435600" y="1193800"/>
                  </a:lnTo>
                  <a:lnTo>
                    <a:pt x="5461000" y="1193800"/>
                  </a:lnTo>
                  <a:close/>
                  <a:moveTo>
                    <a:pt x="5410200" y="1193800"/>
                  </a:moveTo>
                  <a:lnTo>
                    <a:pt x="5384800" y="1193800"/>
                  </a:lnTo>
                  <a:lnTo>
                    <a:pt x="5410200" y="1193800"/>
                  </a:lnTo>
                  <a:close/>
                  <a:moveTo>
                    <a:pt x="5359400" y="1193800"/>
                  </a:moveTo>
                  <a:lnTo>
                    <a:pt x="5334000" y="1193800"/>
                  </a:lnTo>
                  <a:lnTo>
                    <a:pt x="5359400" y="1193800"/>
                  </a:lnTo>
                  <a:close/>
                  <a:moveTo>
                    <a:pt x="5308600" y="1193800"/>
                  </a:moveTo>
                  <a:lnTo>
                    <a:pt x="5283200" y="1193800"/>
                  </a:lnTo>
                  <a:lnTo>
                    <a:pt x="5308600" y="1193800"/>
                  </a:lnTo>
                  <a:close/>
                  <a:moveTo>
                    <a:pt x="5257800" y="1193800"/>
                  </a:moveTo>
                  <a:lnTo>
                    <a:pt x="5232400" y="1193800"/>
                  </a:lnTo>
                  <a:lnTo>
                    <a:pt x="5257800" y="1193800"/>
                  </a:lnTo>
                  <a:close/>
                  <a:moveTo>
                    <a:pt x="5207000" y="1193800"/>
                  </a:moveTo>
                  <a:lnTo>
                    <a:pt x="5181600" y="1193800"/>
                  </a:lnTo>
                  <a:lnTo>
                    <a:pt x="5207000" y="1193800"/>
                  </a:lnTo>
                  <a:close/>
                  <a:moveTo>
                    <a:pt x="5156200" y="1193800"/>
                  </a:moveTo>
                  <a:lnTo>
                    <a:pt x="5130800" y="1193800"/>
                  </a:lnTo>
                  <a:lnTo>
                    <a:pt x="5156200" y="1193800"/>
                  </a:lnTo>
                  <a:close/>
                  <a:moveTo>
                    <a:pt x="5105400" y="1193800"/>
                  </a:moveTo>
                  <a:lnTo>
                    <a:pt x="5080000" y="1193800"/>
                  </a:lnTo>
                  <a:lnTo>
                    <a:pt x="5105400" y="1193800"/>
                  </a:lnTo>
                  <a:close/>
                  <a:moveTo>
                    <a:pt x="5054600" y="1193800"/>
                  </a:moveTo>
                  <a:lnTo>
                    <a:pt x="5029200" y="1193800"/>
                  </a:lnTo>
                  <a:lnTo>
                    <a:pt x="5054600" y="1193800"/>
                  </a:lnTo>
                  <a:close/>
                  <a:moveTo>
                    <a:pt x="5003800" y="1193800"/>
                  </a:moveTo>
                  <a:lnTo>
                    <a:pt x="4978400" y="1193800"/>
                  </a:lnTo>
                  <a:lnTo>
                    <a:pt x="5003800" y="1193800"/>
                  </a:lnTo>
                  <a:close/>
                  <a:moveTo>
                    <a:pt x="4953000" y="1193800"/>
                  </a:moveTo>
                  <a:lnTo>
                    <a:pt x="4927600" y="1193800"/>
                  </a:lnTo>
                  <a:lnTo>
                    <a:pt x="4953000" y="1193800"/>
                  </a:lnTo>
                  <a:close/>
                  <a:moveTo>
                    <a:pt x="4902200" y="1193800"/>
                  </a:moveTo>
                  <a:lnTo>
                    <a:pt x="4876800" y="1193800"/>
                  </a:lnTo>
                  <a:lnTo>
                    <a:pt x="4902200" y="1193800"/>
                  </a:lnTo>
                  <a:close/>
                  <a:moveTo>
                    <a:pt x="4851400" y="1193800"/>
                  </a:moveTo>
                  <a:lnTo>
                    <a:pt x="4826000" y="1193800"/>
                  </a:lnTo>
                  <a:lnTo>
                    <a:pt x="4851400" y="1193800"/>
                  </a:lnTo>
                  <a:close/>
                  <a:moveTo>
                    <a:pt x="4800600" y="1193800"/>
                  </a:moveTo>
                  <a:lnTo>
                    <a:pt x="4775200" y="1193800"/>
                  </a:lnTo>
                  <a:lnTo>
                    <a:pt x="4800600" y="1193800"/>
                  </a:lnTo>
                  <a:close/>
                  <a:moveTo>
                    <a:pt x="4749800" y="1193800"/>
                  </a:moveTo>
                  <a:lnTo>
                    <a:pt x="4724400" y="1193800"/>
                  </a:lnTo>
                  <a:lnTo>
                    <a:pt x="4749800" y="1193800"/>
                  </a:lnTo>
                  <a:close/>
                  <a:moveTo>
                    <a:pt x="4699000" y="1193800"/>
                  </a:moveTo>
                  <a:lnTo>
                    <a:pt x="4673600" y="1193800"/>
                  </a:lnTo>
                  <a:lnTo>
                    <a:pt x="4699000" y="1193800"/>
                  </a:lnTo>
                  <a:close/>
                  <a:moveTo>
                    <a:pt x="4648200" y="1193800"/>
                  </a:moveTo>
                  <a:lnTo>
                    <a:pt x="4622800" y="1193800"/>
                  </a:lnTo>
                  <a:lnTo>
                    <a:pt x="4648200" y="1193800"/>
                  </a:lnTo>
                  <a:close/>
                  <a:moveTo>
                    <a:pt x="4597400" y="1193800"/>
                  </a:moveTo>
                  <a:lnTo>
                    <a:pt x="4572000" y="1193800"/>
                  </a:lnTo>
                  <a:lnTo>
                    <a:pt x="4597400" y="1193800"/>
                  </a:lnTo>
                  <a:close/>
                  <a:moveTo>
                    <a:pt x="4546600" y="1193800"/>
                  </a:moveTo>
                  <a:lnTo>
                    <a:pt x="4521200" y="1193800"/>
                  </a:lnTo>
                  <a:lnTo>
                    <a:pt x="4546600" y="1193800"/>
                  </a:lnTo>
                  <a:close/>
                  <a:moveTo>
                    <a:pt x="4495800" y="1193800"/>
                  </a:moveTo>
                  <a:lnTo>
                    <a:pt x="4470400" y="1193800"/>
                  </a:lnTo>
                  <a:lnTo>
                    <a:pt x="4495800" y="1193800"/>
                  </a:lnTo>
                  <a:close/>
                  <a:moveTo>
                    <a:pt x="4445000" y="1193800"/>
                  </a:moveTo>
                  <a:lnTo>
                    <a:pt x="4419600" y="1193800"/>
                  </a:lnTo>
                  <a:lnTo>
                    <a:pt x="4445000" y="1193800"/>
                  </a:lnTo>
                  <a:close/>
                  <a:moveTo>
                    <a:pt x="4394200" y="1193800"/>
                  </a:moveTo>
                  <a:lnTo>
                    <a:pt x="4368800" y="1193800"/>
                  </a:lnTo>
                  <a:lnTo>
                    <a:pt x="4394200" y="1193800"/>
                  </a:lnTo>
                  <a:close/>
                  <a:moveTo>
                    <a:pt x="4343400" y="1193800"/>
                  </a:moveTo>
                  <a:lnTo>
                    <a:pt x="4318000" y="1193800"/>
                  </a:lnTo>
                  <a:lnTo>
                    <a:pt x="4343400" y="1193800"/>
                  </a:lnTo>
                  <a:close/>
                  <a:moveTo>
                    <a:pt x="4292600" y="1193800"/>
                  </a:moveTo>
                  <a:lnTo>
                    <a:pt x="4267200" y="1193800"/>
                  </a:lnTo>
                  <a:lnTo>
                    <a:pt x="4292600" y="1193800"/>
                  </a:lnTo>
                  <a:close/>
                  <a:moveTo>
                    <a:pt x="4241800" y="1193800"/>
                  </a:moveTo>
                  <a:lnTo>
                    <a:pt x="4216400" y="1193800"/>
                  </a:lnTo>
                  <a:lnTo>
                    <a:pt x="4241800" y="1193800"/>
                  </a:lnTo>
                  <a:close/>
                  <a:moveTo>
                    <a:pt x="4191000" y="1193800"/>
                  </a:moveTo>
                  <a:lnTo>
                    <a:pt x="4165600" y="1193800"/>
                  </a:lnTo>
                  <a:lnTo>
                    <a:pt x="4191000" y="1193800"/>
                  </a:lnTo>
                  <a:close/>
                  <a:moveTo>
                    <a:pt x="4140200" y="1193800"/>
                  </a:moveTo>
                  <a:lnTo>
                    <a:pt x="4114800" y="1193800"/>
                  </a:lnTo>
                  <a:lnTo>
                    <a:pt x="4140200" y="1193800"/>
                  </a:lnTo>
                  <a:close/>
                  <a:moveTo>
                    <a:pt x="4089400" y="1193800"/>
                  </a:moveTo>
                  <a:lnTo>
                    <a:pt x="4064000" y="1193800"/>
                  </a:lnTo>
                  <a:lnTo>
                    <a:pt x="4089400" y="1193800"/>
                  </a:lnTo>
                  <a:close/>
                  <a:moveTo>
                    <a:pt x="4038600" y="1193800"/>
                  </a:moveTo>
                  <a:lnTo>
                    <a:pt x="4013200" y="1193800"/>
                  </a:lnTo>
                  <a:lnTo>
                    <a:pt x="4038600" y="1193800"/>
                  </a:lnTo>
                  <a:close/>
                  <a:moveTo>
                    <a:pt x="3987800" y="1193800"/>
                  </a:moveTo>
                  <a:lnTo>
                    <a:pt x="3962400" y="1193800"/>
                  </a:lnTo>
                  <a:lnTo>
                    <a:pt x="3987800" y="1193800"/>
                  </a:lnTo>
                  <a:close/>
                  <a:moveTo>
                    <a:pt x="3937000" y="1193800"/>
                  </a:moveTo>
                  <a:lnTo>
                    <a:pt x="3911600" y="1193800"/>
                  </a:lnTo>
                  <a:lnTo>
                    <a:pt x="3937000" y="1193800"/>
                  </a:lnTo>
                  <a:close/>
                  <a:moveTo>
                    <a:pt x="3886200" y="1193800"/>
                  </a:moveTo>
                  <a:lnTo>
                    <a:pt x="3860800" y="1193800"/>
                  </a:lnTo>
                  <a:lnTo>
                    <a:pt x="3886200" y="1193800"/>
                  </a:lnTo>
                  <a:close/>
                  <a:moveTo>
                    <a:pt x="3835400" y="1193800"/>
                  </a:moveTo>
                  <a:lnTo>
                    <a:pt x="3810000" y="1193800"/>
                  </a:lnTo>
                  <a:lnTo>
                    <a:pt x="3835400" y="1193800"/>
                  </a:lnTo>
                  <a:close/>
                  <a:moveTo>
                    <a:pt x="3784600" y="1193800"/>
                  </a:moveTo>
                  <a:lnTo>
                    <a:pt x="3759200" y="1193800"/>
                  </a:lnTo>
                  <a:lnTo>
                    <a:pt x="3784600" y="1193800"/>
                  </a:lnTo>
                  <a:close/>
                  <a:moveTo>
                    <a:pt x="3733800" y="1193800"/>
                  </a:moveTo>
                  <a:lnTo>
                    <a:pt x="3708400" y="1193800"/>
                  </a:lnTo>
                  <a:lnTo>
                    <a:pt x="3733800" y="1193800"/>
                  </a:lnTo>
                  <a:close/>
                  <a:moveTo>
                    <a:pt x="3683000" y="1193800"/>
                  </a:moveTo>
                  <a:lnTo>
                    <a:pt x="3657600" y="1193800"/>
                  </a:lnTo>
                  <a:lnTo>
                    <a:pt x="3683000" y="1193800"/>
                  </a:lnTo>
                  <a:close/>
                  <a:moveTo>
                    <a:pt x="3632200" y="1193800"/>
                  </a:moveTo>
                  <a:lnTo>
                    <a:pt x="3606800" y="1193800"/>
                  </a:lnTo>
                  <a:lnTo>
                    <a:pt x="3632200" y="1193800"/>
                  </a:lnTo>
                  <a:close/>
                  <a:moveTo>
                    <a:pt x="3581400" y="1193800"/>
                  </a:moveTo>
                  <a:lnTo>
                    <a:pt x="3556000" y="1193800"/>
                  </a:lnTo>
                  <a:lnTo>
                    <a:pt x="3581400" y="1193800"/>
                  </a:lnTo>
                  <a:close/>
                  <a:moveTo>
                    <a:pt x="3530600" y="1193800"/>
                  </a:moveTo>
                  <a:lnTo>
                    <a:pt x="3505200" y="1193800"/>
                  </a:lnTo>
                  <a:lnTo>
                    <a:pt x="3530600" y="1193800"/>
                  </a:lnTo>
                  <a:close/>
                  <a:moveTo>
                    <a:pt x="3479800" y="1193800"/>
                  </a:moveTo>
                  <a:lnTo>
                    <a:pt x="3454400" y="1193800"/>
                  </a:lnTo>
                  <a:lnTo>
                    <a:pt x="3479800" y="1193800"/>
                  </a:lnTo>
                  <a:close/>
                  <a:moveTo>
                    <a:pt x="3429000" y="1193800"/>
                  </a:moveTo>
                  <a:lnTo>
                    <a:pt x="3403600" y="1193800"/>
                  </a:lnTo>
                  <a:lnTo>
                    <a:pt x="3429000" y="1193800"/>
                  </a:lnTo>
                  <a:close/>
                  <a:moveTo>
                    <a:pt x="3378200" y="1193800"/>
                  </a:moveTo>
                  <a:lnTo>
                    <a:pt x="3352800" y="1193800"/>
                  </a:lnTo>
                  <a:lnTo>
                    <a:pt x="3378200" y="1193800"/>
                  </a:lnTo>
                  <a:close/>
                  <a:moveTo>
                    <a:pt x="3327400" y="1193800"/>
                  </a:moveTo>
                  <a:lnTo>
                    <a:pt x="3302000" y="1193800"/>
                  </a:lnTo>
                  <a:lnTo>
                    <a:pt x="3327400" y="1193800"/>
                  </a:lnTo>
                  <a:close/>
                  <a:moveTo>
                    <a:pt x="3276600" y="1193800"/>
                  </a:moveTo>
                  <a:lnTo>
                    <a:pt x="3251200" y="1193800"/>
                  </a:lnTo>
                  <a:lnTo>
                    <a:pt x="3276600" y="1193800"/>
                  </a:lnTo>
                  <a:close/>
                  <a:moveTo>
                    <a:pt x="3225800" y="1193800"/>
                  </a:moveTo>
                  <a:lnTo>
                    <a:pt x="3200400" y="1193800"/>
                  </a:lnTo>
                  <a:lnTo>
                    <a:pt x="3225800" y="1193800"/>
                  </a:lnTo>
                  <a:close/>
                  <a:moveTo>
                    <a:pt x="3175000" y="1193800"/>
                  </a:moveTo>
                  <a:lnTo>
                    <a:pt x="3149600" y="1193800"/>
                  </a:lnTo>
                  <a:lnTo>
                    <a:pt x="3175000" y="1193800"/>
                  </a:lnTo>
                  <a:close/>
                  <a:moveTo>
                    <a:pt x="3124200" y="1193800"/>
                  </a:moveTo>
                  <a:lnTo>
                    <a:pt x="3098800" y="1193800"/>
                  </a:lnTo>
                  <a:lnTo>
                    <a:pt x="3124200" y="1193800"/>
                  </a:lnTo>
                  <a:close/>
                  <a:moveTo>
                    <a:pt x="3073400" y="1193800"/>
                  </a:moveTo>
                  <a:lnTo>
                    <a:pt x="3048000" y="1193800"/>
                  </a:lnTo>
                  <a:lnTo>
                    <a:pt x="3073400" y="1193800"/>
                  </a:lnTo>
                  <a:close/>
                  <a:moveTo>
                    <a:pt x="3022600" y="1193800"/>
                  </a:moveTo>
                  <a:lnTo>
                    <a:pt x="2997200" y="1193800"/>
                  </a:lnTo>
                  <a:lnTo>
                    <a:pt x="3022600" y="1193800"/>
                  </a:lnTo>
                  <a:close/>
                  <a:moveTo>
                    <a:pt x="2971800" y="1193800"/>
                  </a:moveTo>
                  <a:lnTo>
                    <a:pt x="2946400" y="1193800"/>
                  </a:lnTo>
                  <a:lnTo>
                    <a:pt x="2971800" y="1193800"/>
                  </a:lnTo>
                  <a:close/>
                  <a:moveTo>
                    <a:pt x="2921000" y="1193800"/>
                  </a:moveTo>
                  <a:lnTo>
                    <a:pt x="2895600" y="1193800"/>
                  </a:lnTo>
                  <a:lnTo>
                    <a:pt x="2921000" y="1193800"/>
                  </a:lnTo>
                  <a:close/>
                  <a:moveTo>
                    <a:pt x="2870200" y="1193800"/>
                  </a:moveTo>
                  <a:lnTo>
                    <a:pt x="2844800" y="1193800"/>
                  </a:lnTo>
                  <a:lnTo>
                    <a:pt x="2870200" y="1193800"/>
                  </a:lnTo>
                  <a:close/>
                  <a:moveTo>
                    <a:pt x="2819400" y="1193800"/>
                  </a:moveTo>
                  <a:lnTo>
                    <a:pt x="2794000" y="1193800"/>
                  </a:lnTo>
                  <a:lnTo>
                    <a:pt x="2819400" y="1193800"/>
                  </a:lnTo>
                  <a:close/>
                  <a:moveTo>
                    <a:pt x="2768600" y="1193800"/>
                  </a:moveTo>
                  <a:lnTo>
                    <a:pt x="2743200" y="1193800"/>
                  </a:lnTo>
                  <a:lnTo>
                    <a:pt x="2768600" y="1193800"/>
                  </a:lnTo>
                  <a:close/>
                  <a:moveTo>
                    <a:pt x="2717800" y="1193800"/>
                  </a:moveTo>
                  <a:lnTo>
                    <a:pt x="2692400" y="1193800"/>
                  </a:lnTo>
                  <a:lnTo>
                    <a:pt x="2717800" y="1193800"/>
                  </a:lnTo>
                  <a:close/>
                  <a:moveTo>
                    <a:pt x="2667000" y="1193800"/>
                  </a:moveTo>
                  <a:lnTo>
                    <a:pt x="2641600" y="1193800"/>
                  </a:lnTo>
                  <a:lnTo>
                    <a:pt x="2667000" y="1193800"/>
                  </a:lnTo>
                  <a:close/>
                  <a:moveTo>
                    <a:pt x="2616200" y="1193800"/>
                  </a:moveTo>
                  <a:lnTo>
                    <a:pt x="2590800" y="1193800"/>
                  </a:lnTo>
                  <a:lnTo>
                    <a:pt x="2616200" y="1193800"/>
                  </a:lnTo>
                  <a:close/>
                  <a:moveTo>
                    <a:pt x="2565400" y="1193800"/>
                  </a:moveTo>
                  <a:lnTo>
                    <a:pt x="2540000" y="1193800"/>
                  </a:lnTo>
                  <a:lnTo>
                    <a:pt x="2565400" y="1193800"/>
                  </a:lnTo>
                  <a:close/>
                  <a:moveTo>
                    <a:pt x="2514600" y="1193800"/>
                  </a:moveTo>
                  <a:lnTo>
                    <a:pt x="2489200" y="1193800"/>
                  </a:lnTo>
                  <a:lnTo>
                    <a:pt x="2514600" y="1193800"/>
                  </a:lnTo>
                  <a:close/>
                  <a:moveTo>
                    <a:pt x="2463800" y="1193800"/>
                  </a:moveTo>
                  <a:lnTo>
                    <a:pt x="2438400" y="1193800"/>
                  </a:lnTo>
                  <a:lnTo>
                    <a:pt x="2463800" y="1193800"/>
                  </a:lnTo>
                  <a:close/>
                  <a:moveTo>
                    <a:pt x="2413000" y="1193800"/>
                  </a:moveTo>
                  <a:lnTo>
                    <a:pt x="2387600" y="1193800"/>
                  </a:lnTo>
                  <a:lnTo>
                    <a:pt x="2413000" y="1193800"/>
                  </a:lnTo>
                  <a:close/>
                  <a:moveTo>
                    <a:pt x="2362200" y="1193800"/>
                  </a:moveTo>
                  <a:lnTo>
                    <a:pt x="2336800" y="1193800"/>
                  </a:lnTo>
                  <a:lnTo>
                    <a:pt x="2362200" y="1193800"/>
                  </a:lnTo>
                  <a:close/>
                  <a:moveTo>
                    <a:pt x="2311400" y="1193800"/>
                  </a:moveTo>
                  <a:lnTo>
                    <a:pt x="2286000" y="1193800"/>
                  </a:lnTo>
                  <a:lnTo>
                    <a:pt x="2311400" y="1193800"/>
                  </a:lnTo>
                  <a:close/>
                  <a:moveTo>
                    <a:pt x="2260600" y="1193800"/>
                  </a:moveTo>
                  <a:lnTo>
                    <a:pt x="2235200" y="1193800"/>
                  </a:lnTo>
                  <a:lnTo>
                    <a:pt x="2260600" y="1193800"/>
                  </a:lnTo>
                  <a:close/>
                  <a:moveTo>
                    <a:pt x="2209800" y="1193800"/>
                  </a:moveTo>
                  <a:lnTo>
                    <a:pt x="2184400" y="1193800"/>
                  </a:lnTo>
                  <a:lnTo>
                    <a:pt x="2209800" y="1193800"/>
                  </a:lnTo>
                  <a:close/>
                  <a:moveTo>
                    <a:pt x="2159000" y="1193800"/>
                  </a:moveTo>
                  <a:lnTo>
                    <a:pt x="2133600" y="1193800"/>
                  </a:lnTo>
                  <a:lnTo>
                    <a:pt x="2159000" y="1193800"/>
                  </a:lnTo>
                  <a:close/>
                  <a:moveTo>
                    <a:pt x="2108200" y="1193800"/>
                  </a:moveTo>
                  <a:lnTo>
                    <a:pt x="2082800" y="1193800"/>
                  </a:lnTo>
                  <a:lnTo>
                    <a:pt x="2108200" y="1193800"/>
                  </a:lnTo>
                  <a:close/>
                  <a:moveTo>
                    <a:pt x="2057400" y="1193800"/>
                  </a:moveTo>
                  <a:lnTo>
                    <a:pt x="2032000" y="1193800"/>
                  </a:lnTo>
                  <a:lnTo>
                    <a:pt x="2057400" y="1193800"/>
                  </a:lnTo>
                  <a:close/>
                  <a:moveTo>
                    <a:pt x="2006600" y="1193800"/>
                  </a:moveTo>
                  <a:lnTo>
                    <a:pt x="1981200" y="1193800"/>
                  </a:lnTo>
                  <a:lnTo>
                    <a:pt x="2006600" y="1193800"/>
                  </a:lnTo>
                  <a:close/>
                  <a:moveTo>
                    <a:pt x="1955800" y="1193800"/>
                  </a:moveTo>
                  <a:lnTo>
                    <a:pt x="1930400" y="1193800"/>
                  </a:lnTo>
                  <a:lnTo>
                    <a:pt x="1955800" y="1193800"/>
                  </a:lnTo>
                  <a:close/>
                  <a:moveTo>
                    <a:pt x="1905000" y="1193800"/>
                  </a:moveTo>
                  <a:lnTo>
                    <a:pt x="1879600" y="1193800"/>
                  </a:lnTo>
                  <a:lnTo>
                    <a:pt x="1905000" y="1193800"/>
                  </a:lnTo>
                  <a:close/>
                  <a:moveTo>
                    <a:pt x="1854200" y="1193800"/>
                  </a:moveTo>
                  <a:lnTo>
                    <a:pt x="1828800" y="1193800"/>
                  </a:lnTo>
                  <a:lnTo>
                    <a:pt x="1854200" y="1193800"/>
                  </a:lnTo>
                  <a:close/>
                  <a:moveTo>
                    <a:pt x="1803400" y="1193800"/>
                  </a:moveTo>
                  <a:lnTo>
                    <a:pt x="1778000" y="1193800"/>
                  </a:lnTo>
                  <a:lnTo>
                    <a:pt x="1803400" y="1193800"/>
                  </a:lnTo>
                  <a:close/>
                  <a:moveTo>
                    <a:pt x="1752600" y="1193800"/>
                  </a:moveTo>
                  <a:lnTo>
                    <a:pt x="1727200" y="1193800"/>
                  </a:lnTo>
                  <a:lnTo>
                    <a:pt x="1752600" y="1193800"/>
                  </a:lnTo>
                  <a:close/>
                  <a:moveTo>
                    <a:pt x="1701800" y="1193800"/>
                  </a:moveTo>
                  <a:lnTo>
                    <a:pt x="1676400" y="1193800"/>
                  </a:lnTo>
                  <a:lnTo>
                    <a:pt x="1701800" y="1193800"/>
                  </a:lnTo>
                  <a:close/>
                  <a:moveTo>
                    <a:pt x="1651000" y="1193800"/>
                  </a:moveTo>
                  <a:lnTo>
                    <a:pt x="1625600" y="1193800"/>
                  </a:lnTo>
                  <a:lnTo>
                    <a:pt x="1651000" y="1193800"/>
                  </a:lnTo>
                  <a:close/>
                  <a:moveTo>
                    <a:pt x="1600200" y="1193800"/>
                  </a:moveTo>
                  <a:lnTo>
                    <a:pt x="1574800" y="1193800"/>
                  </a:lnTo>
                  <a:lnTo>
                    <a:pt x="1600200" y="1193800"/>
                  </a:lnTo>
                  <a:close/>
                  <a:moveTo>
                    <a:pt x="1549400" y="1193800"/>
                  </a:moveTo>
                  <a:lnTo>
                    <a:pt x="1524000" y="1193800"/>
                  </a:lnTo>
                  <a:lnTo>
                    <a:pt x="1549400" y="1193800"/>
                  </a:lnTo>
                  <a:close/>
                  <a:moveTo>
                    <a:pt x="1498600" y="1193800"/>
                  </a:moveTo>
                  <a:lnTo>
                    <a:pt x="1473200" y="1193800"/>
                  </a:lnTo>
                  <a:lnTo>
                    <a:pt x="1498600" y="1193800"/>
                  </a:lnTo>
                  <a:close/>
                  <a:moveTo>
                    <a:pt x="1447800" y="1193800"/>
                  </a:moveTo>
                  <a:lnTo>
                    <a:pt x="1422400" y="1193800"/>
                  </a:lnTo>
                  <a:lnTo>
                    <a:pt x="1447800" y="1193800"/>
                  </a:lnTo>
                  <a:close/>
                  <a:moveTo>
                    <a:pt x="1397000" y="1193800"/>
                  </a:moveTo>
                  <a:lnTo>
                    <a:pt x="1371600" y="1193800"/>
                  </a:lnTo>
                  <a:lnTo>
                    <a:pt x="1397000" y="1193800"/>
                  </a:lnTo>
                  <a:close/>
                  <a:moveTo>
                    <a:pt x="1346200" y="1193800"/>
                  </a:moveTo>
                  <a:lnTo>
                    <a:pt x="1320800" y="1193800"/>
                  </a:lnTo>
                  <a:lnTo>
                    <a:pt x="1346200" y="1193800"/>
                  </a:lnTo>
                  <a:close/>
                  <a:moveTo>
                    <a:pt x="1295400" y="1193800"/>
                  </a:moveTo>
                  <a:lnTo>
                    <a:pt x="1270000" y="1193800"/>
                  </a:lnTo>
                  <a:lnTo>
                    <a:pt x="1295400" y="1193800"/>
                  </a:lnTo>
                  <a:close/>
                  <a:moveTo>
                    <a:pt x="1244600" y="1193800"/>
                  </a:moveTo>
                  <a:lnTo>
                    <a:pt x="1219200" y="1193800"/>
                  </a:lnTo>
                  <a:lnTo>
                    <a:pt x="1244600" y="1193800"/>
                  </a:lnTo>
                  <a:close/>
                  <a:moveTo>
                    <a:pt x="1193800" y="1193800"/>
                  </a:moveTo>
                  <a:lnTo>
                    <a:pt x="1168400" y="1193800"/>
                  </a:lnTo>
                  <a:lnTo>
                    <a:pt x="1193800" y="1193800"/>
                  </a:lnTo>
                  <a:close/>
                  <a:moveTo>
                    <a:pt x="1143000" y="1193800"/>
                  </a:moveTo>
                  <a:lnTo>
                    <a:pt x="1117600" y="1193800"/>
                  </a:lnTo>
                  <a:lnTo>
                    <a:pt x="1143000" y="1193800"/>
                  </a:lnTo>
                  <a:close/>
                  <a:moveTo>
                    <a:pt x="1092200" y="1193800"/>
                  </a:moveTo>
                  <a:lnTo>
                    <a:pt x="1066800" y="1193800"/>
                  </a:lnTo>
                  <a:lnTo>
                    <a:pt x="1092200" y="1193800"/>
                  </a:lnTo>
                  <a:close/>
                  <a:moveTo>
                    <a:pt x="1041400" y="1193800"/>
                  </a:moveTo>
                  <a:lnTo>
                    <a:pt x="1016000" y="1193800"/>
                  </a:lnTo>
                  <a:lnTo>
                    <a:pt x="1041400" y="1193800"/>
                  </a:lnTo>
                  <a:close/>
                  <a:moveTo>
                    <a:pt x="990600" y="1193800"/>
                  </a:moveTo>
                  <a:lnTo>
                    <a:pt x="965200" y="1193800"/>
                  </a:lnTo>
                  <a:lnTo>
                    <a:pt x="990600" y="1193800"/>
                  </a:lnTo>
                  <a:close/>
                  <a:moveTo>
                    <a:pt x="939800" y="1193800"/>
                  </a:moveTo>
                  <a:lnTo>
                    <a:pt x="914400" y="1193800"/>
                  </a:lnTo>
                  <a:lnTo>
                    <a:pt x="939800" y="1193800"/>
                  </a:lnTo>
                  <a:close/>
                  <a:moveTo>
                    <a:pt x="889000" y="1193800"/>
                  </a:moveTo>
                  <a:lnTo>
                    <a:pt x="863600" y="1193800"/>
                  </a:lnTo>
                  <a:lnTo>
                    <a:pt x="889000" y="1193800"/>
                  </a:lnTo>
                  <a:close/>
                  <a:moveTo>
                    <a:pt x="838200" y="1193800"/>
                  </a:moveTo>
                  <a:lnTo>
                    <a:pt x="812800" y="1193800"/>
                  </a:lnTo>
                  <a:lnTo>
                    <a:pt x="838200" y="1193800"/>
                  </a:lnTo>
                  <a:close/>
                  <a:moveTo>
                    <a:pt x="787400" y="1193800"/>
                  </a:moveTo>
                  <a:lnTo>
                    <a:pt x="762000" y="1193800"/>
                  </a:lnTo>
                  <a:lnTo>
                    <a:pt x="787400" y="1193800"/>
                  </a:lnTo>
                  <a:close/>
                  <a:moveTo>
                    <a:pt x="736600" y="1193800"/>
                  </a:moveTo>
                  <a:lnTo>
                    <a:pt x="711200" y="1193800"/>
                  </a:lnTo>
                  <a:lnTo>
                    <a:pt x="736600" y="1193800"/>
                  </a:lnTo>
                  <a:close/>
                  <a:moveTo>
                    <a:pt x="685800" y="1193800"/>
                  </a:moveTo>
                  <a:lnTo>
                    <a:pt x="660400" y="1193800"/>
                  </a:lnTo>
                  <a:lnTo>
                    <a:pt x="685800" y="1193800"/>
                  </a:lnTo>
                  <a:close/>
                  <a:moveTo>
                    <a:pt x="635000" y="1193800"/>
                  </a:moveTo>
                  <a:lnTo>
                    <a:pt x="609600" y="1193800"/>
                  </a:lnTo>
                  <a:lnTo>
                    <a:pt x="635000" y="1193800"/>
                  </a:lnTo>
                  <a:close/>
                  <a:moveTo>
                    <a:pt x="584200" y="1193800"/>
                  </a:moveTo>
                  <a:lnTo>
                    <a:pt x="558800" y="1193800"/>
                  </a:lnTo>
                  <a:lnTo>
                    <a:pt x="584200" y="1193800"/>
                  </a:lnTo>
                  <a:close/>
                  <a:moveTo>
                    <a:pt x="533400" y="1193800"/>
                  </a:moveTo>
                  <a:lnTo>
                    <a:pt x="508000" y="1193800"/>
                  </a:lnTo>
                  <a:lnTo>
                    <a:pt x="533400" y="1193800"/>
                  </a:lnTo>
                  <a:close/>
                  <a:moveTo>
                    <a:pt x="482600" y="1193800"/>
                  </a:moveTo>
                  <a:lnTo>
                    <a:pt x="457200" y="1193800"/>
                  </a:lnTo>
                  <a:lnTo>
                    <a:pt x="482600" y="1193800"/>
                  </a:lnTo>
                  <a:close/>
                  <a:moveTo>
                    <a:pt x="431800" y="1193800"/>
                  </a:moveTo>
                  <a:lnTo>
                    <a:pt x="406400" y="1193800"/>
                  </a:lnTo>
                  <a:lnTo>
                    <a:pt x="431800" y="1193800"/>
                  </a:lnTo>
                  <a:close/>
                  <a:moveTo>
                    <a:pt x="381000" y="1193800"/>
                  </a:moveTo>
                  <a:lnTo>
                    <a:pt x="355600" y="1193800"/>
                  </a:lnTo>
                  <a:lnTo>
                    <a:pt x="381000" y="1193800"/>
                  </a:lnTo>
                  <a:close/>
                  <a:moveTo>
                    <a:pt x="330200" y="1193800"/>
                  </a:moveTo>
                  <a:lnTo>
                    <a:pt x="304800" y="1193800"/>
                  </a:lnTo>
                  <a:lnTo>
                    <a:pt x="330200" y="1193800"/>
                  </a:lnTo>
                  <a:close/>
                  <a:moveTo>
                    <a:pt x="279400" y="1193800"/>
                  </a:moveTo>
                  <a:lnTo>
                    <a:pt x="254000" y="1193800"/>
                  </a:lnTo>
                  <a:lnTo>
                    <a:pt x="279400" y="1193800"/>
                  </a:lnTo>
                  <a:close/>
                  <a:moveTo>
                    <a:pt x="228600" y="1193800"/>
                  </a:moveTo>
                  <a:lnTo>
                    <a:pt x="203200" y="1193800"/>
                  </a:lnTo>
                  <a:lnTo>
                    <a:pt x="228600" y="1193800"/>
                  </a:lnTo>
                  <a:close/>
                  <a:moveTo>
                    <a:pt x="177800" y="1193800"/>
                  </a:moveTo>
                  <a:lnTo>
                    <a:pt x="152400" y="1193800"/>
                  </a:lnTo>
                  <a:lnTo>
                    <a:pt x="177800" y="1193800"/>
                  </a:lnTo>
                  <a:close/>
                  <a:moveTo>
                    <a:pt x="127000" y="1193800"/>
                  </a:moveTo>
                  <a:lnTo>
                    <a:pt x="101600" y="1193800"/>
                  </a:lnTo>
                  <a:lnTo>
                    <a:pt x="127000" y="1193800"/>
                  </a:lnTo>
                  <a:close/>
                  <a:moveTo>
                    <a:pt x="76200" y="1193800"/>
                  </a:moveTo>
                  <a:lnTo>
                    <a:pt x="50800" y="1193800"/>
                  </a:lnTo>
                  <a:lnTo>
                    <a:pt x="76200" y="1193800"/>
                  </a:lnTo>
                  <a:close/>
                  <a:moveTo>
                    <a:pt x="25400" y="1193800"/>
                  </a:moveTo>
                  <a:lnTo>
                    <a:pt x="0" y="1193800"/>
                  </a:lnTo>
                  <a:lnTo>
                    <a:pt x="25400" y="1193800"/>
                  </a:lnTo>
                  <a:close/>
                  <a:moveTo>
                    <a:pt x="82550" y="1195451"/>
                  </a:moveTo>
                  <a:lnTo>
                    <a:pt x="82550" y="1170051"/>
                  </a:lnTo>
                  <a:lnTo>
                    <a:pt x="87122" y="1170051"/>
                  </a:lnTo>
                  <a:lnTo>
                    <a:pt x="87122" y="1195451"/>
                  </a:lnTo>
                  <a:close/>
                  <a:moveTo>
                    <a:pt x="87122" y="1144651"/>
                  </a:moveTo>
                  <a:lnTo>
                    <a:pt x="87122" y="1119251"/>
                  </a:lnTo>
                  <a:lnTo>
                    <a:pt x="87122" y="1144651"/>
                  </a:lnTo>
                  <a:close/>
                  <a:moveTo>
                    <a:pt x="87122" y="1093851"/>
                  </a:moveTo>
                  <a:lnTo>
                    <a:pt x="87122" y="1068451"/>
                  </a:lnTo>
                  <a:lnTo>
                    <a:pt x="87122" y="1093851"/>
                  </a:lnTo>
                  <a:close/>
                  <a:moveTo>
                    <a:pt x="87122" y="1043051"/>
                  </a:moveTo>
                  <a:lnTo>
                    <a:pt x="87122" y="1017651"/>
                  </a:lnTo>
                  <a:lnTo>
                    <a:pt x="87122" y="1043051"/>
                  </a:lnTo>
                  <a:close/>
                  <a:moveTo>
                    <a:pt x="87122" y="992251"/>
                  </a:moveTo>
                  <a:lnTo>
                    <a:pt x="87122" y="966851"/>
                  </a:lnTo>
                  <a:lnTo>
                    <a:pt x="87122" y="992251"/>
                  </a:lnTo>
                  <a:close/>
                  <a:moveTo>
                    <a:pt x="87122" y="941451"/>
                  </a:moveTo>
                  <a:lnTo>
                    <a:pt x="87122" y="916051"/>
                  </a:lnTo>
                  <a:lnTo>
                    <a:pt x="87122" y="941451"/>
                  </a:lnTo>
                  <a:close/>
                  <a:moveTo>
                    <a:pt x="87122" y="890651"/>
                  </a:moveTo>
                  <a:lnTo>
                    <a:pt x="87122" y="865251"/>
                  </a:lnTo>
                  <a:lnTo>
                    <a:pt x="87122" y="890651"/>
                  </a:lnTo>
                  <a:close/>
                  <a:moveTo>
                    <a:pt x="87122" y="839851"/>
                  </a:moveTo>
                  <a:lnTo>
                    <a:pt x="87122" y="814451"/>
                  </a:lnTo>
                  <a:lnTo>
                    <a:pt x="87122" y="839851"/>
                  </a:lnTo>
                  <a:close/>
                  <a:moveTo>
                    <a:pt x="87122" y="789051"/>
                  </a:moveTo>
                  <a:lnTo>
                    <a:pt x="87122" y="763651"/>
                  </a:lnTo>
                  <a:lnTo>
                    <a:pt x="87122" y="789051"/>
                  </a:lnTo>
                  <a:close/>
                  <a:moveTo>
                    <a:pt x="87122" y="738251"/>
                  </a:moveTo>
                  <a:lnTo>
                    <a:pt x="87122" y="712851"/>
                  </a:lnTo>
                  <a:lnTo>
                    <a:pt x="87122" y="738251"/>
                  </a:lnTo>
                  <a:close/>
                  <a:moveTo>
                    <a:pt x="87122" y="687451"/>
                  </a:moveTo>
                  <a:lnTo>
                    <a:pt x="87122" y="662051"/>
                  </a:lnTo>
                  <a:lnTo>
                    <a:pt x="87122" y="687451"/>
                  </a:lnTo>
                  <a:close/>
                  <a:moveTo>
                    <a:pt x="87122" y="636651"/>
                  </a:moveTo>
                  <a:lnTo>
                    <a:pt x="87122" y="611251"/>
                  </a:lnTo>
                  <a:lnTo>
                    <a:pt x="87122" y="636651"/>
                  </a:lnTo>
                  <a:close/>
                  <a:moveTo>
                    <a:pt x="87122" y="585851"/>
                  </a:moveTo>
                  <a:lnTo>
                    <a:pt x="87122" y="560451"/>
                  </a:lnTo>
                  <a:lnTo>
                    <a:pt x="87122" y="585851"/>
                  </a:lnTo>
                  <a:close/>
                  <a:moveTo>
                    <a:pt x="87122" y="535051"/>
                  </a:moveTo>
                  <a:lnTo>
                    <a:pt x="87122" y="509651"/>
                  </a:lnTo>
                  <a:lnTo>
                    <a:pt x="87122" y="535051"/>
                  </a:lnTo>
                  <a:close/>
                  <a:moveTo>
                    <a:pt x="87122" y="484251"/>
                  </a:moveTo>
                  <a:lnTo>
                    <a:pt x="87122" y="458851"/>
                  </a:lnTo>
                  <a:lnTo>
                    <a:pt x="87122" y="484251"/>
                  </a:lnTo>
                  <a:close/>
                  <a:moveTo>
                    <a:pt x="87122" y="433451"/>
                  </a:moveTo>
                  <a:lnTo>
                    <a:pt x="87122" y="408051"/>
                  </a:lnTo>
                  <a:lnTo>
                    <a:pt x="87122" y="433451"/>
                  </a:lnTo>
                  <a:close/>
                  <a:moveTo>
                    <a:pt x="87122" y="382651"/>
                  </a:moveTo>
                  <a:lnTo>
                    <a:pt x="87122" y="357251"/>
                  </a:lnTo>
                  <a:lnTo>
                    <a:pt x="87122" y="382651"/>
                  </a:lnTo>
                  <a:close/>
                  <a:moveTo>
                    <a:pt x="87122" y="331851"/>
                  </a:moveTo>
                  <a:lnTo>
                    <a:pt x="87122" y="306451"/>
                  </a:lnTo>
                  <a:lnTo>
                    <a:pt x="87122" y="331851"/>
                  </a:lnTo>
                  <a:close/>
                  <a:moveTo>
                    <a:pt x="87122" y="281051"/>
                  </a:moveTo>
                  <a:lnTo>
                    <a:pt x="87122" y="255651"/>
                  </a:lnTo>
                  <a:lnTo>
                    <a:pt x="87122" y="281051"/>
                  </a:lnTo>
                  <a:close/>
                  <a:moveTo>
                    <a:pt x="87122" y="230251"/>
                  </a:moveTo>
                  <a:lnTo>
                    <a:pt x="87122" y="204851"/>
                  </a:lnTo>
                  <a:lnTo>
                    <a:pt x="87122" y="230251"/>
                  </a:lnTo>
                  <a:close/>
                  <a:moveTo>
                    <a:pt x="87122" y="179451"/>
                  </a:moveTo>
                  <a:lnTo>
                    <a:pt x="87122" y="154051"/>
                  </a:lnTo>
                  <a:lnTo>
                    <a:pt x="87122" y="179451"/>
                  </a:lnTo>
                  <a:close/>
                  <a:moveTo>
                    <a:pt x="87122" y="128651"/>
                  </a:moveTo>
                  <a:lnTo>
                    <a:pt x="87122" y="103251"/>
                  </a:lnTo>
                  <a:lnTo>
                    <a:pt x="87122" y="128651"/>
                  </a:lnTo>
                  <a:close/>
                  <a:moveTo>
                    <a:pt x="87122" y="77851"/>
                  </a:moveTo>
                  <a:lnTo>
                    <a:pt x="87122" y="52451"/>
                  </a:lnTo>
                  <a:lnTo>
                    <a:pt x="87122" y="77851"/>
                  </a:lnTo>
                  <a:close/>
                  <a:moveTo>
                    <a:pt x="87122" y="27051"/>
                  </a:moveTo>
                  <a:lnTo>
                    <a:pt x="87122" y="2286"/>
                  </a:lnTo>
                  <a:cubicBezTo>
                    <a:pt x="82550" y="1016"/>
                    <a:pt x="83566" y="0"/>
                    <a:pt x="84836" y="0"/>
                  </a:cubicBezTo>
                  <a:lnTo>
                    <a:pt x="110236" y="0"/>
                  </a:lnTo>
                  <a:lnTo>
                    <a:pt x="110236" y="4572"/>
                  </a:lnTo>
                  <a:lnTo>
                    <a:pt x="84836" y="4572"/>
                  </a:lnTo>
                  <a:lnTo>
                    <a:pt x="84836" y="2286"/>
                  </a:lnTo>
                  <a:lnTo>
                    <a:pt x="87122" y="2286"/>
                  </a:lnTo>
                  <a:lnTo>
                    <a:pt x="87122" y="270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0253129" cy="1236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 dirty="0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Identification of Problem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3314700" y="9721683"/>
            <a:ext cx="11482536" cy="521933"/>
          </a:xfrm>
          <a:custGeom>
            <a:avLst/>
            <a:gdLst/>
            <a:ahLst/>
            <a:cxnLst/>
            <a:rect l="l" t="t" r="r" b="b"/>
            <a:pathLst>
              <a:path w="11482536" h="521933">
                <a:moveTo>
                  <a:pt x="0" y="0"/>
                </a:moveTo>
                <a:lnTo>
                  <a:pt x="11482536" y="0"/>
                </a:lnTo>
                <a:lnTo>
                  <a:pt x="11482536" y="521934"/>
                </a:lnTo>
                <a:lnTo>
                  <a:pt x="0" y="521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555655" y="1866900"/>
            <a:ext cx="15163800" cy="60939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None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year, </a:t>
            </a:r>
            <a:r>
              <a:rPr lang="en-US" sz="33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lakhs of JEE, NEET, KCET and COMEDK candidates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receive a rank or percentile but have no reliable way to know which colleges and courses they can realistically get into.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Fragmented, messy source data: 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counselling and cutoff data is published as inconsistent CSVs, wide-header Excel sheets, and scanned tables across multiple rounds, categories, and quotas.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Scale beyond single machines: 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years of allotment records across four exam domains are too large for spreadsheets or single-threaded scripts to clean and query efficiently.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High-dimensional eligibility space: 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closing ranks vary independently across {Institute, Course, Category, Quota, Round}, which traditional relational lookups handle poorly at scale.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No sense of probability: 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naive nearest-rank lookups only give a rigid pass/fail answer; they cannot express how likely a student is to get a seat.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No unified, real-time tool: 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predictors are largely single-exam, non-scalable, and cannot serve lakhs of concurrent users during peak counselling season.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A2404-EBF1-1BF4-84B7-BF6E1E348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0F4DBF5-36FF-FFEE-8FA7-ECEBF5A696C8}"/>
              </a:ext>
            </a:extLst>
          </p:cNvPr>
          <p:cNvSpPr/>
          <p:nvPr/>
        </p:nvSpPr>
        <p:spPr>
          <a:xfrm>
            <a:off x="14180650" y="262793"/>
            <a:ext cx="3988597" cy="731047"/>
          </a:xfrm>
          <a:custGeom>
            <a:avLst/>
            <a:gdLst/>
            <a:ahLst/>
            <a:cxnLst/>
            <a:rect l="l" t="t" r="r" b="b"/>
            <a:pathLst>
              <a:path w="3988597" h="731047">
                <a:moveTo>
                  <a:pt x="0" y="0"/>
                </a:moveTo>
                <a:lnTo>
                  <a:pt x="3988597" y="0"/>
                </a:lnTo>
                <a:lnTo>
                  <a:pt x="3988597" y="731047"/>
                </a:lnTo>
                <a:lnTo>
                  <a:pt x="0" y="7310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4611" t="-39063" r="-111" b="1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FA238AC-AA19-76E4-526D-715E1C529D22}"/>
              </a:ext>
            </a:extLst>
          </p:cNvPr>
          <p:cNvSpPr/>
          <p:nvPr/>
        </p:nvSpPr>
        <p:spPr>
          <a:xfrm>
            <a:off x="252276" y="101521"/>
            <a:ext cx="3326130" cy="1045845"/>
          </a:xfrm>
          <a:custGeom>
            <a:avLst/>
            <a:gdLst/>
            <a:ahLst/>
            <a:cxnLst/>
            <a:rect l="l" t="t" r="r" b="b"/>
            <a:pathLst>
              <a:path w="3326130" h="1045845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128" t="-33846" r="-141392" b="-42672"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F72E9E0-FE0A-348F-4E8E-E1D11816F1A0}"/>
              </a:ext>
            </a:extLst>
          </p:cNvPr>
          <p:cNvGrpSpPr/>
          <p:nvPr/>
        </p:nvGrpSpPr>
        <p:grpSpPr>
          <a:xfrm>
            <a:off x="3730632" y="96608"/>
            <a:ext cx="10813847" cy="1263868"/>
            <a:chOff x="0" y="0"/>
            <a:chExt cx="10253129" cy="11983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9B60617-73F7-A28D-91C5-FD911D08B78F}"/>
                </a:ext>
              </a:extLst>
            </p:cNvPr>
            <p:cNvSpPr/>
            <p:nvPr/>
          </p:nvSpPr>
          <p:spPr>
            <a:xfrm>
              <a:off x="-82550" y="0"/>
              <a:ext cx="10335768" cy="1202944"/>
            </a:xfrm>
            <a:custGeom>
              <a:avLst/>
              <a:gdLst/>
              <a:ahLst/>
              <a:cxnLst/>
              <a:rect l="l" t="t" r="r" b="b"/>
              <a:pathLst>
                <a:path w="10335768" h="1202944">
                  <a:moveTo>
                    <a:pt x="135636" y="0"/>
                  </a:moveTo>
                  <a:lnTo>
                    <a:pt x="161036" y="0"/>
                  </a:lnTo>
                  <a:lnTo>
                    <a:pt x="161036" y="4572"/>
                  </a:lnTo>
                  <a:lnTo>
                    <a:pt x="135636" y="4572"/>
                  </a:lnTo>
                  <a:close/>
                  <a:moveTo>
                    <a:pt x="186436" y="4572"/>
                  </a:moveTo>
                  <a:lnTo>
                    <a:pt x="211836" y="4572"/>
                  </a:lnTo>
                  <a:lnTo>
                    <a:pt x="186436" y="4572"/>
                  </a:lnTo>
                  <a:close/>
                  <a:moveTo>
                    <a:pt x="237236" y="4572"/>
                  </a:moveTo>
                  <a:lnTo>
                    <a:pt x="262636" y="4572"/>
                  </a:lnTo>
                  <a:lnTo>
                    <a:pt x="237236" y="4572"/>
                  </a:lnTo>
                  <a:close/>
                  <a:moveTo>
                    <a:pt x="288036" y="4572"/>
                  </a:moveTo>
                  <a:lnTo>
                    <a:pt x="313436" y="4572"/>
                  </a:lnTo>
                  <a:lnTo>
                    <a:pt x="288036" y="4572"/>
                  </a:lnTo>
                  <a:close/>
                  <a:moveTo>
                    <a:pt x="338836" y="4572"/>
                  </a:moveTo>
                  <a:lnTo>
                    <a:pt x="364236" y="4572"/>
                  </a:lnTo>
                  <a:lnTo>
                    <a:pt x="338836" y="4572"/>
                  </a:lnTo>
                  <a:close/>
                  <a:moveTo>
                    <a:pt x="389636" y="4572"/>
                  </a:moveTo>
                  <a:lnTo>
                    <a:pt x="415036" y="4572"/>
                  </a:lnTo>
                  <a:lnTo>
                    <a:pt x="389636" y="4572"/>
                  </a:lnTo>
                  <a:close/>
                  <a:moveTo>
                    <a:pt x="440436" y="4572"/>
                  </a:moveTo>
                  <a:lnTo>
                    <a:pt x="465836" y="4572"/>
                  </a:lnTo>
                  <a:lnTo>
                    <a:pt x="440436" y="4572"/>
                  </a:lnTo>
                  <a:close/>
                  <a:moveTo>
                    <a:pt x="491236" y="4572"/>
                  </a:moveTo>
                  <a:lnTo>
                    <a:pt x="516636" y="4572"/>
                  </a:lnTo>
                  <a:lnTo>
                    <a:pt x="491236" y="4572"/>
                  </a:lnTo>
                  <a:close/>
                  <a:moveTo>
                    <a:pt x="542036" y="4572"/>
                  </a:moveTo>
                  <a:lnTo>
                    <a:pt x="567436" y="4572"/>
                  </a:lnTo>
                  <a:lnTo>
                    <a:pt x="542036" y="4572"/>
                  </a:lnTo>
                  <a:close/>
                  <a:moveTo>
                    <a:pt x="592836" y="4572"/>
                  </a:moveTo>
                  <a:lnTo>
                    <a:pt x="618236" y="4572"/>
                  </a:lnTo>
                  <a:lnTo>
                    <a:pt x="592836" y="4572"/>
                  </a:lnTo>
                  <a:close/>
                  <a:moveTo>
                    <a:pt x="643636" y="4572"/>
                  </a:moveTo>
                  <a:lnTo>
                    <a:pt x="669036" y="4572"/>
                  </a:lnTo>
                  <a:lnTo>
                    <a:pt x="643636" y="4572"/>
                  </a:lnTo>
                  <a:close/>
                  <a:moveTo>
                    <a:pt x="694436" y="4572"/>
                  </a:moveTo>
                  <a:lnTo>
                    <a:pt x="719836" y="4572"/>
                  </a:lnTo>
                  <a:lnTo>
                    <a:pt x="694436" y="4572"/>
                  </a:lnTo>
                  <a:close/>
                  <a:moveTo>
                    <a:pt x="745236" y="4572"/>
                  </a:moveTo>
                  <a:lnTo>
                    <a:pt x="770636" y="4572"/>
                  </a:lnTo>
                  <a:lnTo>
                    <a:pt x="745236" y="4572"/>
                  </a:lnTo>
                  <a:close/>
                  <a:moveTo>
                    <a:pt x="796036" y="4572"/>
                  </a:moveTo>
                  <a:lnTo>
                    <a:pt x="821436" y="4572"/>
                  </a:lnTo>
                  <a:lnTo>
                    <a:pt x="796036" y="4572"/>
                  </a:lnTo>
                  <a:close/>
                  <a:moveTo>
                    <a:pt x="846836" y="4572"/>
                  </a:moveTo>
                  <a:lnTo>
                    <a:pt x="872236" y="4572"/>
                  </a:lnTo>
                  <a:lnTo>
                    <a:pt x="846836" y="4572"/>
                  </a:lnTo>
                  <a:close/>
                  <a:moveTo>
                    <a:pt x="897636" y="4572"/>
                  </a:moveTo>
                  <a:lnTo>
                    <a:pt x="923036" y="4572"/>
                  </a:lnTo>
                  <a:lnTo>
                    <a:pt x="897636" y="4572"/>
                  </a:lnTo>
                  <a:close/>
                  <a:moveTo>
                    <a:pt x="948436" y="4572"/>
                  </a:moveTo>
                  <a:lnTo>
                    <a:pt x="973836" y="4572"/>
                  </a:lnTo>
                  <a:lnTo>
                    <a:pt x="948436" y="4572"/>
                  </a:lnTo>
                  <a:close/>
                  <a:moveTo>
                    <a:pt x="999236" y="4572"/>
                  </a:moveTo>
                  <a:lnTo>
                    <a:pt x="1024636" y="4572"/>
                  </a:lnTo>
                  <a:lnTo>
                    <a:pt x="999236" y="4572"/>
                  </a:lnTo>
                  <a:close/>
                  <a:moveTo>
                    <a:pt x="1050036" y="4572"/>
                  </a:moveTo>
                  <a:lnTo>
                    <a:pt x="1075436" y="4572"/>
                  </a:lnTo>
                  <a:lnTo>
                    <a:pt x="1050036" y="4572"/>
                  </a:lnTo>
                  <a:close/>
                  <a:moveTo>
                    <a:pt x="1100836" y="4572"/>
                  </a:moveTo>
                  <a:lnTo>
                    <a:pt x="1126236" y="4572"/>
                  </a:lnTo>
                  <a:lnTo>
                    <a:pt x="1100836" y="4572"/>
                  </a:lnTo>
                  <a:close/>
                  <a:moveTo>
                    <a:pt x="1151636" y="4572"/>
                  </a:moveTo>
                  <a:lnTo>
                    <a:pt x="1177036" y="4572"/>
                  </a:lnTo>
                  <a:lnTo>
                    <a:pt x="1151636" y="4572"/>
                  </a:lnTo>
                  <a:close/>
                  <a:moveTo>
                    <a:pt x="1202436" y="4572"/>
                  </a:moveTo>
                  <a:lnTo>
                    <a:pt x="1227836" y="4572"/>
                  </a:lnTo>
                  <a:lnTo>
                    <a:pt x="1202436" y="4572"/>
                  </a:lnTo>
                  <a:close/>
                  <a:moveTo>
                    <a:pt x="1253236" y="4572"/>
                  </a:moveTo>
                  <a:lnTo>
                    <a:pt x="1278636" y="4572"/>
                  </a:lnTo>
                  <a:lnTo>
                    <a:pt x="1253236" y="4572"/>
                  </a:lnTo>
                  <a:close/>
                  <a:moveTo>
                    <a:pt x="1304036" y="4572"/>
                  </a:moveTo>
                  <a:lnTo>
                    <a:pt x="1329436" y="4572"/>
                  </a:lnTo>
                  <a:lnTo>
                    <a:pt x="1304036" y="4572"/>
                  </a:lnTo>
                  <a:close/>
                  <a:moveTo>
                    <a:pt x="1354836" y="4572"/>
                  </a:moveTo>
                  <a:lnTo>
                    <a:pt x="1380236" y="4572"/>
                  </a:lnTo>
                  <a:lnTo>
                    <a:pt x="1354836" y="4572"/>
                  </a:lnTo>
                  <a:close/>
                  <a:moveTo>
                    <a:pt x="1405636" y="4572"/>
                  </a:moveTo>
                  <a:lnTo>
                    <a:pt x="1431036" y="4572"/>
                  </a:lnTo>
                  <a:lnTo>
                    <a:pt x="1405636" y="4572"/>
                  </a:lnTo>
                  <a:close/>
                  <a:moveTo>
                    <a:pt x="1456436" y="4572"/>
                  </a:moveTo>
                  <a:lnTo>
                    <a:pt x="1481836" y="4572"/>
                  </a:lnTo>
                  <a:lnTo>
                    <a:pt x="1456436" y="4572"/>
                  </a:lnTo>
                  <a:close/>
                  <a:moveTo>
                    <a:pt x="1507236" y="4572"/>
                  </a:moveTo>
                  <a:lnTo>
                    <a:pt x="1532636" y="4572"/>
                  </a:lnTo>
                  <a:lnTo>
                    <a:pt x="1507236" y="4572"/>
                  </a:lnTo>
                  <a:close/>
                  <a:moveTo>
                    <a:pt x="1558036" y="4572"/>
                  </a:moveTo>
                  <a:lnTo>
                    <a:pt x="1583436" y="4572"/>
                  </a:lnTo>
                  <a:lnTo>
                    <a:pt x="1558036" y="4572"/>
                  </a:lnTo>
                  <a:close/>
                  <a:moveTo>
                    <a:pt x="1608836" y="4572"/>
                  </a:moveTo>
                  <a:lnTo>
                    <a:pt x="1634236" y="4572"/>
                  </a:lnTo>
                  <a:lnTo>
                    <a:pt x="1608836" y="4572"/>
                  </a:lnTo>
                  <a:close/>
                  <a:moveTo>
                    <a:pt x="1659636" y="4572"/>
                  </a:moveTo>
                  <a:lnTo>
                    <a:pt x="1685036" y="4572"/>
                  </a:lnTo>
                  <a:lnTo>
                    <a:pt x="1659636" y="4572"/>
                  </a:lnTo>
                  <a:close/>
                  <a:moveTo>
                    <a:pt x="1710436" y="4572"/>
                  </a:moveTo>
                  <a:lnTo>
                    <a:pt x="1735836" y="4572"/>
                  </a:lnTo>
                  <a:lnTo>
                    <a:pt x="1710436" y="4572"/>
                  </a:lnTo>
                  <a:close/>
                  <a:moveTo>
                    <a:pt x="1761236" y="4572"/>
                  </a:moveTo>
                  <a:lnTo>
                    <a:pt x="1786636" y="4572"/>
                  </a:lnTo>
                  <a:lnTo>
                    <a:pt x="1761236" y="4572"/>
                  </a:lnTo>
                  <a:close/>
                  <a:moveTo>
                    <a:pt x="1812036" y="4572"/>
                  </a:moveTo>
                  <a:lnTo>
                    <a:pt x="1837436" y="4572"/>
                  </a:lnTo>
                  <a:lnTo>
                    <a:pt x="1812036" y="4572"/>
                  </a:lnTo>
                  <a:close/>
                  <a:moveTo>
                    <a:pt x="1862836" y="4572"/>
                  </a:moveTo>
                  <a:lnTo>
                    <a:pt x="1888236" y="4572"/>
                  </a:lnTo>
                  <a:lnTo>
                    <a:pt x="1862836" y="4572"/>
                  </a:lnTo>
                  <a:close/>
                  <a:moveTo>
                    <a:pt x="1913636" y="4572"/>
                  </a:moveTo>
                  <a:lnTo>
                    <a:pt x="1939036" y="4572"/>
                  </a:lnTo>
                  <a:lnTo>
                    <a:pt x="1913636" y="4572"/>
                  </a:lnTo>
                  <a:close/>
                  <a:moveTo>
                    <a:pt x="1964436" y="4572"/>
                  </a:moveTo>
                  <a:lnTo>
                    <a:pt x="1989836" y="4572"/>
                  </a:lnTo>
                  <a:lnTo>
                    <a:pt x="1964436" y="4572"/>
                  </a:lnTo>
                  <a:close/>
                  <a:moveTo>
                    <a:pt x="2015236" y="4572"/>
                  </a:moveTo>
                  <a:lnTo>
                    <a:pt x="2040636" y="4572"/>
                  </a:lnTo>
                  <a:lnTo>
                    <a:pt x="2015236" y="4572"/>
                  </a:lnTo>
                  <a:close/>
                  <a:moveTo>
                    <a:pt x="2066036" y="4572"/>
                  </a:moveTo>
                  <a:lnTo>
                    <a:pt x="2091436" y="4572"/>
                  </a:lnTo>
                  <a:lnTo>
                    <a:pt x="2066036" y="4572"/>
                  </a:lnTo>
                  <a:close/>
                  <a:moveTo>
                    <a:pt x="2116836" y="4572"/>
                  </a:moveTo>
                  <a:lnTo>
                    <a:pt x="2142236" y="4572"/>
                  </a:lnTo>
                  <a:lnTo>
                    <a:pt x="2116836" y="4572"/>
                  </a:lnTo>
                  <a:close/>
                  <a:moveTo>
                    <a:pt x="2167636" y="4572"/>
                  </a:moveTo>
                  <a:lnTo>
                    <a:pt x="2193036" y="4572"/>
                  </a:lnTo>
                  <a:lnTo>
                    <a:pt x="2167636" y="4572"/>
                  </a:lnTo>
                  <a:close/>
                  <a:moveTo>
                    <a:pt x="2218436" y="4572"/>
                  </a:moveTo>
                  <a:lnTo>
                    <a:pt x="2243836" y="4572"/>
                  </a:lnTo>
                  <a:lnTo>
                    <a:pt x="2218436" y="4572"/>
                  </a:lnTo>
                  <a:close/>
                  <a:moveTo>
                    <a:pt x="2269236" y="4572"/>
                  </a:moveTo>
                  <a:lnTo>
                    <a:pt x="2294636" y="4572"/>
                  </a:lnTo>
                  <a:lnTo>
                    <a:pt x="2269236" y="4572"/>
                  </a:lnTo>
                  <a:close/>
                  <a:moveTo>
                    <a:pt x="2320036" y="4572"/>
                  </a:moveTo>
                  <a:lnTo>
                    <a:pt x="2345436" y="4572"/>
                  </a:lnTo>
                  <a:lnTo>
                    <a:pt x="2320036" y="4572"/>
                  </a:lnTo>
                  <a:close/>
                  <a:moveTo>
                    <a:pt x="2370836" y="4572"/>
                  </a:moveTo>
                  <a:lnTo>
                    <a:pt x="2396236" y="4572"/>
                  </a:lnTo>
                  <a:lnTo>
                    <a:pt x="2370836" y="4572"/>
                  </a:lnTo>
                  <a:close/>
                  <a:moveTo>
                    <a:pt x="2421636" y="4572"/>
                  </a:moveTo>
                  <a:lnTo>
                    <a:pt x="2447036" y="4572"/>
                  </a:lnTo>
                  <a:lnTo>
                    <a:pt x="2421636" y="4572"/>
                  </a:lnTo>
                  <a:close/>
                  <a:moveTo>
                    <a:pt x="2472436" y="4572"/>
                  </a:moveTo>
                  <a:lnTo>
                    <a:pt x="2497836" y="4572"/>
                  </a:lnTo>
                  <a:lnTo>
                    <a:pt x="2472436" y="4572"/>
                  </a:lnTo>
                  <a:close/>
                  <a:moveTo>
                    <a:pt x="2523236" y="4572"/>
                  </a:moveTo>
                  <a:lnTo>
                    <a:pt x="2548636" y="4572"/>
                  </a:lnTo>
                  <a:lnTo>
                    <a:pt x="2523236" y="4572"/>
                  </a:lnTo>
                  <a:close/>
                  <a:moveTo>
                    <a:pt x="2574036" y="4572"/>
                  </a:moveTo>
                  <a:lnTo>
                    <a:pt x="2599436" y="4572"/>
                  </a:lnTo>
                  <a:lnTo>
                    <a:pt x="2574036" y="4572"/>
                  </a:lnTo>
                  <a:close/>
                  <a:moveTo>
                    <a:pt x="2624836" y="4572"/>
                  </a:moveTo>
                  <a:lnTo>
                    <a:pt x="2650236" y="4572"/>
                  </a:lnTo>
                  <a:lnTo>
                    <a:pt x="2624836" y="4572"/>
                  </a:lnTo>
                  <a:close/>
                  <a:moveTo>
                    <a:pt x="2675636" y="4572"/>
                  </a:moveTo>
                  <a:lnTo>
                    <a:pt x="2701036" y="4572"/>
                  </a:lnTo>
                  <a:lnTo>
                    <a:pt x="2675636" y="4572"/>
                  </a:lnTo>
                  <a:close/>
                  <a:moveTo>
                    <a:pt x="2726436" y="4572"/>
                  </a:moveTo>
                  <a:lnTo>
                    <a:pt x="2751836" y="4572"/>
                  </a:lnTo>
                  <a:lnTo>
                    <a:pt x="2726436" y="4572"/>
                  </a:lnTo>
                  <a:close/>
                  <a:moveTo>
                    <a:pt x="2777236" y="4572"/>
                  </a:moveTo>
                  <a:lnTo>
                    <a:pt x="2802636" y="4572"/>
                  </a:lnTo>
                  <a:lnTo>
                    <a:pt x="2777236" y="4572"/>
                  </a:lnTo>
                  <a:close/>
                  <a:moveTo>
                    <a:pt x="2828036" y="4572"/>
                  </a:moveTo>
                  <a:lnTo>
                    <a:pt x="2853436" y="4572"/>
                  </a:lnTo>
                  <a:lnTo>
                    <a:pt x="2828036" y="4572"/>
                  </a:lnTo>
                  <a:close/>
                  <a:moveTo>
                    <a:pt x="2878836" y="4572"/>
                  </a:moveTo>
                  <a:lnTo>
                    <a:pt x="2904236" y="4572"/>
                  </a:lnTo>
                  <a:lnTo>
                    <a:pt x="2878836" y="4572"/>
                  </a:lnTo>
                  <a:close/>
                  <a:moveTo>
                    <a:pt x="2929636" y="4572"/>
                  </a:moveTo>
                  <a:lnTo>
                    <a:pt x="2955036" y="4572"/>
                  </a:lnTo>
                  <a:lnTo>
                    <a:pt x="2929636" y="4572"/>
                  </a:lnTo>
                  <a:close/>
                  <a:moveTo>
                    <a:pt x="2980436" y="4572"/>
                  </a:moveTo>
                  <a:lnTo>
                    <a:pt x="3005836" y="4572"/>
                  </a:lnTo>
                  <a:lnTo>
                    <a:pt x="2980436" y="4572"/>
                  </a:lnTo>
                  <a:close/>
                  <a:moveTo>
                    <a:pt x="3031236" y="4572"/>
                  </a:moveTo>
                  <a:lnTo>
                    <a:pt x="3056636" y="4572"/>
                  </a:lnTo>
                  <a:lnTo>
                    <a:pt x="3031236" y="4572"/>
                  </a:lnTo>
                  <a:close/>
                  <a:moveTo>
                    <a:pt x="3082036" y="4572"/>
                  </a:moveTo>
                  <a:lnTo>
                    <a:pt x="3107436" y="4572"/>
                  </a:lnTo>
                  <a:lnTo>
                    <a:pt x="3082036" y="4572"/>
                  </a:lnTo>
                  <a:close/>
                  <a:moveTo>
                    <a:pt x="3132836" y="4572"/>
                  </a:moveTo>
                  <a:lnTo>
                    <a:pt x="3158236" y="4572"/>
                  </a:lnTo>
                  <a:lnTo>
                    <a:pt x="3132836" y="4572"/>
                  </a:lnTo>
                  <a:close/>
                  <a:moveTo>
                    <a:pt x="3183636" y="4572"/>
                  </a:moveTo>
                  <a:lnTo>
                    <a:pt x="3209036" y="4572"/>
                  </a:lnTo>
                  <a:lnTo>
                    <a:pt x="3183636" y="4572"/>
                  </a:lnTo>
                  <a:close/>
                  <a:moveTo>
                    <a:pt x="3234436" y="4572"/>
                  </a:moveTo>
                  <a:lnTo>
                    <a:pt x="3259836" y="4572"/>
                  </a:lnTo>
                  <a:lnTo>
                    <a:pt x="3234436" y="4572"/>
                  </a:lnTo>
                  <a:close/>
                  <a:moveTo>
                    <a:pt x="3285236" y="4572"/>
                  </a:moveTo>
                  <a:lnTo>
                    <a:pt x="3310636" y="4572"/>
                  </a:lnTo>
                  <a:lnTo>
                    <a:pt x="3285236" y="4572"/>
                  </a:lnTo>
                  <a:close/>
                  <a:moveTo>
                    <a:pt x="3336036" y="4572"/>
                  </a:moveTo>
                  <a:lnTo>
                    <a:pt x="3361436" y="4572"/>
                  </a:lnTo>
                  <a:lnTo>
                    <a:pt x="3336036" y="4572"/>
                  </a:lnTo>
                  <a:close/>
                  <a:moveTo>
                    <a:pt x="3386836" y="4572"/>
                  </a:moveTo>
                  <a:lnTo>
                    <a:pt x="3412236" y="4572"/>
                  </a:lnTo>
                  <a:lnTo>
                    <a:pt x="3386836" y="4572"/>
                  </a:lnTo>
                  <a:close/>
                  <a:moveTo>
                    <a:pt x="3437636" y="4572"/>
                  </a:moveTo>
                  <a:lnTo>
                    <a:pt x="3463036" y="4572"/>
                  </a:lnTo>
                  <a:lnTo>
                    <a:pt x="3437636" y="4572"/>
                  </a:lnTo>
                  <a:close/>
                  <a:moveTo>
                    <a:pt x="3488436" y="4572"/>
                  </a:moveTo>
                  <a:lnTo>
                    <a:pt x="3513836" y="4572"/>
                  </a:lnTo>
                  <a:lnTo>
                    <a:pt x="3488436" y="4572"/>
                  </a:lnTo>
                  <a:close/>
                  <a:moveTo>
                    <a:pt x="3539236" y="4572"/>
                  </a:moveTo>
                  <a:lnTo>
                    <a:pt x="3564636" y="4572"/>
                  </a:lnTo>
                  <a:lnTo>
                    <a:pt x="3539236" y="4572"/>
                  </a:lnTo>
                  <a:close/>
                  <a:moveTo>
                    <a:pt x="3590036" y="4572"/>
                  </a:moveTo>
                  <a:lnTo>
                    <a:pt x="3615436" y="4572"/>
                  </a:lnTo>
                  <a:lnTo>
                    <a:pt x="3590036" y="4572"/>
                  </a:lnTo>
                  <a:close/>
                  <a:moveTo>
                    <a:pt x="3640836" y="4572"/>
                  </a:moveTo>
                  <a:lnTo>
                    <a:pt x="3666236" y="4572"/>
                  </a:lnTo>
                  <a:lnTo>
                    <a:pt x="3640836" y="4572"/>
                  </a:lnTo>
                  <a:close/>
                  <a:moveTo>
                    <a:pt x="3691636" y="4572"/>
                  </a:moveTo>
                  <a:lnTo>
                    <a:pt x="3717036" y="4572"/>
                  </a:lnTo>
                  <a:lnTo>
                    <a:pt x="3691636" y="4572"/>
                  </a:lnTo>
                  <a:close/>
                  <a:moveTo>
                    <a:pt x="3742436" y="4572"/>
                  </a:moveTo>
                  <a:lnTo>
                    <a:pt x="3767836" y="4572"/>
                  </a:lnTo>
                  <a:lnTo>
                    <a:pt x="3742436" y="4572"/>
                  </a:lnTo>
                  <a:close/>
                  <a:moveTo>
                    <a:pt x="3793236" y="4572"/>
                  </a:moveTo>
                  <a:lnTo>
                    <a:pt x="3818636" y="4572"/>
                  </a:lnTo>
                  <a:lnTo>
                    <a:pt x="3793236" y="4572"/>
                  </a:lnTo>
                  <a:close/>
                  <a:moveTo>
                    <a:pt x="3844036" y="4572"/>
                  </a:moveTo>
                  <a:lnTo>
                    <a:pt x="3869436" y="4572"/>
                  </a:lnTo>
                  <a:lnTo>
                    <a:pt x="3844036" y="4572"/>
                  </a:lnTo>
                  <a:close/>
                  <a:moveTo>
                    <a:pt x="3894836" y="4572"/>
                  </a:moveTo>
                  <a:lnTo>
                    <a:pt x="3920236" y="4572"/>
                  </a:lnTo>
                  <a:lnTo>
                    <a:pt x="3894836" y="4572"/>
                  </a:lnTo>
                  <a:close/>
                  <a:moveTo>
                    <a:pt x="3945636" y="4572"/>
                  </a:moveTo>
                  <a:lnTo>
                    <a:pt x="3971036" y="4572"/>
                  </a:lnTo>
                  <a:lnTo>
                    <a:pt x="3945636" y="4572"/>
                  </a:lnTo>
                  <a:close/>
                  <a:moveTo>
                    <a:pt x="3996436" y="4572"/>
                  </a:moveTo>
                  <a:lnTo>
                    <a:pt x="4021836" y="4572"/>
                  </a:lnTo>
                  <a:lnTo>
                    <a:pt x="3996436" y="4572"/>
                  </a:lnTo>
                  <a:close/>
                  <a:moveTo>
                    <a:pt x="4047236" y="4572"/>
                  </a:moveTo>
                  <a:lnTo>
                    <a:pt x="4072636" y="4572"/>
                  </a:lnTo>
                  <a:lnTo>
                    <a:pt x="4047236" y="4572"/>
                  </a:lnTo>
                  <a:close/>
                  <a:moveTo>
                    <a:pt x="4098036" y="4572"/>
                  </a:moveTo>
                  <a:lnTo>
                    <a:pt x="4123436" y="4572"/>
                  </a:lnTo>
                  <a:lnTo>
                    <a:pt x="4098036" y="4572"/>
                  </a:lnTo>
                  <a:close/>
                  <a:moveTo>
                    <a:pt x="4148836" y="4572"/>
                  </a:moveTo>
                  <a:lnTo>
                    <a:pt x="4174236" y="4572"/>
                  </a:lnTo>
                  <a:lnTo>
                    <a:pt x="4148836" y="4572"/>
                  </a:lnTo>
                  <a:close/>
                  <a:moveTo>
                    <a:pt x="4199636" y="4572"/>
                  </a:moveTo>
                  <a:lnTo>
                    <a:pt x="4225036" y="4572"/>
                  </a:lnTo>
                  <a:lnTo>
                    <a:pt x="4199636" y="4572"/>
                  </a:lnTo>
                  <a:close/>
                  <a:moveTo>
                    <a:pt x="4250436" y="4572"/>
                  </a:moveTo>
                  <a:lnTo>
                    <a:pt x="4275836" y="4572"/>
                  </a:lnTo>
                  <a:lnTo>
                    <a:pt x="4250436" y="4572"/>
                  </a:lnTo>
                  <a:close/>
                  <a:moveTo>
                    <a:pt x="4301236" y="4572"/>
                  </a:moveTo>
                  <a:lnTo>
                    <a:pt x="4326636" y="4572"/>
                  </a:lnTo>
                  <a:lnTo>
                    <a:pt x="4301236" y="4572"/>
                  </a:lnTo>
                  <a:close/>
                  <a:moveTo>
                    <a:pt x="4352036" y="4572"/>
                  </a:moveTo>
                  <a:lnTo>
                    <a:pt x="4377436" y="4572"/>
                  </a:lnTo>
                  <a:lnTo>
                    <a:pt x="4352036" y="4572"/>
                  </a:lnTo>
                  <a:close/>
                  <a:moveTo>
                    <a:pt x="4402836" y="4572"/>
                  </a:moveTo>
                  <a:lnTo>
                    <a:pt x="4428236" y="4572"/>
                  </a:lnTo>
                  <a:lnTo>
                    <a:pt x="4402836" y="4572"/>
                  </a:lnTo>
                  <a:close/>
                  <a:moveTo>
                    <a:pt x="4453636" y="4572"/>
                  </a:moveTo>
                  <a:lnTo>
                    <a:pt x="4479036" y="4572"/>
                  </a:lnTo>
                  <a:lnTo>
                    <a:pt x="4453636" y="4572"/>
                  </a:lnTo>
                  <a:close/>
                  <a:moveTo>
                    <a:pt x="4504436" y="4572"/>
                  </a:moveTo>
                  <a:lnTo>
                    <a:pt x="4529836" y="4572"/>
                  </a:lnTo>
                  <a:lnTo>
                    <a:pt x="4504436" y="4572"/>
                  </a:lnTo>
                  <a:close/>
                  <a:moveTo>
                    <a:pt x="4555236" y="4572"/>
                  </a:moveTo>
                  <a:lnTo>
                    <a:pt x="4580636" y="4572"/>
                  </a:lnTo>
                  <a:lnTo>
                    <a:pt x="4555236" y="4572"/>
                  </a:lnTo>
                  <a:close/>
                  <a:moveTo>
                    <a:pt x="4606036" y="4572"/>
                  </a:moveTo>
                  <a:lnTo>
                    <a:pt x="4631436" y="4572"/>
                  </a:lnTo>
                  <a:lnTo>
                    <a:pt x="4606036" y="4572"/>
                  </a:lnTo>
                  <a:close/>
                  <a:moveTo>
                    <a:pt x="4656836" y="4572"/>
                  </a:moveTo>
                  <a:lnTo>
                    <a:pt x="4682236" y="4572"/>
                  </a:lnTo>
                  <a:lnTo>
                    <a:pt x="4656836" y="4572"/>
                  </a:lnTo>
                  <a:close/>
                  <a:moveTo>
                    <a:pt x="4707636" y="4572"/>
                  </a:moveTo>
                  <a:lnTo>
                    <a:pt x="4733036" y="4572"/>
                  </a:lnTo>
                  <a:lnTo>
                    <a:pt x="4707636" y="4572"/>
                  </a:lnTo>
                  <a:close/>
                  <a:moveTo>
                    <a:pt x="4758436" y="4572"/>
                  </a:moveTo>
                  <a:lnTo>
                    <a:pt x="4783836" y="4572"/>
                  </a:lnTo>
                  <a:lnTo>
                    <a:pt x="4758436" y="4572"/>
                  </a:lnTo>
                  <a:close/>
                  <a:moveTo>
                    <a:pt x="4809236" y="4572"/>
                  </a:moveTo>
                  <a:lnTo>
                    <a:pt x="4834636" y="4572"/>
                  </a:lnTo>
                  <a:lnTo>
                    <a:pt x="4809236" y="4572"/>
                  </a:lnTo>
                  <a:close/>
                  <a:moveTo>
                    <a:pt x="4860036" y="4572"/>
                  </a:moveTo>
                  <a:lnTo>
                    <a:pt x="4885436" y="4572"/>
                  </a:lnTo>
                  <a:lnTo>
                    <a:pt x="4860036" y="4572"/>
                  </a:lnTo>
                  <a:close/>
                  <a:moveTo>
                    <a:pt x="4910836" y="4572"/>
                  </a:moveTo>
                  <a:lnTo>
                    <a:pt x="4936236" y="4572"/>
                  </a:lnTo>
                  <a:lnTo>
                    <a:pt x="4910836" y="4572"/>
                  </a:lnTo>
                  <a:close/>
                  <a:moveTo>
                    <a:pt x="4961636" y="4572"/>
                  </a:moveTo>
                  <a:lnTo>
                    <a:pt x="4987036" y="4572"/>
                  </a:lnTo>
                  <a:lnTo>
                    <a:pt x="4961636" y="4572"/>
                  </a:lnTo>
                  <a:close/>
                  <a:moveTo>
                    <a:pt x="5012436" y="4572"/>
                  </a:moveTo>
                  <a:lnTo>
                    <a:pt x="5037836" y="4572"/>
                  </a:lnTo>
                  <a:lnTo>
                    <a:pt x="5012436" y="4572"/>
                  </a:lnTo>
                  <a:close/>
                  <a:moveTo>
                    <a:pt x="5063236" y="4572"/>
                  </a:moveTo>
                  <a:lnTo>
                    <a:pt x="5088636" y="4572"/>
                  </a:lnTo>
                  <a:lnTo>
                    <a:pt x="5063236" y="4572"/>
                  </a:lnTo>
                  <a:close/>
                  <a:moveTo>
                    <a:pt x="5114036" y="4572"/>
                  </a:moveTo>
                  <a:lnTo>
                    <a:pt x="5139436" y="4572"/>
                  </a:lnTo>
                  <a:lnTo>
                    <a:pt x="5114036" y="4572"/>
                  </a:lnTo>
                  <a:close/>
                  <a:moveTo>
                    <a:pt x="5164836" y="4572"/>
                  </a:moveTo>
                  <a:lnTo>
                    <a:pt x="5190236" y="4572"/>
                  </a:lnTo>
                  <a:lnTo>
                    <a:pt x="5164836" y="4572"/>
                  </a:lnTo>
                  <a:close/>
                  <a:moveTo>
                    <a:pt x="5215636" y="4572"/>
                  </a:moveTo>
                  <a:lnTo>
                    <a:pt x="5241036" y="4572"/>
                  </a:lnTo>
                  <a:lnTo>
                    <a:pt x="5215636" y="4572"/>
                  </a:lnTo>
                  <a:close/>
                  <a:moveTo>
                    <a:pt x="5266436" y="4572"/>
                  </a:moveTo>
                  <a:lnTo>
                    <a:pt x="5291836" y="4572"/>
                  </a:lnTo>
                  <a:lnTo>
                    <a:pt x="5266436" y="4572"/>
                  </a:lnTo>
                  <a:close/>
                  <a:moveTo>
                    <a:pt x="5317236" y="4572"/>
                  </a:moveTo>
                  <a:lnTo>
                    <a:pt x="5342636" y="4572"/>
                  </a:lnTo>
                  <a:lnTo>
                    <a:pt x="5317236" y="4572"/>
                  </a:lnTo>
                  <a:close/>
                  <a:moveTo>
                    <a:pt x="5368036" y="4572"/>
                  </a:moveTo>
                  <a:lnTo>
                    <a:pt x="5393436" y="4572"/>
                  </a:lnTo>
                  <a:lnTo>
                    <a:pt x="5368036" y="4572"/>
                  </a:lnTo>
                  <a:close/>
                  <a:moveTo>
                    <a:pt x="5418836" y="4572"/>
                  </a:moveTo>
                  <a:lnTo>
                    <a:pt x="5444236" y="4572"/>
                  </a:lnTo>
                  <a:lnTo>
                    <a:pt x="5418836" y="4572"/>
                  </a:lnTo>
                  <a:close/>
                  <a:moveTo>
                    <a:pt x="5469636" y="4572"/>
                  </a:moveTo>
                  <a:lnTo>
                    <a:pt x="5495036" y="4572"/>
                  </a:lnTo>
                  <a:lnTo>
                    <a:pt x="5469636" y="4572"/>
                  </a:lnTo>
                  <a:close/>
                  <a:moveTo>
                    <a:pt x="5520436" y="4572"/>
                  </a:moveTo>
                  <a:lnTo>
                    <a:pt x="5545836" y="4572"/>
                  </a:lnTo>
                  <a:lnTo>
                    <a:pt x="5520436" y="4572"/>
                  </a:lnTo>
                  <a:close/>
                  <a:moveTo>
                    <a:pt x="5571236" y="4572"/>
                  </a:moveTo>
                  <a:lnTo>
                    <a:pt x="5596636" y="4572"/>
                  </a:lnTo>
                  <a:lnTo>
                    <a:pt x="5571236" y="4572"/>
                  </a:lnTo>
                  <a:close/>
                  <a:moveTo>
                    <a:pt x="5622036" y="4572"/>
                  </a:moveTo>
                  <a:lnTo>
                    <a:pt x="5647436" y="4572"/>
                  </a:lnTo>
                  <a:lnTo>
                    <a:pt x="5622036" y="4572"/>
                  </a:lnTo>
                  <a:close/>
                  <a:moveTo>
                    <a:pt x="5672836" y="4572"/>
                  </a:moveTo>
                  <a:lnTo>
                    <a:pt x="5698236" y="4572"/>
                  </a:lnTo>
                  <a:lnTo>
                    <a:pt x="5672836" y="4572"/>
                  </a:lnTo>
                  <a:close/>
                  <a:moveTo>
                    <a:pt x="5723636" y="4572"/>
                  </a:moveTo>
                  <a:lnTo>
                    <a:pt x="5749036" y="4572"/>
                  </a:lnTo>
                  <a:lnTo>
                    <a:pt x="5723636" y="4572"/>
                  </a:lnTo>
                  <a:close/>
                  <a:moveTo>
                    <a:pt x="5774436" y="4572"/>
                  </a:moveTo>
                  <a:lnTo>
                    <a:pt x="5799836" y="4572"/>
                  </a:lnTo>
                  <a:lnTo>
                    <a:pt x="5774436" y="4572"/>
                  </a:lnTo>
                  <a:close/>
                  <a:moveTo>
                    <a:pt x="5825236" y="4572"/>
                  </a:moveTo>
                  <a:lnTo>
                    <a:pt x="5850636" y="4572"/>
                  </a:lnTo>
                  <a:lnTo>
                    <a:pt x="5825236" y="4572"/>
                  </a:lnTo>
                  <a:close/>
                  <a:moveTo>
                    <a:pt x="5876036" y="4572"/>
                  </a:moveTo>
                  <a:lnTo>
                    <a:pt x="5901436" y="4572"/>
                  </a:lnTo>
                  <a:lnTo>
                    <a:pt x="5876036" y="4572"/>
                  </a:lnTo>
                  <a:close/>
                  <a:moveTo>
                    <a:pt x="5926836" y="4572"/>
                  </a:moveTo>
                  <a:lnTo>
                    <a:pt x="5952236" y="4572"/>
                  </a:lnTo>
                  <a:lnTo>
                    <a:pt x="5926836" y="4572"/>
                  </a:lnTo>
                  <a:close/>
                  <a:moveTo>
                    <a:pt x="5977636" y="4572"/>
                  </a:moveTo>
                  <a:lnTo>
                    <a:pt x="6003036" y="4572"/>
                  </a:lnTo>
                  <a:lnTo>
                    <a:pt x="5977636" y="4572"/>
                  </a:lnTo>
                  <a:close/>
                  <a:moveTo>
                    <a:pt x="6028436" y="4572"/>
                  </a:moveTo>
                  <a:lnTo>
                    <a:pt x="6053836" y="4572"/>
                  </a:lnTo>
                  <a:lnTo>
                    <a:pt x="6028436" y="4572"/>
                  </a:lnTo>
                  <a:close/>
                  <a:moveTo>
                    <a:pt x="6079236" y="4572"/>
                  </a:moveTo>
                  <a:lnTo>
                    <a:pt x="6104636" y="4572"/>
                  </a:lnTo>
                  <a:lnTo>
                    <a:pt x="6079236" y="4572"/>
                  </a:lnTo>
                  <a:close/>
                  <a:moveTo>
                    <a:pt x="6130036" y="4572"/>
                  </a:moveTo>
                  <a:lnTo>
                    <a:pt x="6155436" y="4572"/>
                  </a:lnTo>
                  <a:lnTo>
                    <a:pt x="6130036" y="4572"/>
                  </a:lnTo>
                  <a:close/>
                  <a:moveTo>
                    <a:pt x="6180836" y="4572"/>
                  </a:moveTo>
                  <a:lnTo>
                    <a:pt x="6206236" y="4572"/>
                  </a:lnTo>
                  <a:lnTo>
                    <a:pt x="6180836" y="4572"/>
                  </a:lnTo>
                  <a:close/>
                  <a:moveTo>
                    <a:pt x="6231636" y="4572"/>
                  </a:moveTo>
                  <a:lnTo>
                    <a:pt x="6257036" y="4572"/>
                  </a:lnTo>
                  <a:lnTo>
                    <a:pt x="6231636" y="4572"/>
                  </a:lnTo>
                  <a:close/>
                  <a:moveTo>
                    <a:pt x="6282436" y="4572"/>
                  </a:moveTo>
                  <a:lnTo>
                    <a:pt x="6307836" y="4572"/>
                  </a:lnTo>
                  <a:lnTo>
                    <a:pt x="6282436" y="4572"/>
                  </a:lnTo>
                  <a:close/>
                  <a:moveTo>
                    <a:pt x="6333236" y="4572"/>
                  </a:moveTo>
                  <a:lnTo>
                    <a:pt x="6358636" y="4572"/>
                  </a:lnTo>
                  <a:lnTo>
                    <a:pt x="6333236" y="4572"/>
                  </a:lnTo>
                  <a:close/>
                  <a:moveTo>
                    <a:pt x="6384036" y="4572"/>
                  </a:moveTo>
                  <a:lnTo>
                    <a:pt x="6409436" y="4572"/>
                  </a:lnTo>
                  <a:lnTo>
                    <a:pt x="6384036" y="4572"/>
                  </a:lnTo>
                  <a:close/>
                  <a:moveTo>
                    <a:pt x="6434836" y="4572"/>
                  </a:moveTo>
                  <a:lnTo>
                    <a:pt x="6460236" y="4572"/>
                  </a:lnTo>
                  <a:lnTo>
                    <a:pt x="6434836" y="4572"/>
                  </a:lnTo>
                  <a:close/>
                  <a:moveTo>
                    <a:pt x="6485636" y="4572"/>
                  </a:moveTo>
                  <a:lnTo>
                    <a:pt x="6511036" y="4572"/>
                  </a:lnTo>
                  <a:lnTo>
                    <a:pt x="6485636" y="4572"/>
                  </a:lnTo>
                  <a:close/>
                  <a:moveTo>
                    <a:pt x="6536436" y="4572"/>
                  </a:moveTo>
                  <a:lnTo>
                    <a:pt x="6561836" y="4572"/>
                  </a:lnTo>
                  <a:lnTo>
                    <a:pt x="6536436" y="4572"/>
                  </a:lnTo>
                  <a:close/>
                  <a:moveTo>
                    <a:pt x="6587236" y="4572"/>
                  </a:moveTo>
                  <a:lnTo>
                    <a:pt x="6612636" y="4572"/>
                  </a:lnTo>
                  <a:lnTo>
                    <a:pt x="6587236" y="4572"/>
                  </a:lnTo>
                  <a:close/>
                  <a:moveTo>
                    <a:pt x="6638036" y="4572"/>
                  </a:moveTo>
                  <a:lnTo>
                    <a:pt x="6663436" y="4572"/>
                  </a:lnTo>
                  <a:lnTo>
                    <a:pt x="6638036" y="4572"/>
                  </a:lnTo>
                  <a:close/>
                  <a:moveTo>
                    <a:pt x="6688836" y="4572"/>
                  </a:moveTo>
                  <a:lnTo>
                    <a:pt x="6714236" y="4572"/>
                  </a:lnTo>
                  <a:lnTo>
                    <a:pt x="6688836" y="4572"/>
                  </a:lnTo>
                  <a:close/>
                  <a:moveTo>
                    <a:pt x="6739636" y="4572"/>
                  </a:moveTo>
                  <a:lnTo>
                    <a:pt x="6765036" y="4572"/>
                  </a:lnTo>
                  <a:lnTo>
                    <a:pt x="6739636" y="4572"/>
                  </a:lnTo>
                  <a:close/>
                  <a:moveTo>
                    <a:pt x="6790436" y="4572"/>
                  </a:moveTo>
                  <a:lnTo>
                    <a:pt x="6815836" y="4572"/>
                  </a:lnTo>
                  <a:lnTo>
                    <a:pt x="6790436" y="4572"/>
                  </a:lnTo>
                  <a:close/>
                  <a:moveTo>
                    <a:pt x="6841236" y="4572"/>
                  </a:moveTo>
                  <a:lnTo>
                    <a:pt x="6866636" y="4572"/>
                  </a:lnTo>
                  <a:lnTo>
                    <a:pt x="6841236" y="4572"/>
                  </a:lnTo>
                  <a:close/>
                  <a:moveTo>
                    <a:pt x="6892036" y="4572"/>
                  </a:moveTo>
                  <a:lnTo>
                    <a:pt x="6917436" y="4572"/>
                  </a:lnTo>
                  <a:lnTo>
                    <a:pt x="6892036" y="4572"/>
                  </a:lnTo>
                  <a:close/>
                  <a:moveTo>
                    <a:pt x="6942836" y="4572"/>
                  </a:moveTo>
                  <a:lnTo>
                    <a:pt x="6968236" y="4572"/>
                  </a:lnTo>
                  <a:lnTo>
                    <a:pt x="6942836" y="4572"/>
                  </a:lnTo>
                  <a:close/>
                  <a:moveTo>
                    <a:pt x="6993636" y="4572"/>
                  </a:moveTo>
                  <a:lnTo>
                    <a:pt x="7019036" y="4572"/>
                  </a:lnTo>
                  <a:lnTo>
                    <a:pt x="6993636" y="4572"/>
                  </a:lnTo>
                  <a:close/>
                  <a:moveTo>
                    <a:pt x="7044436" y="4572"/>
                  </a:moveTo>
                  <a:lnTo>
                    <a:pt x="7069836" y="4572"/>
                  </a:lnTo>
                  <a:lnTo>
                    <a:pt x="7044436" y="4572"/>
                  </a:lnTo>
                  <a:close/>
                  <a:moveTo>
                    <a:pt x="7095236" y="4572"/>
                  </a:moveTo>
                  <a:lnTo>
                    <a:pt x="7120636" y="4572"/>
                  </a:lnTo>
                  <a:lnTo>
                    <a:pt x="7095236" y="4572"/>
                  </a:lnTo>
                  <a:close/>
                  <a:moveTo>
                    <a:pt x="7146036" y="4572"/>
                  </a:moveTo>
                  <a:lnTo>
                    <a:pt x="7171436" y="4572"/>
                  </a:lnTo>
                  <a:lnTo>
                    <a:pt x="7146036" y="4572"/>
                  </a:lnTo>
                  <a:close/>
                  <a:moveTo>
                    <a:pt x="7196836" y="4572"/>
                  </a:moveTo>
                  <a:lnTo>
                    <a:pt x="7222236" y="4572"/>
                  </a:lnTo>
                  <a:lnTo>
                    <a:pt x="7196836" y="4572"/>
                  </a:lnTo>
                  <a:close/>
                  <a:moveTo>
                    <a:pt x="7247636" y="4572"/>
                  </a:moveTo>
                  <a:lnTo>
                    <a:pt x="7273036" y="4572"/>
                  </a:lnTo>
                  <a:lnTo>
                    <a:pt x="7247636" y="4572"/>
                  </a:lnTo>
                  <a:close/>
                  <a:moveTo>
                    <a:pt x="7298436" y="4572"/>
                  </a:moveTo>
                  <a:lnTo>
                    <a:pt x="7323836" y="4572"/>
                  </a:lnTo>
                  <a:lnTo>
                    <a:pt x="7298436" y="4572"/>
                  </a:lnTo>
                  <a:close/>
                  <a:moveTo>
                    <a:pt x="7349236" y="4572"/>
                  </a:moveTo>
                  <a:lnTo>
                    <a:pt x="7374636" y="4572"/>
                  </a:lnTo>
                  <a:lnTo>
                    <a:pt x="7349236" y="4572"/>
                  </a:lnTo>
                  <a:close/>
                  <a:moveTo>
                    <a:pt x="7400036" y="4572"/>
                  </a:moveTo>
                  <a:lnTo>
                    <a:pt x="7425436" y="4572"/>
                  </a:lnTo>
                  <a:lnTo>
                    <a:pt x="7400036" y="4572"/>
                  </a:lnTo>
                  <a:close/>
                  <a:moveTo>
                    <a:pt x="7450836" y="4572"/>
                  </a:moveTo>
                  <a:lnTo>
                    <a:pt x="7476236" y="4572"/>
                  </a:lnTo>
                  <a:lnTo>
                    <a:pt x="7450836" y="4572"/>
                  </a:lnTo>
                  <a:close/>
                  <a:moveTo>
                    <a:pt x="7501636" y="4572"/>
                  </a:moveTo>
                  <a:lnTo>
                    <a:pt x="7527036" y="4572"/>
                  </a:lnTo>
                  <a:lnTo>
                    <a:pt x="7501636" y="4572"/>
                  </a:lnTo>
                  <a:close/>
                  <a:moveTo>
                    <a:pt x="7552436" y="4572"/>
                  </a:moveTo>
                  <a:lnTo>
                    <a:pt x="7577836" y="4572"/>
                  </a:lnTo>
                  <a:lnTo>
                    <a:pt x="7552436" y="4572"/>
                  </a:lnTo>
                  <a:close/>
                  <a:moveTo>
                    <a:pt x="7603236" y="4572"/>
                  </a:moveTo>
                  <a:lnTo>
                    <a:pt x="7628636" y="4572"/>
                  </a:lnTo>
                  <a:lnTo>
                    <a:pt x="7603236" y="4572"/>
                  </a:lnTo>
                  <a:close/>
                  <a:moveTo>
                    <a:pt x="7654036" y="4572"/>
                  </a:moveTo>
                  <a:lnTo>
                    <a:pt x="7679436" y="4572"/>
                  </a:lnTo>
                  <a:lnTo>
                    <a:pt x="7654036" y="4572"/>
                  </a:lnTo>
                  <a:close/>
                  <a:moveTo>
                    <a:pt x="7704836" y="4572"/>
                  </a:moveTo>
                  <a:lnTo>
                    <a:pt x="7730236" y="4572"/>
                  </a:lnTo>
                  <a:lnTo>
                    <a:pt x="7704836" y="4572"/>
                  </a:lnTo>
                  <a:close/>
                  <a:moveTo>
                    <a:pt x="7755636" y="4572"/>
                  </a:moveTo>
                  <a:lnTo>
                    <a:pt x="7781036" y="4572"/>
                  </a:lnTo>
                  <a:lnTo>
                    <a:pt x="7755636" y="4572"/>
                  </a:lnTo>
                  <a:close/>
                  <a:moveTo>
                    <a:pt x="7806436" y="4572"/>
                  </a:moveTo>
                  <a:lnTo>
                    <a:pt x="7831836" y="4572"/>
                  </a:lnTo>
                  <a:lnTo>
                    <a:pt x="7806436" y="4572"/>
                  </a:lnTo>
                  <a:close/>
                  <a:moveTo>
                    <a:pt x="7857236" y="4572"/>
                  </a:moveTo>
                  <a:lnTo>
                    <a:pt x="7882636" y="4572"/>
                  </a:lnTo>
                  <a:lnTo>
                    <a:pt x="7857236" y="4572"/>
                  </a:lnTo>
                  <a:close/>
                  <a:moveTo>
                    <a:pt x="7908036" y="4572"/>
                  </a:moveTo>
                  <a:lnTo>
                    <a:pt x="7933436" y="4572"/>
                  </a:lnTo>
                  <a:lnTo>
                    <a:pt x="7908036" y="4572"/>
                  </a:lnTo>
                  <a:close/>
                  <a:moveTo>
                    <a:pt x="7958836" y="4572"/>
                  </a:moveTo>
                  <a:lnTo>
                    <a:pt x="7984236" y="4572"/>
                  </a:lnTo>
                  <a:lnTo>
                    <a:pt x="7958836" y="4572"/>
                  </a:lnTo>
                  <a:close/>
                  <a:moveTo>
                    <a:pt x="8009636" y="4572"/>
                  </a:moveTo>
                  <a:lnTo>
                    <a:pt x="8035036" y="4572"/>
                  </a:lnTo>
                  <a:lnTo>
                    <a:pt x="8009636" y="4572"/>
                  </a:lnTo>
                  <a:close/>
                  <a:moveTo>
                    <a:pt x="8060436" y="4572"/>
                  </a:moveTo>
                  <a:lnTo>
                    <a:pt x="8085836" y="4572"/>
                  </a:lnTo>
                  <a:lnTo>
                    <a:pt x="8060436" y="4572"/>
                  </a:lnTo>
                  <a:close/>
                  <a:moveTo>
                    <a:pt x="8111236" y="4572"/>
                  </a:moveTo>
                  <a:lnTo>
                    <a:pt x="8136636" y="4572"/>
                  </a:lnTo>
                  <a:lnTo>
                    <a:pt x="8111236" y="4572"/>
                  </a:lnTo>
                  <a:close/>
                  <a:moveTo>
                    <a:pt x="8162036" y="4572"/>
                  </a:moveTo>
                  <a:lnTo>
                    <a:pt x="8187436" y="4572"/>
                  </a:lnTo>
                  <a:lnTo>
                    <a:pt x="8162036" y="4572"/>
                  </a:lnTo>
                  <a:close/>
                  <a:moveTo>
                    <a:pt x="8212836" y="4572"/>
                  </a:moveTo>
                  <a:lnTo>
                    <a:pt x="8238236" y="4572"/>
                  </a:lnTo>
                  <a:lnTo>
                    <a:pt x="8212836" y="4572"/>
                  </a:lnTo>
                  <a:close/>
                  <a:moveTo>
                    <a:pt x="8263636" y="4572"/>
                  </a:moveTo>
                  <a:lnTo>
                    <a:pt x="8289036" y="4572"/>
                  </a:lnTo>
                  <a:lnTo>
                    <a:pt x="8263636" y="4572"/>
                  </a:lnTo>
                  <a:close/>
                  <a:moveTo>
                    <a:pt x="8314436" y="4572"/>
                  </a:moveTo>
                  <a:lnTo>
                    <a:pt x="8339836" y="4572"/>
                  </a:lnTo>
                  <a:lnTo>
                    <a:pt x="8314436" y="4572"/>
                  </a:lnTo>
                  <a:close/>
                  <a:moveTo>
                    <a:pt x="8365236" y="4572"/>
                  </a:moveTo>
                  <a:lnTo>
                    <a:pt x="8390636" y="4572"/>
                  </a:lnTo>
                  <a:lnTo>
                    <a:pt x="8365236" y="4572"/>
                  </a:lnTo>
                  <a:close/>
                  <a:moveTo>
                    <a:pt x="8416036" y="4572"/>
                  </a:moveTo>
                  <a:lnTo>
                    <a:pt x="8441436" y="4572"/>
                  </a:lnTo>
                  <a:lnTo>
                    <a:pt x="8416036" y="4572"/>
                  </a:lnTo>
                  <a:close/>
                  <a:moveTo>
                    <a:pt x="8466836" y="4572"/>
                  </a:moveTo>
                  <a:lnTo>
                    <a:pt x="8492236" y="4572"/>
                  </a:lnTo>
                  <a:lnTo>
                    <a:pt x="8466836" y="4572"/>
                  </a:lnTo>
                  <a:close/>
                  <a:moveTo>
                    <a:pt x="8517636" y="4572"/>
                  </a:moveTo>
                  <a:lnTo>
                    <a:pt x="8543036" y="4572"/>
                  </a:lnTo>
                  <a:lnTo>
                    <a:pt x="8517636" y="4572"/>
                  </a:lnTo>
                  <a:close/>
                  <a:moveTo>
                    <a:pt x="8568436" y="4572"/>
                  </a:moveTo>
                  <a:lnTo>
                    <a:pt x="8593836" y="4572"/>
                  </a:lnTo>
                  <a:lnTo>
                    <a:pt x="8568436" y="4572"/>
                  </a:lnTo>
                  <a:close/>
                  <a:moveTo>
                    <a:pt x="8619236" y="4572"/>
                  </a:moveTo>
                  <a:lnTo>
                    <a:pt x="8644636" y="4572"/>
                  </a:lnTo>
                  <a:lnTo>
                    <a:pt x="8619236" y="4572"/>
                  </a:lnTo>
                  <a:close/>
                  <a:moveTo>
                    <a:pt x="8670036" y="4572"/>
                  </a:moveTo>
                  <a:lnTo>
                    <a:pt x="8695436" y="4572"/>
                  </a:lnTo>
                  <a:lnTo>
                    <a:pt x="8670036" y="4572"/>
                  </a:lnTo>
                  <a:close/>
                  <a:moveTo>
                    <a:pt x="8720836" y="4572"/>
                  </a:moveTo>
                  <a:lnTo>
                    <a:pt x="8746236" y="4572"/>
                  </a:lnTo>
                  <a:lnTo>
                    <a:pt x="8720836" y="4572"/>
                  </a:lnTo>
                  <a:close/>
                  <a:moveTo>
                    <a:pt x="8771636" y="4572"/>
                  </a:moveTo>
                  <a:lnTo>
                    <a:pt x="8797036" y="4572"/>
                  </a:lnTo>
                  <a:lnTo>
                    <a:pt x="8771636" y="4572"/>
                  </a:lnTo>
                  <a:close/>
                  <a:moveTo>
                    <a:pt x="8822436" y="4572"/>
                  </a:moveTo>
                  <a:lnTo>
                    <a:pt x="8847836" y="4572"/>
                  </a:lnTo>
                  <a:lnTo>
                    <a:pt x="8822436" y="4572"/>
                  </a:lnTo>
                  <a:close/>
                  <a:moveTo>
                    <a:pt x="8873236" y="4572"/>
                  </a:moveTo>
                  <a:lnTo>
                    <a:pt x="8898636" y="4572"/>
                  </a:lnTo>
                  <a:lnTo>
                    <a:pt x="8873236" y="4572"/>
                  </a:lnTo>
                  <a:close/>
                  <a:moveTo>
                    <a:pt x="8924036" y="4572"/>
                  </a:moveTo>
                  <a:lnTo>
                    <a:pt x="8949436" y="4572"/>
                  </a:lnTo>
                  <a:lnTo>
                    <a:pt x="8924036" y="4572"/>
                  </a:lnTo>
                  <a:close/>
                  <a:moveTo>
                    <a:pt x="8974836" y="4572"/>
                  </a:moveTo>
                  <a:lnTo>
                    <a:pt x="9000236" y="4572"/>
                  </a:lnTo>
                  <a:lnTo>
                    <a:pt x="8974836" y="4572"/>
                  </a:lnTo>
                  <a:close/>
                  <a:moveTo>
                    <a:pt x="9025636" y="4572"/>
                  </a:moveTo>
                  <a:lnTo>
                    <a:pt x="9051036" y="4572"/>
                  </a:lnTo>
                  <a:lnTo>
                    <a:pt x="9025636" y="4572"/>
                  </a:lnTo>
                  <a:close/>
                  <a:moveTo>
                    <a:pt x="9076436" y="4572"/>
                  </a:moveTo>
                  <a:lnTo>
                    <a:pt x="9101836" y="4572"/>
                  </a:lnTo>
                  <a:lnTo>
                    <a:pt x="9076436" y="4572"/>
                  </a:lnTo>
                  <a:close/>
                  <a:moveTo>
                    <a:pt x="9127236" y="4572"/>
                  </a:moveTo>
                  <a:lnTo>
                    <a:pt x="9152636" y="4572"/>
                  </a:lnTo>
                  <a:lnTo>
                    <a:pt x="9127236" y="4572"/>
                  </a:lnTo>
                  <a:close/>
                  <a:moveTo>
                    <a:pt x="9178036" y="4572"/>
                  </a:moveTo>
                  <a:lnTo>
                    <a:pt x="9203436" y="4572"/>
                  </a:lnTo>
                  <a:lnTo>
                    <a:pt x="9178036" y="4572"/>
                  </a:lnTo>
                  <a:close/>
                  <a:moveTo>
                    <a:pt x="9228836" y="4572"/>
                  </a:moveTo>
                  <a:lnTo>
                    <a:pt x="9254236" y="4572"/>
                  </a:lnTo>
                  <a:lnTo>
                    <a:pt x="9228836" y="4572"/>
                  </a:lnTo>
                  <a:close/>
                  <a:moveTo>
                    <a:pt x="9279636" y="4572"/>
                  </a:moveTo>
                  <a:lnTo>
                    <a:pt x="9305036" y="4572"/>
                  </a:lnTo>
                  <a:lnTo>
                    <a:pt x="9279636" y="4572"/>
                  </a:lnTo>
                  <a:close/>
                  <a:moveTo>
                    <a:pt x="9330436" y="4572"/>
                  </a:moveTo>
                  <a:lnTo>
                    <a:pt x="9355836" y="4572"/>
                  </a:lnTo>
                  <a:lnTo>
                    <a:pt x="9330436" y="4572"/>
                  </a:lnTo>
                  <a:close/>
                  <a:moveTo>
                    <a:pt x="9381236" y="4572"/>
                  </a:moveTo>
                  <a:lnTo>
                    <a:pt x="9406636" y="4572"/>
                  </a:lnTo>
                  <a:lnTo>
                    <a:pt x="9381236" y="4572"/>
                  </a:lnTo>
                  <a:close/>
                  <a:moveTo>
                    <a:pt x="9432036" y="4572"/>
                  </a:moveTo>
                  <a:lnTo>
                    <a:pt x="9457436" y="4572"/>
                  </a:lnTo>
                  <a:lnTo>
                    <a:pt x="9432036" y="4572"/>
                  </a:lnTo>
                  <a:close/>
                  <a:moveTo>
                    <a:pt x="9482836" y="4572"/>
                  </a:moveTo>
                  <a:lnTo>
                    <a:pt x="9508236" y="4572"/>
                  </a:lnTo>
                  <a:lnTo>
                    <a:pt x="9482836" y="4572"/>
                  </a:lnTo>
                  <a:close/>
                  <a:moveTo>
                    <a:pt x="9533636" y="4572"/>
                  </a:moveTo>
                  <a:lnTo>
                    <a:pt x="9559036" y="4572"/>
                  </a:lnTo>
                  <a:lnTo>
                    <a:pt x="9533636" y="4572"/>
                  </a:lnTo>
                  <a:close/>
                  <a:moveTo>
                    <a:pt x="9584436" y="4572"/>
                  </a:moveTo>
                  <a:lnTo>
                    <a:pt x="9609836" y="4572"/>
                  </a:lnTo>
                  <a:lnTo>
                    <a:pt x="9584436" y="4572"/>
                  </a:lnTo>
                  <a:close/>
                  <a:moveTo>
                    <a:pt x="9635236" y="4572"/>
                  </a:moveTo>
                  <a:lnTo>
                    <a:pt x="9660636" y="4572"/>
                  </a:lnTo>
                  <a:lnTo>
                    <a:pt x="9635236" y="4572"/>
                  </a:lnTo>
                  <a:close/>
                  <a:moveTo>
                    <a:pt x="9686036" y="4572"/>
                  </a:moveTo>
                  <a:lnTo>
                    <a:pt x="9711436" y="4572"/>
                  </a:lnTo>
                  <a:lnTo>
                    <a:pt x="9686036" y="4572"/>
                  </a:lnTo>
                  <a:close/>
                  <a:moveTo>
                    <a:pt x="9736836" y="4572"/>
                  </a:moveTo>
                  <a:lnTo>
                    <a:pt x="9762236" y="4572"/>
                  </a:lnTo>
                  <a:lnTo>
                    <a:pt x="9736836" y="4572"/>
                  </a:lnTo>
                  <a:close/>
                  <a:moveTo>
                    <a:pt x="9787636" y="4572"/>
                  </a:moveTo>
                  <a:lnTo>
                    <a:pt x="9813036" y="4572"/>
                  </a:lnTo>
                  <a:lnTo>
                    <a:pt x="9787636" y="4572"/>
                  </a:lnTo>
                  <a:close/>
                  <a:moveTo>
                    <a:pt x="9838436" y="4572"/>
                  </a:moveTo>
                  <a:lnTo>
                    <a:pt x="9863836" y="4572"/>
                  </a:lnTo>
                  <a:lnTo>
                    <a:pt x="9838436" y="4572"/>
                  </a:lnTo>
                  <a:close/>
                  <a:moveTo>
                    <a:pt x="9889236" y="4572"/>
                  </a:moveTo>
                  <a:lnTo>
                    <a:pt x="9914636" y="4572"/>
                  </a:lnTo>
                  <a:lnTo>
                    <a:pt x="9889236" y="4572"/>
                  </a:lnTo>
                  <a:close/>
                  <a:moveTo>
                    <a:pt x="9940036" y="4572"/>
                  </a:moveTo>
                  <a:lnTo>
                    <a:pt x="9965436" y="4572"/>
                  </a:lnTo>
                  <a:lnTo>
                    <a:pt x="9940036" y="4572"/>
                  </a:lnTo>
                  <a:close/>
                  <a:moveTo>
                    <a:pt x="9990836" y="4572"/>
                  </a:moveTo>
                  <a:lnTo>
                    <a:pt x="10016236" y="4572"/>
                  </a:lnTo>
                  <a:lnTo>
                    <a:pt x="9990836" y="4572"/>
                  </a:lnTo>
                  <a:close/>
                  <a:moveTo>
                    <a:pt x="10041636" y="4572"/>
                  </a:moveTo>
                  <a:lnTo>
                    <a:pt x="10067036" y="4572"/>
                  </a:lnTo>
                  <a:lnTo>
                    <a:pt x="10041636" y="4572"/>
                  </a:lnTo>
                  <a:close/>
                  <a:moveTo>
                    <a:pt x="10092436" y="4572"/>
                  </a:moveTo>
                  <a:lnTo>
                    <a:pt x="10117836" y="4572"/>
                  </a:lnTo>
                  <a:lnTo>
                    <a:pt x="10092436" y="4572"/>
                  </a:lnTo>
                  <a:close/>
                  <a:moveTo>
                    <a:pt x="10143236" y="4572"/>
                  </a:moveTo>
                  <a:lnTo>
                    <a:pt x="10168636" y="4572"/>
                  </a:lnTo>
                  <a:lnTo>
                    <a:pt x="10143236" y="4572"/>
                  </a:lnTo>
                  <a:close/>
                  <a:moveTo>
                    <a:pt x="10194036" y="4572"/>
                  </a:moveTo>
                  <a:lnTo>
                    <a:pt x="10219436" y="4572"/>
                  </a:lnTo>
                  <a:lnTo>
                    <a:pt x="10194036" y="4572"/>
                  </a:lnTo>
                  <a:close/>
                  <a:moveTo>
                    <a:pt x="10244836" y="4572"/>
                  </a:moveTo>
                  <a:lnTo>
                    <a:pt x="10270236" y="4572"/>
                  </a:lnTo>
                  <a:lnTo>
                    <a:pt x="10244836" y="4572"/>
                  </a:lnTo>
                  <a:close/>
                  <a:moveTo>
                    <a:pt x="10295636" y="4572"/>
                  </a:moveTo>
                  <a:lnTo>
                    <a:pt x="10321036" y="4572"/>
                  </a:lnTo>
                  <a:lnTo>
                    <a:pt x="10295636" y="4572"/>
                  </a:lnTo>
                  <a:close/>
                  <a:moveTo>
                    <a:pt x="10335768" y="19812"/>
                  </a:moveTo>
                  <a:lnTo>
                    <a:pt x="10335768" y="45212"/>
                  </a:lnTo>
                  <a:lnTo>
                    <a:pt x="10331196" y="45212"/>
                  </a:lnTo>
                  <a:lnTo>
                    <a:pt x="10331196" y="19812"/>
                  </a:lnTo>
                  <a:close/>
                  <a:moveTo>
                    <a:pt x="10331196" y="70612"/>
                  </a:moveTo>
                  <a:lnTo>
                    <a:pt x="10331196" y="96012"/>
                  </a:lnTo>
                  <a:lnTo>
                    <a:pt x="10326624" y="96012"/>
                  </a:lnTo>
                  <a:lnTo>
                    <a:pt x="10326624" y="70612"/>
                  </a:lnTo>
                  <a:close/>
                  <a:moveTo>
                    <a:pt x="10326624" y="121412"/>
                  </a:moveTo>
                  <a:lnTo>
                    <a:pt x="10326624" y="146812"/>
                  </a:lnTo>
                  <a:lnTo>
                    <a:pt x="10322052" y="146812"/>
                  </a:lnTo>
                  <a:lnTo>
                    <a:pt x="10322052" y="121412"/>
                  </a:lnTo>
                  <a:close/>
                  <a:moveTo>
                    <a:pt x="10322052" y="172212"/>
                  </a:moveTo>
                  <a:lnTo>
                    <a:pt x="10322052" y="197612"/>
                  </a:lnTo>
                  <a:lnTo>
                    <a:pt x="10317480" y="197612"/>
                  </a:lnTo>
                  <a:lnTo>
                    <a:pt x="10317480" y="172212"/>
                  </a:lnTo>
                  <a:close/>
                  <a:moveTo>
                    <a:pt x="10317480" y="223012"/>
                  </a:moveTo>
                  <a:lnTo>
                    <a:pt x="10317480" y="248412"/>
                  </a:lnTo>
                  <a:lnTo>
                    <a:pt x="10312908" y="248412"/>
                  </a:lnTo>
                  <a:lnTo>
                    <a:pt x="10312908" y="223012"/>
                  </a:lnTo>
                  <a:close/>
                  <a:moveTo>
                    <a:pt x="10312908" y="273812"/>
                  </a:moveTo>
                  <a:lnTo>
                    <a:pt x="10312908" y="299212"/>
                  </a:lnTo>
                  <a:lnTo>
                    <a:pt x="10308336" y="299212"/>
                  </a:lnTo>
                  <a:lnTo>
                    <a:pt x="10308336" y="273812"/>
                  </a:lnTo>
                  <a:close/>
                  <a:moveTo>
                    <a:pt x="10308336" y="324612"/>
                  </a:moveTo>
                  <a:lnTo>
                    <a:pt x="10308336" y="350012"/>
                  </a:lnTo>
                  <a:lnTo>
                    <a:pt x="10303764" y="350012"/>
                  </a:lnTo>
                  <a:lnTo>
                    <a:pt x="10303764" y="324612"/>
                  </a:lnTo>
                  <a:close/>
                  <a:moveTo>
                    <a:pt x="10303764" y="375412"/>
                  </a:moveTo>
                  <a:lnTo>
                    <a:pt x="10303764" y="400812"/>
                  </a:lnTo>
                  <a:lnTo>
                    <a:pt x="10299192" y="400812"/>
                  </a:lnTo>
                  <a:lnTo>
                    <a:pt x="10299192" y="375412"/>
                  </a:lnTo>
                  <a:close/>
                  <a:moveTo>
                    <a:pt x="10299192" y="426212"/>
                  </a:moveTo>
                  <a:lnTo>
                    <a:pt x="10299192" y="451612"/>
                  </a:lnTo>
                  <a:lnTo>
                    <a:pt x="10294620" y="451612"/>
                  </a:lnTo>
                  <a:lnTo>
                    <a:pt x="10294620" y="426212"/>
                  </a:lnTo>
                  <a:close/>
                  <a:moveTo>
                    <a:pt x="10294620" y="477012"/>
                  </a:moveTo>
                  <a:lnTo>
                    <a:pt x="10294620" y="502412"/>
                  </a:lnTo>
                  <a:lnTo>
                    <a:pt x="10290048" y="502412"/>
                  </a:lnTo>
                  <a:lnTo>
                    <a:pt x="10290048" y="477012"/>
                  </a:lnTo>
                  <a:close/>
                  <a:moveTo>
                    <a:pt x="10290048" y="527812"/>
                  </a:moveTo>
                  <a:lnTo>
                    <a:pt x="10290048" y="553212"/>
                  </a:lnTo>
                  <a:lnTo>
                    <a:pt x="10285476" y="553212"/>
                  </a:lnTo>
                  <a:lnTo>
                    <a:pt x="10285476" y="527812"/>
                  </a:lnTo>
                  <a:close/>
                  <a:moveTo>
                    <a:pt x="10285476" y="578612"/>
                  </a:moveTo>
                  <a:lnTo>
                    <a:pt x="10285476" y="604012"/>
                  </a:lnTo>
                  <a:lnTo>
                    <a:pt x="10280904" y="604012"/>
                  </a:lnTo>
                  <a:lnTo>
                    <a:pt x="10280904" y="578612"/>
                  </a:lnTo>
                  <a:close/>
                  <a:moveTo>
                    <a:pt x="10280904" y="629412"/>
                  </a:moveTo>
                  <a:lnTo>
                    <a:pt x="10280904" y="654812"/>
                  </a:lnTo>
                  <a:lnTo>
                    <a:pt x="10276332" y="654812"/>
                  </a:lnTo>
                  <a:lnTo>
                    <a:pt x="10276332" y="629412"/>
                  </a:lnTo>
                  <a:close/>
                  <a:moveTo>
                    <a:pt x="10276332" y="680212"/>
                  </a:moveTo>
                  <a:lnTo>
                    <a:pt x="10276332" y="705612"/>
                  </a:lnTo>
                  <a:lnTo>
                    <a:pt x="10271760" y="705612"/>
                  </a:lnTo>
                  <a:lnTo>
                    <a:pt x="10271760" y="680212"/>
                  </a:lnTo>
                  <a:close/>
                  <a:moveTo>
                    <a:pt x="10271760" y="731012"/>
                  </a:moveTo>
                  <a:lnTo>
                    <a:pt x="10271760" y="756412"/>
                  </a:lnTo>
                  <a:lnTo>
                    <a:pt x="10267188" y="756412"/>
                  </a:lnTo>
                  <a:lnTo>
                    <a:pt x="10267188" y="731012"/>
                  </a:lnTo>
                  <a:close/>
                  <a:moveTo>
                    <a:pt x="10267188" y="781812"/>
                  </a:moveTo>
                  <a:lnTo>
                    <a:pt x="10267188" y="807212"/>
                  </a:lnTo>
                  <a:lnTo>
                    <a:pt x="10262616" y="807212"/>
                  </a:lnTo>
                  <a:lnTo>
                    <a:pt x="10262616" y="781812"/>
                  </a:lnTo>
                  <a:close/>
                  <a:moveTo>
                    <a:pt x="10262616" y="832612"/>
                  </a:moveTo>
                  <a:lnTo>
                    <a:pt x="10262616" y="858012"/>
                  </a:lnTo>
                  <a:lnTo>
                    <a:pt x="10258044" y="858012"/>
                  </a:lnTo>
                  <a:lnTo>
                    <a:pt x="10258044" y="832612"/>
                  </a:lnTo>
                  <a:close/>
                  <a:moveTo>
                    <a:pt x="10258044" y="883412"/>
                  </a:moveTo>
                  <a:lnTo>
                    <a:pt x="10258044" y="908812"/>
                  </a:lnTo>
                  <a:lnTo>
                    <a:pt x="10253472" y="908812"/>
                  </a:lnTo>
                  <a:lnTo>
                    <a:pt x="10253472" y="883412"/>
                  </a:lnTo>
                  <a:close/>
                  <a:moveTo>
                    <a:pt x="10253472" y="934212"/>
                  </a:moveTo>
                  <a:lnTo>
                    <a:pt x="10253472" y="959612"/>
                  </a:lnTo>
                  <a:lnTo>
                    <a:pt x="10248900" y="959612"/>
                  </a:lnTo>
                  <a:lnTo>
                    <a:pt x="10248900" y="934212"/>
                  </a:lnTo>
                  <a:close/>
                  <a:moveTo>
                    <a:pt x="10248900" y="985012"/>
                  </a:moveTo>
                  <a:lnTo>
                    <a:pt x="10248900" y="1010412"/>
                  </a:lnTo>
                  <a:lnTo>
                    <a:pt x="10244328" y="1010412"/>
                  </a:lnTo>
                  <a:lnTo>
                    <a:pt x="10244328" y="985012"/>
                  </a:lnTo>
                  <a:close/>
                  <a:moveTo>
                    <a:pt x="10244328" y="1035812"/>
                  </a:moveTo>
                  <a:lnTo>
                    <a:pt x="10244328" y="1061212"/>
                  </a:lnTo>
                  <a:lnTo>
                    <a:pt x="10239756" y="1061212"/>
                  </a:lnTo>
                  <a:lnTo>
                    <a:pt x="10239756" y="1035812"/>
                  </a:lnTo>
                  <a:close/>
                  <a:moveTo>
                    <a:pt x="10239756" y="1086612"/>
                  </a:moveTo>
                  <a:lnTo>
                    <a:pt x="10239756" y="1112012"/>
                  </a:lnTo>
                  <a:lnTo>
                    <a:pt x="10235184" y="1112012"/>
                  </a:lnTo>
                  <a:lnTo>
                    <a:pt x="10235184" y="1086612"/>
                  </a:lnTo>
                  <a:close/>
                  <a:moveTo>
                    <a:pt x="10235184" y="1137412"/>
                  </a:moveTo>
                  <a:lnTo>
                    <a:pt x="10235184" y="1162812"/>
                  </a:lnTo>
                  <a:lnTo>
                    <a:pt x="10230612" y="1162812"/>
                  </a:lnTo>
                  <a:lnTo>
                    <a:pt x="10230612" y="1137412"/>
                  </a:lnTo>
                  <a:close/>
                  <a:moveTo>
                    <a:pt x="10230612" y="1188212"/>
                  </a:moveTo>
                  <a:lnTo>
                    <a:pt x="10230612" y="1200658"/>
                  </a:lnTo>
                  <a:cubicBezTo>
                    <a:pt x="10230612" y="1201928"/>
                    <a:pt x="10229596" y="1202944"/>
                    <a:pt x="10228326" y="1202944"/>
                  </a:cubicBezTo>
                  <a:lnTo>
                    <a:pt x="10215372" y="1202944"/>
                  </a:lnTo>
                  <a:lnTo>
                    <a:pt x="10215372" y="1193800"/>
                  </a:lnTo>
                  <a:lnTo>
                    <a:pt x="10228326" y="1193800"/>
                  </a:lnTo>
                  <a:lnTo>
                    <a:pt x="10228326" y="1196086"/>
                  </a:lnTo>
                  <a:lnTo>
                    <a:pt x="10226040" y="1196086"/>
                  </a:lnTo>
                  <a:lnTo>
                    <a:pt x="10226040" y="1183640"/>
                  </a:lnTo>
                  <a:close/>
                  <a:moveTo>
                    <a:pt x="10185400" y="1198372"/>
                  </a:moveTo>
                  <a:lnTo>
                    <a:pt x="10160000" y="1198372"/>
                  </a:lnTo>
                  <a:lnTo>
                    <a:pt x="10160000" y="1193800"/>
                  </a:lnTo>
                  <a:lnTo>
                    <a:pt x="10185400" y="1193800"/>
                  </a:lnTo>
                  <a:close/>
                  <a:moveTo>
                    <a:pt x="10134600" y="1193800"/>
                  </a:moveTo>
                  <a:lnTo>
                    <a:pt x="10109200" y="1193800"/>
                  </a:lnTo>
                  <a:lnTo>
                    <a:pt x="10134600" y="1193800"/>
                  </a:lnTo>
                  <a:close/>
                  <a:moveTo>
                    <a:pt x="10083800" y="1193800"/>
                  </a:moveTo>
                  <a:lnTo>
                    <a:pt x="10058400" y="1193800"/>
                  </a:lnTo>
                  <a:lnTo>
                    <a:pt x="10083800" y="1193800"/>
                  </a:lnTo>
                  <a:close/>
                  <a:moveTo>
                    <a:pt x="10033000" y="1193800"/>
                  </a:moveTo>
                  <a:lnTo>
                    <a:pt x="10007600" y="1193800"/>
                  </a:lnTo>
                  <a:lnTo>
                    <a:pt x="10033000" y="1193800"/>
                  </a:lnTo>
                  <a:close/>
                  <a:moveTo>
                    <a:pt x="9982200" y="1193800"/>
                  </a:moveTo>
                  <a:lnTo>
                    <a:pt x="9956800" y="1193800"/>
                  </a:lnTo>
                  <a:lnTo>
                    <a:pt x="9982200" y="1193800"/>
                  </a:lnTo>
                  <a:close/>
                  <a:moveTo>
                    <a:pt x="9931400" y="1193800"/>
                  </a:moveTo>
                  <a:lnTo>
                    <a:pt x="9906000" y="1193800"/>
                  </a:lnTo>
                  <a:lnTo>
                    <a:pt x="9931400" y="1193800"/>
                  </a:lnTo>
                  <a:close/>
                  <a:moveTo>
                    <a:pt x="9880600" y="1193800"/>
                  </a:moveTo>
                  <a:lnTo>
                    <a:pt x="9855200" y="1193800"/>
                  </a:lnTo>
                  <a:lnTo>
                    <a:pt x="9880600" y="1193800"/>
                  </a:lnTo>
                  <a:close/>
                  <a:moveTo>
                    <a:pt x="9829800" y="1193800"/>
                  </a:moveTo>
                  <a:lnTo>
                    <a:pt x="9804400" y="1193800"/>
                  </a:lnTo>
                  <a:lnTo>
                    <a:pt x="9829800" y="1193800"/>
                  </a:lnTo>
                  <a:close/>
                  <a:moveTo>
                    <a:pt x="9779000" y="1193800"/>
                  </a:moveTo>
                  <a:lnTo>
                    <a:pt x="9753600" y="1193800"/>
                  </a:lnTo>
                  <a:lnTo>
                    <a:pt x="9779000" y="1193800"/>
                  </a:lnTo>
                  <a:close/>
                  <a:moveTo>
                    <a:pt x="9728200" y="1193800"/>
                  </a:moveTo>
                  <a:lnTo>
                    <a:pt x="9702800" y="1193800"/>
                  </a:lnTo>
                  <a:lnTo>
                    <a:pt x="9728200" y="1193800"/>
                  </a:lnTo>
                  <a:close/>
                  <a:moveTo>
                    <a:pt x="9677400" y="1193800"/>
                  </a:moveTo>
                  <a:lnTo>
                    <a:pt x="9652000" y="1193800"/>
                  </a:lnTo>
                  <a:lnTo>
                    <a:pt x="9677400" y="1193800"/>
                  </a:lnTo>
                  <a:close/>
                  <a:moveTo>
                    <a:pt x="9626600" y="1193800"/>
                  </a:moveTo>
                  <a:lnTo>
                    <a:pt x="9601200" y="1193800"/>
                  </a:lnTo>
                  <a:lnTo>
                    <a:pt x="9626600" y="1193800"/>
                  </a:lnTo>
                  <a:close/>
                  <a:moveTo>
                    <a:pt x="9575800" y="1193800"/>
                  </a:moveTo>
                  <a:lnTo>
                    <a:pt x="9550400" y="1193800"/>
                  </a:lnTo>
                  <a:lnTo>
                    <a:pt x="9575800" y="1193800"/>
                  </a:lnTo>
                  <a:close/>
                  <a:moveTo>
                    <a:pt x="9525000" y="1193800"/>
                  </a:moveTo>
                  <a:lnTo>
                    <a:pt x="9499600" y="1193800"/>
                  </a:lnTo>
                  <a:lnTo>
                    <a:pt x="9525000" y="1193800"/>
                  </a:lnTo>
                  <a:close/>
                  <a:moveTo>
                    <a:pt x="9474200" y="1193800"/>
                  </a:moveTo>
                  <a:lnTo>
                    <a:pt x="9448800" y="1193800"/>
                  </a:lnTo>
                  <a:lnTo>
                    <a:pt x="9474200" y="1193800"/>
                  </a:lnTo>
                  <a:close/>
                  <a:moveTo>
                    <a:pt x="9423400" y="1193800"/>
                  </a:moveTo>
                  <a:lnTo>
                    <a:pt x="9398000" y="1193800"/>
                  </a:lnTo>
                  <a:lnTo>
                    <a:pt x="9423400" y="1193800"/>
                  </a:lnTo>
                  <a:close/>
                  <a:moveTo>
                    <a:pt x="9372600" y="1193800"/>
                  </a:moveTo>
                  <a:lnTo>
                    <a:pt x="9347200" y="1193800"/>
                  </a:lnTo>
                  <a:lnTo>
                    <a:pt x="9372600" y="1193800"/>
                  </a:lnTo>
                  <a:close/>
                  <a:moveTo>
                    <a:pt x="9321800" y="1193800"/>
                  </a:moveTo>
                  <a:lnTo>
                    <a:pt x="9296400" y="1193800"/>
                  </a:lnTo>
                  <a:lnTo>
                    <a:pt x="9321800" y="1193800"/>
                  </a:lnTo>
                  <a:close/>
                  <a:moveTo>
                    <a:pt x="9271000" y="1193800"/>
                  </a:moveTo>
                  <a:lnTo>
                    <a:pt x="9245600" y="1193800"/>
                  </a:lnTo>
                  <a:lnTo>
                    <a:pt x="9271000" y="1193800"/>
                  </a:lnTo>
                  <a:close/>
                  <a:moveTo>
                    <a:pt x="9220200" y="1193800"/>
                  </a:moveTo>
                  <a:lnTo>
                    <a:pt x="9194800" y="1193800"/>
                  </a:lnTo>
                  <a:lnTo>
                    <a:pt x="9220200" y="1193800"/>
                  </a:lnTo>
                  <a:close/>
                  <a:moveTo>
                    <a:pt x="9169400" y="1193800"/>
                  </a:moveTo>
                  <a:lnTo>
                    <a:pt x="9144000" y="1193800"/>
                  </a:lnTo>
                  <a:lnTo>
                    <a:pt x="9169400" y="1193800"/>
                  </a:lnTo>
                  <a:close/>
                  <a:moveTo>
                    <a:pt x="9118600" y="1193800"/>
                  </a:moveTo>
                  <a:lnTo>
                    <a:pt x="9093200" y="1193800"/>
                  </a:lnTo>
                  <a:lnTo>
                    <a:pt x="9118600" y="1193800"/>
                  </a:lnTo>
                  <a:close/>
                  <a:moveTo>
                    <a:pt x="9067800" y="1193800"/>
                  </a:moveTo>
                  <a:lnTo>
                    <a:pt x="9042400" y="1193800"/>
                  </a:lnTo>
                  <a:lnTo>
                    <a:pt x="9067800" y="1193800"/>
                  </a:lnTo>
                  <a:close/>
                  <a:moveTo>
                    <a:pt x="9017000" y="1193800"/>
                  </a:moveTo>
                  <a:lnTo>
                    <a:pt x="8991600" y="1193800"/>
                  </a:lnTo>
                  <a:lnTo>
                    <a:pt x="9017000" y="1193800"/>
                  </a:lnTo>
                  <a:close/>
                  <a:moveTo>
                    <a:pt x="8966200" y="1193800"/>
                  </a:moveTo>
                  <a:lnTo>
                    <a:pt x="8940800" y="1193800"/>
                  </a:lnTo>
                  <a:lnTo>
                    <a:pt x="8966200" y="1193800"/>
                  </a:lnTo>
                  <a:close/>
                  <a:moveTo>
                    <a:pt x="8915400" y="1193800"/>
                  </a:moveTo>
                  <a:lnTo>
                    <a:pt x="8890000" y="1193800"/>
                  </a:lnTo>
                  <a:lnTo>
                    <a:pt x="8915400" y="1193800"/>
                  </a:lnTo>
                  <a:close/>
                  <a:moveTo>
                    <a:pt x="8864600" y="1193800"/>
                  </a:moveTo>
                  <a:lnTo>
                    <a:pt x="8839200" y="1193800"/>
                  </a:lnTo>
                  <a:lnTo>
                    <a:pt x="8864600" y="1193800"/>
                  </a:lnTo>
                  <a:close/>
                  <a:moveTo>
                    <a:pt x="8813800" y="1193800"/>
                  </a:moveTo>
                  <a:lnTo>
                    <a:pt x="8788400" y="1193800"/>
                  </a:lnTo>
                  <a:lnTo>
                    <a:pt x="8813800" y="1193800"/>
                  </a:lnTo>
                  <a:close/>
                  <a:moveTo>
                    <a:pt x="8763000" y="1193800"/>
                  </a:moveTo>
                  <a:lnTo>
                    <a:pt x="8737600" y="1193800"/>
                  </a:lnTo>
                  <a:lnTo>
                    <a:pt x="8763000" y="1193800"/>
                  </a:lnTo>
                  <a:close/>
                  <a:moveTo>
                    <a:pt x="8712200" y="1193800"/>
                  </a:moveTo>
                  <a:lnTo>
                    <a:pt x="8686800" y="1193800"/>
                  </a:lnTo>
                  <a:lnTo>
                    <a:pt x="8712200" y="1193800"/>
                  </a:lnTo>
                  <a:close/>
                  <a:moveTo>
                    <a:pt x="8661400" y="1193800"/>
                  </a:moveTo>
                  <a:lnTo>
                    <a:pt x="8636000" y="1193800"/>
                  </a:lnTo>
                  <a:lnTo>
                    <a:pt x="8661400" y="1193800"/>
                  </a:lnTo>
                  <a:close/>
                  <a:moveTo>
                    <a:pt x="8610600" y="1193800"/>
                  </a:moveTo>
                  <a:lnTo>
                    <a:pt x="8585200" y="1193800"/>
                  </a:lnTo>
                  <a:lnTo>
                    <a:pt x="8610600" y="1193800"/>
                  </a:lnTo>
                  <a:close/>
                  <a:moveTo>
                    <a:pt x="8559800" y="1193800"/>
                  </a:moveTo>
                  <a:lnTo>
                    <a:pt x="8534400" y="1193800"/>
                  </a:lnTo>
                  <a:lnTo>
                    <a:pt x="8559800" y="1193800"/>
                  </a:lnTo>
                  <a:close/>
                  <a:moveTo>
                    <a:pt x="8509000" y="1193800"/>
                  </a:moveTo>
                  <a:lnTo>
                    <a:pt x="8483600" y="1193800"/>
                  </a:lnTo>
                  <a:lnTo>
                    <a:pt x="8509000" y="1193800"/>
                  </a:lnTo>
                  <a:close/>
                  <a:moveTo>
                    <a:pt x="8458200" y="1193800"/>
                  </a:moveTo>
                  <a:lnTo>
                    <a:pt x="8432800" y="1193800"/>
                  </a:lnTo>
                  <a:lnTo>
                    <a:pt x="8458200" y="1193800"/>
                  </a:lnTo>
                  <a:close/>
                  <a:moveTo>
                    <a:pt x="8407400" y="1193800"/>
                  </a:moveTo>
                  <a:lnTo>
                    <a:pt x="8382000" y="1193800"/>
                  </a:lnTo>
                  <a:lnTo>
                    <a:pt x="8407400" y="1193800"/>
                  </a:lnTo>
                  <a:close/>
                  <a:moveTo>
                    <a:pt x="8356600" y="1193800"/>
                  </a:moveTo>
                  <a:lnTo>
                    <a:pt x="8331200" y="1193800"/>
                  </a:lnTo>
                  <a:lnTo>
                    <a:pt x="8356600" y="1193800"/>
                  </a:lnTo>
                  <a:close/>
                  <a:moveTo>
                    <a:pt x="8305800" y="1193800"/>
                  </a:moveTo>
                  <a:lnTo>
                    <a:pt x="8280400" y="1193800"/>
                  </a:lnTo>
                  <a:lnTo>
                    <a:pt x="8305800" y="1193800"/>
                  </a:lnTo>
                  <a:close/>
                  <a:moveTo>
                    <a:pt x="8255000" y="1193800"/>
                  </a:moveTo>
                  <a:lnTo>
                    <a:pt x="8229600" y="1193800"/>
                  </a:lnTo>
                  <a:lnTo>
                    <a:pt x="8255000" y="1193800"/>
                  </a:lnTo>
                  <a:close/>
                  <a:moveTo>
                    <a:pt x="8204200" y="1193800"/>
                  </a:moveTo>
                  <a:lnTo>
                    <a:pt x="8178800" y="1193800"/>
                  </a:lnTo>
                  <a:lnTo>
                    <a:pt x="8204200" y="1193800"/>
                  </a:lnTo>
                  <a:close/>
                  <a:moveTo>
                    <a:pt x="8153400" y="1193800"/>
                  </a:moveTo>
                  <a:lnTo>
                    <a:pt x="8128000" y="1193800"/>
                  </a:lnTo>
                  <a:lnTo>
                    <a:pt x="8153400" y="1193800"/>
                  </a:lnTo>
                  <a:close/>
                  <a:moveTo>
                    <a:pt x="8102600" y="1193800"/>
                  </a:moveTo>
                  <a:lnTo>
                    <a:pt x="8077200" y="1193800"/>
                  </a:lnTo>
                  <a:lnTo>
                    <a:pt x="8102600" y="1193800"/>
                  </a:lnTo>
                  <a:close/>
                  <a:moveTo>
                    <a:pt x="8051800" y="1193800"/>
                  </a:moveTo>
                  <a:lnTo>
                    <a:pt x="8026400" y="1193800"/>
                  </a:lnTo>
                  <a:lnTo>
                    <a:pt x="8051800" y="1193800"/>
                  </a:lnTo>
                  <a:close/>
                  <a:moveTo>
                    <a:pt x="8001000" y="1193800"/>
                  </a:moveTo>
                  <a:lnTo>
                    <a:pt x="7975600" y="1193800"/>
                  </a:lnTo>
                  <a:lnTo>
                    <a:pt x="8001000" y="1193800"/>
                  </a:lnTo>
                  <a:close/>
                  <a:moveTo>
                    <a:pt x="7950200" y="1193800"/>
                  </a:moveTo>
                  <a:lnTo>
                    <a:pt x="7924800" y="1193800"/>
                  </a:lnTo>
                  <a:lnTo>
                    <a:pt x="7950200" y="1193800"/>
                  </a:lnTo>
                  <a:close/>
                  <a:moveTo>
                    <a:pt x="7899400" y="1193800"/>
                  </a:moveTo>
                  <a:lnTo>
                    <a:pt x="7874000" y="1193800"/>
                  </a:lnTo>
                  <a:lnTo>
                    <a:pt x="7899400" y="1193800"/>
                  </a:lnTo>
                  <a:close/>
                  <a:moveTo>
                    <a:pt x="7848600" y="1193800"/>
                  </a:moveTo>
                  <a:lnTo>
                    <a:pt x="7823200" y="1193800"/>
                  </a:lnTo>
                  <a:lnTo>
                    <a:pt x="7848600" y="1193800"/>
                  </a:lnTo>
                  <a:close/>
                  <a:moveTo>
                    <a:pt x="7797800" y="1193800"/>
                  </a:moveTo>
                  <a:lnTo>
                    <a:pt x="7772400" y="1193800"/>
                  </a:lnTo>
                  <a:lnTo>
                    <a:pt x="7797800" y="1193800"/>
                  </a:lnTo>
                  <a:close/>
                  <a:moveTo>
                    <a:pt x="7747000" y="1193800"/>
                  </a:moveTo>
                  <a:lnTo>
                    <a:pt x="7721600" y="1193800"/>
                  </a:lnTo>
                  <a:lnTo>
                    <a:pt x="7747000" y="1193800"/>
                  </a:lnTo>
                  <a:close/>
                  <a:moveTo>
                    <a:pt x="7696200" y="1193800"/>
                  </a:moveTo>
                  <a:lnTo>
                    <a:pt x="7670800" y="1193800"/>
                  </a:lnTo>
                  <a:lnTo>
                    <a:pt x="7696200" y="1193800"/>
                  </a:lnTo>
                  <a:close/>
                  <a:moveTo>
                    <a:pt x="7645400" y="1193800"/>
                  </a:moveTo>
                  <a:lnTo>
                    <a:pt x="7620000" y="1193800"/>
                  </a:lnTo>
                  <a:lnTo>
                    <a:pt x="7645400" y="1193800"/>
                  </a:lnTo>
                  <a:close/>
                  <a:moveTo>
                    <a:pt x="7594600" y="1193800"/>
                  </a:moveTo>
                  <a:lnTo>
                    <a:pt x="7569200" y="1193800"/>
                  </a:lnTo>
                  <a:lnTo>
                    <a:pt x="7594600" y="1193800"/>
                  </a:lnTo>
                  <a:close/>
                  <a:moveTo>
                    <a:pt x="7543800" y="1193800"/>
                  </a:moveTo>
                  <a:lnTo>
                    <a:pt x="7518400" y="1193800"/>
                  </a:lnTo>
                  <a:lnTo>
                    <a:pt x="7543800" y="1193800"/>
                  </a:lnTo>
                  <a:close/>
                  <a:moveTo>
                    <a:pt x="7493000" y="1193800"/>
                  </a:moveTo>
                  <a:lnTo>
                    <a:pt x="7467600" y="1193800"/>
                  </a:lnTo>
                  <a:lnTo>
                    <a:pt x="7493000" y="1193800"/>
                  </a:lnTo>
                  <a:close/>
                  <a:moveTo>
                    <a:pt x="7442200" y="1193800"/>
                  </a:moveTo>
                  <a:lnTo>
                    <a:pt x="7416800" y="1193800"/>
                  </a:lnTo>
                  <a:lnTo>
                    <a:pt x="7442200" y="1193800"/>
                  </a:lnTo>
                  <a:close/>
                  <a:moveTo>
                    <a:pt x="7391400" y="1193800"/>
                  </a:moveTo>
                  <a:lnTo>
                    <a:pt x="7366000" y="1193800"/>
                  </a:lnTo>
                  <a:lnTo>
                    <a:pt x="7391400" y="1193800"/>
                  </a:lnTo>
                  <a:close/>
                  <a:moveTo>
                    <a:pt x="7340600" y="1193800"/>
                  </a:moveTo>
                  <a:lnTo>
                    <a:pt x="7315200" y="1193800"/>
                  </a:lnTo>
                  <a:lnTo>
                    <a:pt x="7340600" y="1193800"/>
                  </a:lnTo>
                  <a:close/>
                  <a:moveTo>
                    <a:pt x="7289800" y="1193800"/>
                  </a:moveTo>
                  <a:lnTo>
                    <a:pt x="7264400" y="1193800"/>
                  </a:lnTo>
                  <a:lnTo>
                    <a:pt x="7289800" y="1193800"/>
                  </a:lnTo>
                  <a:close/>
                  <a:moveTo>
                    <a:pt x="7239000" y="1193800"/>
                  </a:moveTo>
                  <a:lnTo>
                    <a:pt x="7213600" y="1193800"/>
                  </a:lnTo>
                  <a:lnTo>
                    <a:pt x="7239000" y="1193800"/>
                  </a:lnTo>
                  <a:close/>
                  <a:moveTo>
                    <a:pt x="7188200" y="1193800"/>
                  </a:moveTo>
                  <a:lnTo>
                    <a:pt x="7162800" y="1193800"/>
                  </a:lnTo>
                  <a:lnTo>
                    <a:pt x="7188200" y="1193800"/>
                  </a:lnTo>
                  <a:close/>
                  <a:moveTo>
                    <a:pt x="7137400" y="1193800"/>
                  </a:moveTo>
                  <a:lnTo>
                    <a:pt x="7112000" y="1193800"/>
                  </a:lnTo>
                  <a:lnTo>
                    <a:pt x="7137400" y="1193800"/>
                  </a:lnTo>
                  <a:close/>
                  <a:moveTo>
                    <a:pt x="7086600" y="1193800"/>
                  </a:moveTo>
                  <a:lnTo>
                    <a:pt x="7061200" y="1193800"/>
                  </a:lnTo>
                  <a:lnTo>
                    <a:pt x="7086600" y="1193800"/>
                  </a:lnTo>
                  <a:close/>
                  <a:moveTo>
                    <a:pt x="7035800" y="1193800"/>
                  </a:moveTo>
                  <a:lnTo>
                    <a:pt x="7010400" y="1193800"/>
                  </a:lnTo>
                  <a:lnTo>
                    <a:pt x="7035800" y="1193800"/>
                  </a:lnTo>
                  <a:close/>
                  <a:moveTo>
                    <a:pt x="6985000" y="1193800"/>
                  </a:moveTo>
                  <a:lnTo>
                    <a:pt x="6959600" y="1193800"/>
                  </a:lnTo>
                  <a:lnTo>
                    <a:pt x="6985000" y="1193800"/>
                  </a:lnTo>
                  <a:close/>
                  <a:moveTo>
                    <a:pt x="6934200" y="1193800"/>
                  </a:moveTo>
                  <a:lnTo>
                    <a:pt x="6908800" y="1193800"/>
                  </a:lnTo>
                  <a:lnTo>
                    <a:pt x="6934200" y="1193800"/>
                  </a:lnTo>
                  <a:close/>
                  <a:moveTo>
                    <a:pt x="6883400" y="1193800"/>
                  </a:moveTo>
                  <a:lnTo>
                    <a:pt x="6858000" y="1193800"/>
                  </a:lnTo>
                  <a:lnTo>
                    <a:pt x="6883400" y="1193800"/>
                  </a:lnTo>
                  <a:close/>
                  <a:moveTo>
                    <a:pt x="6832600" y="1193800"/>
                  </a:moveTo>
                  <a:lnTo>
                    <a:pt x="6807200" y="1193800"/>
                  </a:lnTo>
                  <a:lnTo>
                    <a:pt x="6832600" y="1193800"/>
                  </a:lnTo>
                  <a:close/>
                  <a:moveTo>
                    <a:pt x="6781800" y="1193800"/>
                  </a:moveTo>
                  <a:lnTo>
                    <a:pt x="6756400" y="1193800"/>
                  </a:lnTo>
                  <a:lnTo>
                    <a:pt x="6781800" y="1193800"/>
                  </a:lnTo>
                  <a:close/>
                  <a:moveTo>
                    <a:pt x="6731000" y="1193800"/>
                  </a:moveTo>
                  <a:lnTo>
                    <a:pt x="6705600" y="1193800"/>
                  </a:lnTo>
                  <a:lnTo>
                    <a:pt x="6731000" y="1193800"/>
                  </a:lnTo>
                  <a:close/>
                  <a:moveTo>
                    <a:pt x="6680200" y="1193800"/>
                  </a:moveTo>
                  <a:lnTo>
                    <a:pt x="6654800" y="1193800"/>
                  </a:lnTo>
                  <a:lnTo>
                    <a:pt x="6680200" y="1193800"/>
                  </a:lnTo>
                  <a:close/>
                  <a:moveTo>
                    <a:pt x="6629400" y="1193800"/>
                  </a:moveTo>
                  <a:lnTo>
                    <a:pt x="6604000" y="1193800"/>
                  </a:lnTo>
                  <a:lnTo>
                    <a:pt x="6629400" y="1193800"/>
                  </a:lnTo>
                  <a:close/>
                  <a:moveTo>
                    <a:pt x="6578600" y="1193800"/>
                  </a:moveTo>
                  <a:lnTo>
                    <a:pt x="6553200" y="1193800"/>
                  </a:lnTo>
                  <a:lnTo>
                    <a:pt x="6578600" y="1193800"/>
                  </a:lnTo>
                  <a:close/>
                  <a:moveTo>
                    <a:pt x="6527800" y="1193800"/>
                  </a:moveTo>
                  <a:lnTo>
                    <a:pt x="6502400" y="1193800"/>
                  </a:lnTo>
                  <a:lnTo>
                    <a:pt x="6527800" y="1193800"/>
                  </a:lnTo>
                  <a:close/>
                  <a:moveTo>
                    <a:pt x="6477000" y="1193800"/>
                  </a:moveTo>
                  <a:lnTo>
                    <a:pt x="6451600" y="1193800"/>
                  </a:lnTo>
                  <a:lnTo>
                    <a:pt x="6477000" y="1193800"/>
                  </a:lnTo>
                  <a:close/>
                  <a:moveTo>
                    <a:pt x="6426200" y="1193800"/>
                  </a:moveTo>
                  <a:lnTo>
                    <a:pt x="6400800" y="1193800"/>
                  </a:lnTo>
                  <a:lnTo>
                    <a:pt x="6426200" y="1193800"/>
                  </a:lnTo>
                  <a:close/>
                  <a:moveTo>
                    <a:pt x="6375400" y="1193800"/>
                  </a:moveTo>
                  <a:lnTo>
                    <a:pt x="6350000" y="1193800"/>
                  </a:lnTo>
                  <a:lnTo>
                    <a:pt x="6375400" y="1193800"/>
                  </a:lnTo>
                  <a:close/>
                  <a:moveTo>
                    <a:pt x="6324600" y="1193800"/>
                  </a:moveTo>
                  <a:lnTo>
                    <a:pt x="6299200" y="1193800"/>
                  </a:lnTo>
                  <a:lnTo>
                    <a:pt x="6324600" y="1193800"/>
                  </a:lnTo>
                  <a:close/>
                  <a:moveTo>
                    <a:pt x="6273800" y="1193800"/>
                  </a:moveTo>
                  <a:lnTo>
                    <a:pt x="6248400" y="1193800"/>
                  </a:lnTo>
                  <a:lnTo>
                    <a:pt x="6273800" y="1193800"/>
                  </a:lnTo>
                  <a:close/>
                  <a:moveTo>
                    <a:pt x="6223000" y="1193800"/>
                  </a:moveTo>
                  <a:lnTo>
                    <a:pt x="6197600" y="1193800"/>
                  </a:lnTo>
                  <a:lnTo>
                    <a:pt x="6223000" y="1193800"/>
                  </a:lnTo>
                  <a:close/>
                  <a:moveTo>
                    <a:pt x="6172200" y="1193800"/>
                  </a:moveTo>
                  <a:lnTo>
                    <a:pt x="6146800" y="1193800"/>
                  </a:lnTo>
                  <a:lnTo>
                    <a:pt x="6172200" y="1193800"/>
                  </a:lnTo>
                  <a:close/>
                  <a:moveTo>
                    <a:pt x="6121400" y="1193800"/>
                  </a:moveTo>
                  <a:lnTo>
                    <a:pt x="6096000" y="1193800"/>
                  </a:lnTo>
                  <a:lnTo>
                    <a:pt x="6121400" y="1193800"/>
                  </a:lnTo>
                  <a:close/>
                  <a:moveTo>
                    <a:pt x="6070600" y="1193800"/>
                  </a:moveTo>
                  <a:lnTo>
                    <a:pt x="6045200" y="1193800"/>
                  </a:lnTo>
                  <a:lnTo>
                    <a:pt x="6070600" y="1193800"/>
                  </a:lnTo>
                  <a:close/>
                  <a:moveTo>
                    <a:pt x="6019800" y="1193800"/>
                  </a:moveTo>
                  <a:lnTo>
                    <a:pt x="5994400" y="1193800"/>
                  </a:lnTo>
                  <a:lnTo>
                    <a:pt x="6019800" y="1193800"/>
                  </a:lnTo>
                  <a:close/>
                  <a:moveTo>
                    <a:pt x="5969000" y="1193800"/>
                  </a:moveTo>
                  <a:lnTo>
                    <a:pt x="5943600" y="1193800"/>
                  </a:lnTo>
                  <a:lnTo>
                    <a:pt x="5969000" y="1193800"/>
                  </a:lnTo>
                  <a:close/>
                  <a:moveTo>
                    <a:pt x="5918200" y="1193800"/>
                  </a:moveTo>
                  <a:lnTo>
                    <a:pt x="5892800" y="1193800"/>
                  </a:lnTo>
                  <a:lnTo>
                    <a:pt x="5918200" y="1193800"/>
                  </a:lnTo>
                  <a:close/>
                  <a:moveTo>
                    <a:pt x="5867400" y="1193800"/>
                  </a:moveTo>
                  <a:lnTo>
                    <a:pt x="5842000" y="1193800"/>
                  </a:lnTo>
                  <a:lnTo>
                    <a:pt x="5867400" y="1193800"/>
                  </a:lnTo>
                  <a:close/>
                  <a:moveTo>
                    <a:pt x="5816600" y="1193800"/>
                  </a:moveTo>
                  <a:lnTo>
                    <a:pt x="5791200" y="1193800"/>
                  </a:lnTo>
                  <a:lnTo>
                    <a:pt x="5816600" y="1193800"/>
                  </a:lnTo>
                  <a:close/>
                  <a:moveTo>
                    <a:pt x="5765800" y="1193800"/>
                  </a:moveTo>
                  <a:lnTo>
                    <a:pt x="5740400" y="1193800"/>
                  </a:lnTo>
                  <a:lnTo>
                    <a:pt x="5765800" y="1193800"/>
                  </a:lnTo>
                  <a:close/>
                  <a:moveTo>
                    <a:pt x="5715000" y="1193800"/>
                  </a:moveTo>
                  <a:lnTo>
                    <a:pt x="5689600" y="1193800"/>
                  </a:lnTo>
                  <a:lnTo>
                    <a:pt x="5715000" y="1193800"/>
                  </a:lnTo>
                  <a:close/>
                  <a:moveTo>
                    <a:pt x="5664200" y="1193800"/>
                  </a:moveTo>
                  <a:lnTo>
                    <a:pt x="5638800" y="1193800"/>
                  </a:lnTo>
                  <a:lnTo>
                    <a:pt x="5664200" y="1193800"/>
                  </a:lnTo>
                  <a:close/>
                  <a:moveTo>
                    <a:pt x="5613400" y="1193800"/>
                  </a:moveTo>
                  <a:lnTo>
                    <a:pt x="5588000" y="1193800"/>
                  </a:lnTo>
                  <a:lnTo>
                    <a:pt x="5613400" y="1193800"/>
                  </a:lnTo>
                  <a:close/>
                  <a:moveTo>
                    <a:pt x="5562600" y="1193800"/>
                  </a:moveTo>
                  <a:lnTo>
                    <a:pt x="5537200" y="1193800"/>
                  </a:lnTo>
                  <a:lnTo>
                    <a:pt x="5562600" y="1193800"/>
                  </a:lnTo>
                  <a:close/>
                  <a:moveTo>
                    <a:pt x="5511800" y="1193800"/>
                  </a:moveTo>
                  <a:lnTo>
                    <a:pt x="5486400" y="1193800"/>
                  </a:lnTo>
                  <a:lnTo>
                    <a:pt x="5511800" y="1193800"/>
                  </a:lnTo>
                  <a:close/>
                  <a:moveTo>
                    <a:pt x="5461000" y="1193800"/>
                  </a:moveTo>
                  <a:lnTo>
                    <a:pt x="5435600" y="1193800"/>
                  </a:lnTo>
                  <a:lnTo>
                    <a:pt x="5461000" y="1193800"/>
                  </a:lnTo>
                  <a:close/>
                  <a:moveTo>
                    <a:pt x="5410200" y="1193800"/>
                  </a:moveTo>
                  <a:lnTo>
                    <a:pt x="5384800" y="1193800"/>
                  </a:lnTo>
                  <a:lnTo>
                    <a:pt x="5410200" y="1193800"/>
                  </a:lnTo>
                  <a:close/>
                  <a:moveTo>
                    <a:pt x="5359400" y="1193800"/>
                  </a:moveTo>
                  <a:lnTo>
                    <a:pt x="5334000" y="1193800"/>
                  </a:lnTo>
                  <a:lnTo>
                    <a:pt x="5359400" y="1193800"/>
                  </a:lnTo>
                  <a:close/>
                  <a:moveTo>
                    <a:pt x="5308600" y="1193800"/>
                  </a:moveTo>
                  <a:lnTo>
                    <a:pt x="5283200" y="1193800"/>
                  </a:lnTo>
                  <a:lnTo>
                    <a:pt x="5308600" y="1193800"/>
                  </a:lnTo>
                  <a:close/>
                  <a:moveTo>
                    <a:pt x="5257800" y="1193800"/>
                  </a:moveTo>
                  <a:lnTo>
                    <a:pt x="5232400" y="1193800"/>
                  </a:lnTo>
                  <a:lnTo>
                    <a:pt x="5257800" y="1193800"/>
                  </a:lnTo>
                  <a:close/>
                  <a:moveTo>
                    <a:pt x="5207000" y="1193800"/>
                  </a:moveTo>
                  <a:lnTo>
                    <a:pt x="5181600" y="1193800"/>
                  </a:lnTo>
                  <a:lnTo>
                    <a:pt x="5207000" y="1193800"/>
                  </a:lnTo>
                  <a:close/>
                  <a:moveTo>
                    <a:pt x="5156200" y="1193800"/>
                  </a:moveTo>
                  <a:lnTo>
                    <a:pt x="5130800" y="1193800"/>
                  </a:lnTo>
                  <a:lnTo>
                    <a:pt x="5156200" y="1193800"/>
                  </a:lnTo>
                  <a:close/>
                  <a:moveTo>
                    <a:pt x="5105400" y="1193800"/>
                  </a:moveTo>
                  <a:lnTo>
                    <a:pt x="5080000" y="1193800"/>
                  </a:lnTo>
                  <a:lnTo>
                    <a:pt x="5105400" y="1193800"/>
                  </a:lnTo>
                  <a:close/>
                  <a:moveTo>
                    <a:pt x="5054600" y="1193800"/>
                  </a:moveTo>
                  <a:lnTo>
                    <a:pt x="5029200" y="1193800"/>
                  </a:lnTo>
                  <a:lnTo>
                    <a:pt x="5054600" y="1193800"/>
                  </a:lnTo>
                  <a:close/>
                  <a:moveTo>
                    <a:pt x="5003800" y="1193800"/>
                  </a:moveTo>
                  <a:lnTo>
                    <a:pt x="4978400" y="1193800"/>
                  </a:lnTo>
                  <a:lnTo>
                    <a:pt x="5003800" y="1193800"/>
                  </a:lnTo>
                  <a:close/>
                  <a:moveTo>
                    <a:pt x="4953000" y="1193800"/>
                  </a:moveTo>
                  <a:lnTo>
                    <a:pt x="4927600" y="1193800"/>
                  </a:lnTo>
                  <a:lnTo>
                    <a:pt x="4953000" y="1193800"/>
                  </a:lnTo>
                  <a:close/>
                  <a:moveTo>
                    <a:pt x="4902200" y="1193800"/>
                  </a:moveTo>
                  <a:lnTo>
                    <a:pt x="4876800" y="1193800"/>
                  </a:lnTo>
                  <a:lnTo>
                    <a:pt x="4902200" y="1193800"/>
                  </a:lnTo>
                  <a:close/>
                  <a:moveTo>
                    <a:pt x="4851400" y="1193800"/>
                  </a:moveTo>
                  <a:lnTo>
                    <a:pt x="4826000" y="1193800"/>
                  </a:lnTo>
                  <a:lnTo>
                    <a:pt x="4851400" y="1193800"/>
                  </a:lnTo>
                  <a:close/>
                  <a:moveTo>
                    <a:pt x="4800600" y="1193800"/>
                  </a:moveTo>
                  <a:lnTo>
                    <a:pt x="4775200" y="1193800"/>
                  </a:lnTo>
                  <a:lnTo>
                    <a:pt x="4800600" y="1193800"/>
                  </a:lnTo>
                  <a:close/>
                  <a:moveTo>
                    <a:pt x="4749800" y="1193800"/>
                  </a:moveTo>
                  <a:lnTo>
                    <a:pt x="4724400" y="1193800"/>
                  </a:lnTo>
                  <a:lnTo>
                    <a:pt x="4749800" y="1193800"/>
                  </a:lnTo>
                  <a:close/>
                  <a:moveTo>
                    <a:pt x="4699000" y="1193800"/>
                  </a:moveTo>
                  <a:lnTo>
                    <a:pt x="4673600" y="1193800"/>
                  </a:lnTo>
                  <a:lnTo>
                    <a:pt x="4699000" y="1193800"/>
                  </a:lnTo>
                  <a:close/>
                  <a:moveTo>
                    <a:pt x="4648200" y="1193800"/>
                  </a:moveTo>
                  <a:lnTo>
                    <a:pt x="4622800" y="1193800"/>
                  </a:lnTo>
                  <a:lnTo>
                    <a:pt x="4648200" y="1193800"/>
                  </a:lnTo>
                  <a:close/>
                  <a:moveTo>
                    <a:pt x="4597400" y="1193800"/>
                  </a:moveTo>
                  <a:lnTo>
                    <a:pt x="4572000" y="1193800"/>
                  </a:lnTo>
                  <a:lnTo>
                    <a:pt x="4597400" y="1193800"/>
                  </a:lnTo>
                  <a:close/>
                  <a:moveTo>
                    <a:pt x="4546600" y="1193800"/>
                  </a:moveTo>
                  <a:lnTo>
                    <a:pt x="4521200" y="1193800"/>
                  </a:lnTo>
                  <a:lnTo>
                    <a:pt x="4546600" y="1193800"/>
                  </a:lnTo>
                  <a:close/>
                  <a:moveTo>
                    <a:pt x="4495800" y="1193800"/>
                  </a:moveTo>
                  <a:lnTo>
                    <a:pt x="4470400" y="1193800"/>
                  </a:lnTo>
                  <a:lnTo>
                    <a:pt x="4495800" y="1193800"/>
                  </a:lnTo>
                  <a:close/>
                  <a:moveTo>
                    <a:pt x="4445000" y="1193800"/>
                  </a:moveTo>
                  <a:lnTo>
                    <a:pt x="4419600" y="1193800"/>
                  </a:lnTo>
                  <a:lnTo>
                    <a:pt x="4445000" y="1193800"/>
                  </a:lnTo>
                  <a:close/>
                  <a:moveTo>
                    <a:pt x="4394200" y="1193800"/>
                  </a:moveTo>
                  <a:lnTo>
                    <a:pt x="4368800" y="1193800"/>
                  </a:lnTo>
                  <a:lnTo>
                    <a:pt x="4394200" y="1193800"/>
                  </a:lnTo>
                  <a:close/>
                  <a:moveTo>
                    <a:pt x="4343400" y="1193800"/>
                  </a:moveTo>
                  <a:lnTo>
                    <a:pt x="4318000" y="1193800"/>
                  </a:lnTo>
                  <a:lnTo>
                    <a:pt x="4343400" y="1193800"/>
                  </a:lnTo>
                  <a:close/>
                  <a:moveTo>
                    <a:pt x="4292600" y="1193800"/>
                  </a:moveTo>
                  <a:lnTo>
                    <a:pt x="4267200" y="1193800"/>
                  </a:lnTo>
                  <a:lnTo>
                    <a:pt x="4292600" y="1193800"/>
                  </a:lnTo>
                  <a:close/>
                  <a:moveTo>
                    <a:pt x="4241800" y="1193800"/>
                  </a:moveTo>
                  <a:lnTo>
                    <a:pt x="4216400" y="1193800"/>
                  </a:lnTo>
                  <a:lnTo>
                    <a:pt x="4241800" y="1193800"/>
                  </a:lnTo>
                  <a:close/>
                  <a:moveTo>
                    <a:pt x="4191000" y="1193800"/>
                  </a:moveTo>
                  <a:lnTo>
                    <a:pt x="4165600" y="1193800"/>
                  </a:lnTo>
                  <a:lnTo>
                    <a:pt x="4191000" y="1193800"/>
                  </a:lnTo>
                  <a:close/>
                  <a:moveTo>
                    <a:pt x="4140200" y="1193800"/>
                  </a:moveTo>
                  <a:lnTo>
                    <a:pt x="4114800" y="1193800"/>
                  </a:lnTo>
                  <a:lnTo>
                    <a:pt x="4140200" y="1193800"/>
                  </a:lnTo>
                  <a:close/>
                  <a:moveTo>
                    <a:pt x="4089400" y="1193800"/>
                  </a:moveTo>
                  <a:lnTo>
                    <a:pt x="4064000" y="1193800"/>
                  </a:lnTo>
                  <a:lnTo>
                    <a:pt x="4089400" y="1193800"/>
                  </a:lnTo>
                  <a:close/>
                  <a:moveTo>
                    <a:pt x="4038600" y="1193800"/>
                  </a:moveTo>
                  <a:lnTo>
                    <a:pt x="4013200" y="1193800"/>
                  </a:lnTo>
                  <a:lnTo>
                    <a:pt x="4038600" y="1193800"/>
                  </a:lnTo>
                  <a:close/>
                  <a:moveTo>
                    <a:pt x="3987800" y="1193800"/>
                  </a:moveTo>
                  <a:lnTo>
                    <a:pt x="3962400" y="1193800"/>
                  </a:lnTo>
                  <a:lnTo>
                    <a:pt x="3987800" y="1193800"/>
                  </a:lnTo>
                  <a:close/>
                  <a:moveTo>
                    <a:pt x="3937000" y="1193800"/>
                  </a:moveTo>
                  <a:lnTo>
                    <a:pt x="3911600" y="1193800"/>
                  </a:lnTo>
                  <a:lnTo>
                    <a:pt x="3937000" y="1193800"/>
                  </a:lnTo>
                  <a:close/>
                  <a:moveTo>
                    <a:pt x="3886200" y="1193800"/>
                  </a:moveTo>
                  <a:lnTo>
                    <a:pt x="3860800" y="1193800"/>
                  </a:lnTo>
                  <a:lnTo>
                    <a:pt x="3886200" y="1193800"/>
                  </a:lnTo>
                  <a:close/>
                  <a:moveTo>
                    <a:pt x="3835400" y="1193800"/>
                  </a:moveTo>
                  <a:lnTo>
                    <a:pt x="3810000" y="1193800"/>
                  </a:lnTo>
                  <a:lnTo>
                    <a:pt x="3835400" y="1193800"/>
                  </a:lnTo>
                  <a:close/>
                  <a:moveTo>
                    <a:pt x="3784600" y="1193800"/>
                  </a:moveTo>
                  <a:lnTo>
                    <a:pt x="3759200" y="1193800"/>
                  </a:lnTo>
                  <a:lnTo>
                    <a:pt x="3784600" y="1193800"/>
                  </a:lnTo>
                  <a:close/>
                  <a:moveTo>
                    <a:pt x="3733800" y="1193800"/>
                  </a:moveTo>
                  <a:lnTo>
                    <a:pt x="3708400" y="1193800"/>
                  </a:lnTo>
                  <a:lnTo>
                    <a:pt x="3733800" y="1193800"/>
                  </a:lnTo>
                  <a:close/>
                  <a:moveTo>
                    <a:pt x="3683000" y="1193800"/>
                  </a:moveTo>
                  <a:lnTo>
                    <a:pt x="3657600" y="1193800"/>
                  </a:lnTo>
                  <a:lnTo>
                    <a:pt x="3683000" y="1193800"/>
                  </a:lnTo>
                  <a:close/>
                  <a:moveTo>
                    <a:pt x="3632200" y="1193800"/>
                  </a:moveTo>
                  <a:lnTo>
                    <a:pt x="3606800" y="1193800"/>
                  </a:lnTo>
                  <a:lnTo>
                    <a:pt x="3632200" y="1193800"/>
                  </a:lnTo>
                  <a:close/>
                  <a:moveTo>
                    <a:pt x="3581400" y="1193800"/>
                  </a:moveTo>
                  <a:lnTo>
                    <a:pt x="3556000" y="1193800"/>
                  </a:lnTo>
                  <a:lnTo>
                    <a:pt x="3581400" y="1193800"/>
                  </a:lnTo>
                  <a:close/>
                  <a:moveTo>
                    <a:pt x="3530600" y="1193800"/>
                  </a:moveTo>
                  <a:lnTo>
                    <a:pt x="3505200" y="1193800"/>
                  </a:lnTo>
                  <a:lnTo>
                    <a:pt x="3530600" y="1193800"/>
                  </a:lnTo>
                  <a:close/>
                  <a:moveTo>
                    <a:pt x="3479800" y="1193800"/>
                  </a:moveTo>
                  <a:lnTo>
                    <a:pt x="3454400" y="1193800"/>
                  </a:lnTo>
                  <a:lnTo>
                    <a:pt x="3479800" y="1193800"/>
                  </a:lnTo>
                  <a:close/>
                  <a:moveTo>
                    <a:pt x="3429000" y="1193800"/>
                  </a:moveTo>
                  <a:lnTo>
                    <a:pt x="3403600" y="1193800"/>
                  </a:lnTo>
                  <a:lnTo>
                    <a:pt x="3429000" y="1193800"/>
                  </a:lnTo>
                  <a:close/>
                  <a:moveTo>
                    <a:pt x="3378200" y="1193800"/>
                  </a:moveTo>
                  <a:lnTo>
                    <a:pt x="3352800" y="1193800"/>
                  </a:lnTo>
                  <a:lnTo>
                    <a:pt x="3378200" y="1193800"/>
                  </a:lnTo>
                  <a:close/>
                  <a:moveTo>
                    <a:pt x="3327400" y="1193800"/>
                  </a:moveTo>
                  <a:lnTo>
                    <a:pt x="3302000" y="1193800"/>
                  </a:lnTo>
                  <a:lnTo>
                    <a:pt x="3327400" y="1193800"/>
                  </a:lnTo>
                  <a:close/>
                  <a:moveTo>
                    <a:pt x="3276600" y="1193800"/>
                  </a:moveTo>
                  <a:lnTo>
                    <a:pt x="3251200" y="1193800"/>
                  </a:lnTo>
                  <a:lnTo>
                    <a:pt x="3276600" y="1193800"/>
                  </a:lnTo>
                  <a:close/>
                  <a:moveTo>
                    <a:pt x="3225800" y="1193800"/>
                  </a:moveTo>
                  <a:lnTo>
                    <a:pt x="3200400" y="1193800"/>
                  </a:lnTo>
                  <a:lnTo>
                    <a:pt x="3225800" y="1193800"/>
                  </a:lnTo>
                  <a:close/>
                  <a:moveTo>
                    <a:pt x="3175000" y="1193800"/>
                  </a:moveTo>
                  <a:lnTo>
                    <a:pt x="3149600" y="1193800"/>
                  </a:lnTo>
                  <a:lnTo>
                    <a:pt x="3175000" y="1193800"/>
                  </a:lnTo>
                  <a:close/>
                  <a:moveTo>
                    <a:pt x="3124200" y="1193800"/>
                  </a:moveTo>
                  <a:lnTo>
                    <a:pt x="3098800" y="1193800"/>
                  </a:lnTo>
                  <a:lnTo>
                    <a:pt x="3124200" y="1193800"/>
                  </a:lnTo>
                  <a:close/>
                  <a:moveTo>
                    <a:pt x="3073400" y="1193800"/>
                  </a:moveTo>
                  <a:lnTo>
                    <a:pt x="3048000" y="1193800"/>
                  </a:lnTo>
                  <a:lnTo>
                    <a:pt x="3073400" y="1193800"/>
                  </a:lnTo>
                  <a:close/>
                  <a:moveTo>
                    <a:pt x="3022600" y="1193800"/>
                  </a:moveTo>
                  <a:lnTo>
                    <a:pt x="2997200" y="1193800"/>
                  </a:lnTo>
                  <a:lnTo>
                    <a:pt x="3022600" y="1193800"/>
                  </a:lnTo>
                  <a:close/>
                  <a:moveTo>
                    <a:pt x="2971800" y="1193800"/>
                  </a:moveTo>
                  <a:lnTo>
                    <a:pt x="2946400" y="1193800"/>
                  </a:lnTo>
                  <a:lnTo>
                    <a:pt x="2971800" y="1193800"/>
                  </a:lnTo>
                  <a:close/>
                  <a:moveTo>
                    <a:pt x="2921000" y="1193800"/>
                  </a:moveTo>
                  <a:lnTo>
                    <a:pt x="2895600" y="1193800"/>
                  </a:lnTo>
                  <a:lnTo>
                    <a:pt x="2921000" y="1193800"/>
                  </a:lnTo>
                  <a:close/>
                  <a:moveTo>
                    <a:pt x="2870200" y="1193800"/>
                  </a:moveTo>
                  <a:lnTo>
                    <a:pt x="2844800" y="1193800"/>
                  </a:lnTo>
                  <a:lnTo>
                    <a:pt x="2870200" y="1193800"/>
                  </a:lnTo>
                  <a:close/>
                  <a:moveTo>
                    <a:pt x="2819400" y="1193800"/>
                  </a:moveTo>
                  <a:lnTo>
                    <a:pt x="2794000" y="1193800"/>
                  </a:lnTo>
                  <a:lnTo>
                    <a:pt x="2819400" y="1193800"/>
                  </a:lnTo>
                  <a:close/>
                  <a:moveTo>
                    <a:pt x="2768600" y="1193800"/>
                  </a:moveTo>
                  <a:lnTo>
                    <a:pt x="2743200" y="1193800"/>
                  </a:lnTo>
                  <a:lnTo>
                    <a:pt x="2768600" y="1193800"/>
                  </a:lnTo>
                  <a:close/>
                  <a:moveTo>
                    <a:pt x="2717800" y="1193800"/>
                  </a:moveTo>
                  <a:lnTo>
                    <a:pt x="2692400" y="1193800"/>
                  </a:lnTo>
                  <a:lnTo>
                    <a:pt x="2717800" y="1193800"/>
                  </a:lnTo>
                  <a:close/>
                  <a:moveTo>
                    <a:pt x="2667000" y="1193800"/>
                  </a:moveTo>
                  <a:lnTo>
                    <a:pt x="2641600" y="1193800"/>
                  </a:lnTo>
                  <a:lnTo>
                    <a:pt x="2667000" y="1193800"/>
                  </a:lnTo>
                  <a:close/>
                  <a:moveTo>
                    <a:pt x="2616200" y="1193800"/>
                  </a:moveTo>
                  <a:lnTo>
                    <a:pt x="2590800" y="1193800"/>
                  </a:lnTo>
                  <a:lnTo>
                    <a:pt x="2616200" y="1193800"/>
                  </a:lnTo>
                  <a:close/>
                  <a:moveTo>
                    <a:pt x="2565400" y="1193800"/>
                  </a:moveTo>
                  <a:lnTo>
                    <a:pt x="2540000" y="1193800"/>
                  </a:lnTo>
                  <a:lnTo>
                    <a:pt x="2565400" y="1193800"/>
                  </a:lnTo>
                  <a:close/>
                  <a:moveTo>
                    <a:pt x="2514600" y="1193800"/>
                  </a:moveTo>
                  <a:lnTo>
                    <a:pt x="2489200" y="1193800"/>
                  </a:lnTo>
                  <a:lnTo>
                    <a:pt x="2514600" y="1193800"/>
                  </a:lnTo>
                  <a:close/>
                  <a:moveTo>
                    <a:pt x="2463800" y="1193800"/>
                  </a:moveTo>
                  <a:lnTo>
                    <a:pt x="2438400" y="1193800"/>
                  </a:lnTo>
                  <a:lnTo>
                    <a:pt x="2463800" y="1193800"/>
                  </a:lnTo>
                  <a:close/>
                  <a:moveTo>
                    <a:pt x="2413000" y="1193800"/>
                  </a:moveTo>
                  <a:lnTo>
                    <a:pt x="2387600" y="1193800"/>
                  </a:lnTo>
                  <a:lnTo>
                    <a:pt x="2413000" y="1193800"/>
                  </a:lnTo>
                  <a:close/>
                  <a:moveTo>
                    <a:pt x="2362200" y="1193800"/>
                  </a:moveTo>
                  <a:lnTo>
                    <a:pt x="2336800" y="1193800"/>
                  </a:lnTo>
                  <a:lnTo>
                    <a:pt x="2362200" y="1193800"/>
                  </a:lnTo>
                  <a:close/>
                  <a:moveTo>
                    <a:pt x="2311400" y="1193800"/>
                  </a:moveTo>
                  <a:lnTo>
                    <a:pt x="2286000" y="1193800"/>
                  </a:lnTo>
                  <a:lnTo>
                    <a:pt x="2311400" y="1193800"/>
                  </a:lnTo>
                  <a:close/>
                  <a:moveTo>
                    <a:pt x="2260600" y="1193800"/>
                  </a:moveTo>
                  <a:lnTo>
                    <a:pt x="2235200" y="1193800"/>
                  </a:lnTo>
                  <a:lnTo>
                    <a:pt x="2260600" y="1193800"/>
                  </a:lnTo>
                  <a:close/>
                  <a:moveTo>
                    <a:pt x="2209800" y="1193800"/>
                  </a:moveTo>
                  <a:lnTo>
                    <a:pt x="2184400" y="1193800"/>
                  </a:lnTo>
                  <a:lnTo>
                    <a:pt x="2209800" y="1193800"/>
                  </a:lnTo>
                  <a:close/>
                  <a:moveTo>
                    <a:pt x="2159000" y="1193800"/>
                  </a:moveTo>
                  <a:lnTo>
                    <a:pt x="2133600" y="1193800"/>
                  </a:lnTo>
                  <a:lnTo>
                    <a:pt x="2159000" y="1193800"/>
                  </a:lnTo>
                  <a:close/>
                  <a:moveTo>
                    <a:pt x="2108200" y="1193800"/>
                  </a:moveTo>
                  <a:lnTo>
                    <a:pt x="2082800" y="1193800"/>
                  </a:lnTo>
                  <a:lnTo>
                    <a:pt x="2108200" y="1193800"/>
                  </a:lnTo>
                  <a:close/>
                  <a:moveTo>
                    <a:pt x="2057400" y="1193800"/>
                  </a:moveTo>
                  <a:lnTo>
                    <a:pt x="2032000" y="1193800"/>
                  </a:lnTo>
                  <a:lnTo>
                    <a:pt x="2057400" y="1193800"/>
                  </a:lnTo>
                  <a:close/>
                  <a:moveTo>
                    <a:pt x="2006600" y="1193800"/>
                  </a:moveTo>
                  <a:lnTo>
                    <a:pt x="1981200" y="1193800"/>
                  </a:lnTo>
                  <a:lnTo>
                    <a:pt x="2006600" y="1193800"/>
                  </a:lnTo>
                  <a:close/>
                  <a:moveTo>
                    <a:pt x="1955800" y="1193800"/>
                  </a:moveTo>
                  <a:lnTo>
                    <a:pt x="1930400" y="1193800"/>
                  </a:lnTo>
                  <a:lnTo>
                    <a:pt x="1955800" y="1193800"/>
                  </a:lnTo>
                  <a:close/>
                  <a:moveTo>
                    <a:pt x="1905000" y="1193800"/>
                  </a:moveTo>
                  <a:lnTo>
                    <a:pt x="1879600" y="1193800"/>
                  </a:lnTo>
                  <a:lnTo>
                    <a:pt x="1905000" y="1193800"/>
                  </a:lnTo>
                  <a:close/>
                  <a:moveTo>
                    <a:pt x="1854200" y="1193800"/>
                  </a:moveTo>
                  <a:lnTo>
                    <a:pt x="1828800" y="1193800"/>
                  </a:lnTo>
                  <a:lnTo>
                    <a:pt x="1854200" y="1193800"/>
                  </a:lnTo>
                  <a:close/>
                  <a:moveTo>
                    <a:pt x="1803400" y="1193800"/>
                  </a:moveTo>
                  <a:lnTo>
                    <a:pt x="1778000" y="1193800"/>
                  </a:lnTo>
                  <a:lnTo>
                    <a:pt x="1803400" y="1193800"/>
                  </a:lnTo>
                  <a:close/>
                  <a:moveTo>
                    <a:pt x="1752600" y="1193800"/>
                  </a:moveTo>
                  <a:lnTo>
                    <a:pt x="1727200" y="1193800"/>
                  </a:lnTo>
                  <a:lnTo>
                    <a:pt x="1752600" y="1193800"/>
                  </a:lnTo>
                  <a:close/>
                  <a:moveTo>
                    <a:pt x="1701800" y="1193800"/>
                  </a:moveTo>
                  <a:lnTo>
                    <a:pt x="1676400" y="1193800"/>
                  </a:lnTo>
                  <a:lnTo>
                    <a:pt x="1701800" y="1193800"/>
                  </a:lnTo>
                  <a:close/>
                  <a:moveTo>
                    <a:pt x="1651000" y="1193800"/>
                  </a:moveTo>
                  <a:lnTo>
                    <a:pt x="1625600" y="1193800"/>
                  </a:lnTo>
                  <a:lnTo>
                    <a:pt x="1651000" y="1193800"/>
                  </a:lnTo>
                  <a:close/>
                  <a:moveTo>
                    <a:pt x="1600200" y="1193800"/>
                  </a:moveTo>
                  <a:lnTo>
                    <a:pt x="1574800" y="1193800"/>
                  </a:lnTo>
                  <a:lnTo>
                    <a:pt x="1600200" y="1193800"/>
                  </a:lnTo>
                  <a:close/>
                  <a:moveTo>
                    <a:pt x="1549400" y="1193800"/>
                  </a:moveTo>
                  <a:lnTo>
                    <a:pt x="1524000" y="1193800"/>
                  </a:lnTo>
                  <a:lnTo>
                    <a:pt x="1549400" y="1193800"/>
                  </a:lnTo>
                  <a:close/>
                  <a:moveTo>
                    <a:pt x="1498600" y="1193800"/>
                  </a:moveTo>
                  <a:lnTo>
                    <a:pt x="1473200" y="1193800"/>
                  </a:lnTo>
                  <a:lnTo>
                    <a:pt x="1498600" y="1193800"/>
                  </a:lnTo>
                  <a:close/>
                  <a:moveTo>
                    <a:pt x="1447800" y="1193800"/>
                  </a:moveTo>
                  <a:lnTo>
                    <a:pt x="1422400" y="1193800"/>
                  </a:lnTo>
                  <a:lnTo>
                    <a:pt x="1447800" y="1193800"/>
                  </a:lnTo>
                  <a:close/>
                  <a:moveTo>
                    <a:pt x="1397000" y="1193800"/>
                  </a:moveTo>
                  <a:lnTo>
                    <a:pt x="1371600" y="1193800"/>
                  </a:lnTo>
                  <a:lnTo>
                    <a:pt x="1397000" y="1193800"/>
                  </a:lnTo>
                  <a:close/>
                  <a:moveTo>
                    <a:pt x="1346200" y="1193800"/>
                  </a:moveTo>
                  <a:lnTo>
                    <a:pt x="1320800" y="1193800"/>
                  </a:lnTo>
                  <a:lnTo>
                    <a:pt x="1346200" y="1193800"/>
                  </a:lnTo>
                  <a:close/>
                  <a:moveTo>
                    <a:pt x="1295400" y="1193800"/>
                  </a:moveTo>
                  <a:lnTo>
                    <a:pt x="1270000" y="1193800"/>
                  </a:lnTo>
                  <a:lnTo>
                    <a:pt x="1295400" y="1193800"/>
                  </a:lnTo>
                  <a:close/>
                  <a:moveTo>
                    <a:pt x="1244600" y="1193800"/>
                  </a:moveTo>
                  <a:lnTo>
                    <a:pt x="1219200" y="1193800"/>
                  </a:lnTo>
                  <a:lnTo>
                    <a:pt x="1244600" y="1193800"/>
                  </a:lnTo>
                  <a:close/>
                  <a:moveTo>
                    <a:pt x="1193800" y="1193800"/>
                  </a:moveTo>
                  <a:lnTo>
                    <a:pt x="1168400" y="1193800"/>
                  </a:lnTo>
                  <a:lnTo>
                    <a:pt x="1193800" y="1193800"/>
                  </a:lnTo>
                  <a:close/>
                  <a:moveTo>
                    <a:pt x="1143000" y="1193800"/>
                  </a:moveTo>
                  <a:lnTo>
                    <a:pt x="1117600" y="1193800"/>
                  </a:lnTo>
                  <a:lnTo>
                    <a:pt x="1143000" y="1193800"/>
                  </a:lnTo>
                  <a:close/>
                  <a:moveTo>
                    <a:pt x="1092200" y="1193800"/>
                  </a:moveTo>
                  <a:lnTo>
                    <a:pt x="1066800" y="1193800"/>
                  </a:lnTo>
                  <a:lnTo>
                    <a:pt x="1092200" y="1193800"/>
                  </a:lnTo>
                  <a:close/>
                  <a:moveTo>
                    <a:pt x="1041400" y="1193800"/>
                  </a:moveTo>
                  <a:lnTo>
                    <a:pt x="1016000" y="1193800"/>
                  </a:lnTo>
                  <a:lnTo>
                    <a:pt x="1041400" y="1193800"/>
                  </a:lnTo>
                  <a:close/>
                  <a:moveTo>
                    <a:pt x="990600" y="1193800"/>
                  </a:moveTo>
                  <a:lnTo>
                    <a:pt x="965200" y="1193800"/>
                  </a:lnTo>
                  <a:lnTo>
                    <a:pt x="990600" y="1193800"/>
                  </a:lnTo>
                  <a:close/>
                  <a:moveTo>
                    <a:pt x="939800" y="1193800"/>
                  </a:moveTo>
                  <a:lnTo>
                    <a:pt x="914400" y="1193800"/>
                  </a:lnTo>
                  <a:lnTo>
                    <a:pt x="939800" y="1193800"/>
                  </a:lnTo>
                  <a:close/>
                  <a:moveTo>
                    <a:pt x="889000" y="1193800"/>
                  </a:moveTo>
                  <a:lnTo>
                    <a:pt x="863600" y="1193800"/>
                  </a:lnTo>
                  <a:lnTo>
                    <a:pt x="889000" y="1193800"/>
                  </a:lnTo>
                  <a:close/>
                  <a:moveTo>
                    <a:pt x="838200" y="1193800"/>
                  </a:moveTo>
                  <a:lnTo>
                    <a:pt x="812800" y="1193800"/>
                  </a:lnTo>
                  <a:lnTo>
                    <a:pt x="838200" y="1193800"/>
                  </a:lnTo>
                  <a:close/>
                  <a:moveTo>
                    <a:pt x="787400" y="1193800"/>
                  </a:moveTo>
                  <a:lnTo>
                    <a:pt x="762000" y="1193800"/>
                  </a:lnTo>
                  <a:lnTo>
                    <a:pt x="787400" y="1193800"/>
                  </a:lnTo>
                  <a:close/>
                  <a:moveTo>
                    <a:pt x="736600" y="1193800"/>
                  </a:moveTo>
                  <a:lnTo>
                    <a:pt x="711200" y="1193800"/>
                  </a:lnTo>
                  <a:lnTo>
                    <a:pt x="736600" y="1193800"/>
                  </a:lnTo>
                  <a:close/>
                  <a:moveTo>
                    <a:pt x="685800" y="1193800"/>
                  </a:moveTo>
                  <a:lnTo>
                    <a:pt x="660400" y="1193800"/>
                  </a:lnTo>
                  <a:lnTo>
                    <a:pt x="685800" y="1193800"/>
                  </a:lnTo>
                  <a:close/>
                  <a:moveTo>
                    <a:pt x="635000" y="1193800"/>
                  </a:moveTo>
                  <a:lnTo>
                    <a:pt x="609600" y="1193800"/>
                  </a:lnTo>
                  <a:lnTo>
                    <a:pt x="635000" y="1193800"/>
                  </a:lnTo>
                  <a:close/>
                  <a:moveTo>
                    <a:pt x="584200" y="1193800"/>
                  </a:moveTo>
                  <a:lnTo>
                    <a:pt x="558800" y="1193800"/>
                  </a:lnTo>
                  <a:lnTo>
                    <a:pt x="584200" y="1193800"/>
                  </a:lnTo>
                  <a:close/>
                  <a:moveTo>
                    <a:pt x="533400" y="1193800"/>
                  </a:moveTo>
                  <a:lnTo>
                    <a:pt x="508000" y="1193800"/>
                  </a:lnTo>
                  <a:lnTo>
                    <a:pt x="533400" y="1193800"/>
                  </a:lnTo>
                  <a:close/>
                  <a:moveTo>
                    <a:pt x="482600" y="1193800"/>
                  </a:moveTo>
                  <a:lnTo>
                    <a:pt x="457200" y="1193800"/>
                  </a:lnTo>
                  <a:lnTo>
                    <a:pt x="482600" y="1193800"/>
                  </a:lnTo>
                  <a:close/>
                  <a:moveTo>
                    <a:pt x="431800" y="1193800"/>
                  </a:moveTo>
                  <a:lnTo>
                    <a:pt x="406400" y="1193800"/>
                  </a:lnTo>
                  <a:lnTo>
                    <a:pt x="431800" y="1193800"/>
                  </a:lnTo>
                  <a:close/>
                  <a:moveTo>
                    <a:pt x="381000" y="1193800"/>
                  </a:moveTo>
                  <a:lnTo>
                    <a:pt x="355600" y="1193800"/>
                  </a:lnTo>
                  <a:lnTo>
                    <a:pt x="381000" y="1193800"/>
                  </a:lnTo>
                  <a:close/>
                  <a:moveTo>
                    <a:pt x="330200" y="1193800"/>
                  </a:moveTo>
                  <a:lnTo>
                    <a:pt x="304800" y="1193800"/>
                  </a:lnTo>
                  <a:lnTo>
                    <a:pt x="330200" y="1193800"/>
                  </a:lnTo>
                  <a:close/>
                  <a:moveTo>
                    <a:pt x="279400" y="1193800"/>
                  </a:moveTo>
                  <a:lnTo>
                    <a:pt x="254000" y="1193800"/>
                  </a:lnTo>
                  <a:lnTo>
                    <a:pt x="279400" y="1193800"/>
                  </a:lnTo>
                  <a:close/>
                  <a:moveTo>
                    <a:pt x="228600" y="1193800"/>
                  </a:moveTo>
                  <a:lnTo>
                    <a:pt x="203200" y="1193800"/>
                  </a:lnTo>
                  <a:lnTo>
                    <a:pt x="228600" y="1193800"/>
                  </a:lnTo>
                  <a:close/>
                  <a:moveTo>
                    <a:pt x="177800" y="1193800"/>
                  </a:moveTo>
                  <a:lnTo>
                    <a:pt x="152400" y="1193800"/>
                  </a:lnTo>
                  <a:lnTo>
                    <a:pt x="177800" y="1193800"/>
                  </a:lnTo>
                  <a:close/>
                  <a:moveTo>
                    <a:pt x="127000" y="1193800"/>
                  </a:moveTo>
                  <a:lnTo>
                    <a:pt x="101600" y="1193800"/>
                  </a:lnTo>
                  <a:lnTo>
                    <a:pt x="127000" y="1193800"/>
                  </a:lnTo>
                  <a:close/>
                  <a:moveTo>
                    <a:pt x="76200" y="1193800"/>
                  </a:moveTo>
                  <a:lnTo>
                    <a:pt x="50800" y="1193800"/>
                  </a:lnTo>
                  <a:lnTo>
                    <a:pt x="76200" y="1193800"/>
                  </a:lnTo>
                  <a:close/>
                  <a:moveTo>
                    <a:pt x="25400" y="1193800"/>
                  </a:moveTo>
                  <a:lnTo>
                    <a:pt x="0" y="1193800"/>
                  </a:lnTo>
                  <a:lnTo>
                    <a:pt x="25400" y="1193800"/>
                  </a:lnTo>
                  <a:close/>
                  <a:moveTo>
                    <a:pt x="82550" y="1195451"/>
                  </a:moveTo>
                  <a:lnTo>
                    <a:pt x="82550" y="1170051"/>
                  </a:lnTo>
                  <a:lnTo>
                    <a:pt x="87122" y="1170051"/>
                  </a:lnTo>
                  <a:lnTo>
                    <a:pt x="87122" y="1195451"/>
                  </a:lnTo>
                  <a:close/>
                  <a:moveTo>
                    <a:pt x="87122" y="1144651"/>
                  </a:moveTo>
                  <a:lnTo>
                    <a:pt x="87122" y="1119251"/>
                  </a:lnTo>
                  <a:lnTo>
                    <a:pt x="87122" y="1144651"/>
                  </a:lnTo>
                  <a:close/>
                  <a:moveTo>
                    <a:pt x="87122" y="1093851"/>
                  </a:moveTo>
                  <a:lnTo>
                    <a:pt x="87122" y="1068451"/>
                  </a:lnTo>
                  <a:lnTo>
                    <a:pt x="87122" y="1093851"/>
                  </a:lnTo>
                  <a:close/>
                  <a:moveTo>
                    <a:pt x="87122" y="1043051"/>
                  </a:moveTo>
                  <a:lnTo>
                    <a:pt x="87122" y="1017651"/>
                  </a:lnTo>
                  <a:lnTo>
                    <a:pt x="87122" y="1043051"/>
                  </a:lnTo>
                  <a:close/>
                  <a:moveTo>
                    <a:pt x="87122" y="992251"/>
                  </a:moveTo>
                  <a:lnTo>
                    <a:pt x="87122" y="966851"/>
                  </a:lnTo>
                  <a:lnTo>
                    <a:pt x="87122" y="992251"/>
                  </a:lnTo>
                  <a:close/>
                  <a:moveTo>
                    <a:pt x="87122" y="941451"/>
                  </a:moveTo>
                  <a:lnTo>
                    <a:pt x="87122" y="916051"/>
                  </a:lnTo>
                  <a:lnTo>
                    <a:pt x="87122" y="941451"/>
                  </a:lnTo>
                  <a:close/>
                  <a:moveTo>
                    <a:pt x="87122" y="890651"/>
                  </a:moveTo>
                  <a:lnTo>
                    <a:pt x="87122" y="865251"/>
                  </a:lnTo>
                  <a:lnTo>
                    <a:pt x="87122" y="890651"/>
                  </a:lnTo>
                  <a:close/>
                  <a:moveTo>
                    <a:pt x="87122" y="839851"/>
                  </a:moveTo>
                  <a:lnTo>
                    <a:pt x="87122" y="814451"/>
                  </a:lnTo>
                  <a:lnTo>
                    <a:pt x="87122" y="839851"/>
                  </a:lnTo>
                  <a:close/>
                  <a:moveTo>
                    <a:pt x="87122" y="789051"/>
                  </a:moveTo>
                  <a:lnTo>
                    <a:pt x="87122" y="763651"/>
                  </a:lnTo>
                  <a:lnTo>
                    <a:pt x="87122" y="789051"/>
                  </a:lnTo>
                  <a:close/>
                  <a:moveTo>
                    <a:pt x="87122" y="738251"/>
                  </a:moveTo>
                  <a:lnTo>
                    <a:pt x="87122" y="712851"/>
                  </a:lnTo>
                  <a:lnTo>
                    <a:pt x="87122" y="738251"/>
                  </a:lnTo>
                  <a:close/>
                  <a:moveTo>
                    <a:pt x="87122" y="687451"/>
                  </a:moveTo>
                  <a:lnTo>
                    <a:pt x="87122" y="662051"/>
                  </a:lnTo>
                  <a:lnTo>
                    <a:pt x="87122" y="687451"/>
                  </a:lnTo>
                  <a:close/>
                  <a:moveTo>
                    <a:pt x="87122" y="636651"/>
                  </a:moveTo>
                  <a:lnTo>
                    <a:pt x="87122" y="611251"/>
                  </a:lnTo>
                  <a:lnTo>
                    <a:pt x="87122" y="636651"/>
                  </a:lnTo>
                  <a:close/>
                  <a:moveTo>
                    <a:pt x="87122" y="585851"/>
                  </a:moveTo>
                  <a:lnTo>
                    <a:pt x="87122" y="560451"/>
                  </a:lnTo>
                  <a:lnTo>
                    <a:pt x="87122" y="585851"/>
                  </a:lnTo>
                  <a:close/>
                  <a:moveTo>
                    <a:pt x="87122" y="535051"/>
                  </a:moveTo>
                  <a:lnTo>
                    <a:pt x="87122" y="509651"/>
                  </a:lnTo>
                  <a:lnTo>
                    <a:pt x="87122" y="535051"/>
                  </a:lnTo>
                  <a:close/>
                  <a:moveTo>
                    <a:pt x="87122" y="484251"/>
                  </a:moveTo>
                  <a:lnTo>
                    <a:pt x="87122" y="458851"/>
                  </a:lnTo>
                  <a:lnTo>
                    <a:pt x="87122" y="484251"/>
                  </a:lnTo>
                  <a:close/>
                  <a:moveTo>
                    <a:pt x="87122" y="433451"/>
                  </a:moveTo>
                  <a:lnTo>
                    <a:pt x="87122" y="408051"/>
                  </a:lnTo>
                  <a:lnTo>
                    <a:pt x="87122" y="433451"/>
                  </a:lnTo>
                  <a:close/>
                  <a:moveTo>
                    <a:pt x="87122" y="382651"/>
                  </a:moveTo>
                  <a:lnTo>
                    <a:pt x="87122" y="357251"/>
                  </a:lnTo>
                  <a:lnTo>
                    <a:pt x="87122" y="382651"/>
                  </a:lnTo>
                  <a:close/>
                  <a:moveTo>
                    <a:pt x="87122" y="331851"/>
                  </a:moveTo>
                  <a:lnTo>
                    <a:pt x="87122" y="306451"/>
                  </a:lnTo>
                  <a:lnTo>
                    <a:pt x="87122" y="331851"/>
                  </a:lnTo>
                  <a:close/>
                  <a:moveTo>
                    <a:pt x="87122" y="281051"/>
                  </a:moveTo>
                  <a:lnTo>
                    <a:pt x="87122" y="255651"/>
                  </a:lnTo>
                  <a:lnTo>
                    <a:pt x="87122" y="281051"/>
                  </a:lnTo>
                  <a:close/>
                  <a:moveTo>
                    <a:pt x="87122" y="230251"/>
                  </a:moveTo>
                  <a:lnTo>
                    <a:pt x="87122" y="204851"/>
                  </a:lnTo>
                  <a:lnTo>
                    <a:pt x="87122" y="230251"/>
                  </a:lnTo>
                  <a:close/>
                  <a:moveTo>
                    <a:pt x="87122" y="179451"/>
                  </a:moveTo>
                  <a:lnTo>
                    <a:pt x="87122" y="154051"/>
                  </a:lnTo>
                  <a:lnTo>
                    <a:pt x="87122" y="179451"/>
                  </a:lnTo>
                  <a:close/>
                  <a:moveTo>
                    <a:pt x="87122" y="128651"/>
                  </a:moveTo>
                  <a:lnTo>
                    <a:pt x="87122" y="103251"/>
                  </a:lnTo>
                  <a:lnTo>
                    <a:pt x="87122" y="128651"/>
                  </a:lnTo>
                  <a:close/>
                  <a:moveTo>
                    <a:pt x="87122" y="77851"/>
                  </a:moveTo>
                  <a:lnTo>
                    <a:pt x="87122" y="52451"/>
                  </a:lnTo>
                  <a:lnTo>
                    <a:pt x="87122" y="77851"/>
                  </a:lnTo>
                  <a:close/>
                  <a:moveTo>
                    <a:pt x="87122" y="27051"/>
                  </a:moveTo>
                  <a:lnTo>
                    <a:pt x="87122" y="2286"/>
                  </a:lnTo>
                  <a:cubicBezTo>
                    <a:pt x="82550" y="1016"/>
                    <a:pt x="83566" y="0"/>
                    <a:pt x="84836" y="0"/>
                  </a:cubicBezTo>
                  <a:lnTo>
                    <a:pt x="110236" y="0"/>
                  </a:lnTo>
                  <a:lnTo>
                    <a:pt x="110236" y="4572"/>
                  </a:lnTo>
                  <a:lnTo>
                    <a:pt x="84836" y="4572"/>
                  </a:lnTo>
                  <a:lnTo>
                    <a:pt x="84836" y="2286"/>
                  </a:lnTo>
                  <a:lnTo>
                    <a:pt x="87122" y="2286"/>
                  </a:lnTo>
                  <a:lnTo>
                    <a:pt x="87122" y="270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4220A29-9C4F-D816-8762-15FE18EB5506}"/>
                </a:ext>
              </a:extLst>
            </p:cNvPr>
            <p:cNvSpPr txBox="1"/>
            <p:nvPr/>
          </p:nvSpPr>
          <p:spPr>
            <a:xfrm>
              <a:off x="0" y="-38100"/>
              <a:ext cx="10253129" cy="1236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 dirty="0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Objectives</a:t>
              </a:r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F75163C2-E02F-4F2E-C142-896E04756723}"/>
              </a:ext>
            </a:extLst>
          </p:cNvPr>
          <p:cNvSpPr/>
          <p:nvPr/>
        </p:nvSpPr>
        <p:spPr>
          <a:xfrm>
            <a:off x="3314700" y="9721683"/>
            <a:ext cx="11482536" cy="521933"/>
          </a:xfrm>
          <a:custGeom>
            <a:avLst/>
            <a:gdLst/>
            <a:ahLst/>
            <a:cxnLst/>
            <a:rect l="l" t="t" r="r" b="b"/>
            <a:pathLst>
              <a:path w="11482536" h="521933">
                <a:moveTo>
                  <a:pt x="0" y="0"/>
                </a:moveTo>
                <a:lnTo>
                  <a:pt x="11482536" y="0"/>
                </a:lnTo>
                <a:lnTo>
                  <a:pt x="11482536" y="521934"/>
                </a:lnTo>
                <a:lnTo>
                  <a:pt x="0" y="521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7B4D018-A792-65A2-B7F5-D128821184A9}"/>
              </a:ext>
            </a:extLst>
          </p:cNvPr>
          <p:cNvSpPr txBox="1"/>
          <p:nvPr/>
        </p:nvSpPr>
        <p:spPr>
          <a:xfrm>
            <a:off x="1403255" y="2171700"/>
            <a:ext cx="15468600" cy="46679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just">
              <a:lnSpc>
                <a:spcPts val="4583"/>
              </a:lnSpc>
              <a:buFont typeface="Arial" panose="020B0604020202020204" pitchFamily="34" charset="0"/>
              <a:buChar char="•"/>
            </a:pPr>
            <a:r>
              <a:rPr lang="en-IN" sz="32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Build a distributed data pipeline: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ingest, clean, and partition multi-year, multi-format JEE, NEET, KCET, and COMEDK counselling datasets using Apache Spark.</a:t>
            </a:r>
          </a:p>
          <a:p>
            <a:pPr marL="571500" indent="-571500" algn="just">
              <a:lnSpc>
                <a:spcPts val="4583"/>
              </a:lnSpc>
              <a:buFont typeface="Arial" panose="020B0604020202020204" pitchFamily="34" charset="0"/>
              <a:buChar char="•"/>
            </a:pPr>
            <a:r>
              <a:rPr lang="en-IN" sz="32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Engineer predictive features: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 historical {Institute, Course, Category, Quota} combinations into closing-rank distributions and store them in optimized Parquet format.</a:t>
            </a:r>
          </a:p>
          <a:p>
            <a:pPr marL="571500" indent="-571500" algn="just">
              <a:lnSpc>
                <a:spcPts val="4583"/>
              </a:lnSpc>
              <a:buFont typeface="Arial" panose="020B0604020202020204" pitchFamily="34" charset="0"/>
              <a:buChar char="•"/>
            </a:pPr>
            <a:r>
              <a:rPr lang="en-IN" sz="32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Train domain-specific ML models: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CatBoost/XGBoost classifiers (JEE) and regressors (NEET, KCET, COMEDK), tuned with Optuna, to output admission probabilities instead of rigid cutoffs.</a:t>
            </a:r>
          </a:p>
          <a:p>
            <a:pPr marL="571500" indent="-571500" algn="just">
              <a:lnSpc>
                <a:spcPts val="4583"/>
              </a:lnSpc>
              <a:buFont typeface="Arial" panose="020B0604020202020204" pitchFamily="34" charset="0"/>
              <a:buChar char="•"/>
            </a:pPr>
            <a:r>
              <a:rPr lang="en-IN" sz="32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Serve predictions in real time: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expose a unified FastAPI backend with Redis caching so repeated rank/category queries return in milliseconds.</a:t>
            </a:r>
          </a:p>
          <a:p>
            <a:pPr marL="571500" indent="-571500" algn="just">
              <a:lnSpc>
                <a:spcPts val="4583"/>
              </a:lnSpc>
              <a:buFont typeface="Arial" panose="020B0604020202020204" pitchFamily="34" charset="0"/>
              <a:buChar char="•"/>
            </a:pPr>
            <a:r>
              <a:rPr lang="en-IN" sz="32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Deliver an interactive frontend: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responsive React interface where students instantly see ranked “Safe” and “Likely” college-course options.</a:t>
            </a:r>
          </a:p>
        </p:txBody>
      </p:sp>
    </p:spTree>
    <p:extLst>
      <p:ext uri="{BB962C8B-B14F-4D97-AF65-F5344CB8AC3E}">
        <p14:creationId xmlns:p14="http://schemas.microsoft.com/office/powerpoint/2010/main" val="2290978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E3737-053D-330A-35C1-EB6E65542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E9AE700-0CB0-F5F8-67A1-82857D592E31}"/>
              </a:ext>
            </a:extLst>
          </p:cNvPr>
          <p:cNvSpPr/>
          <p:nvPr/>
        </p:nvSpPr>
        <p:spPr>
          <a:xfrm>
            <a:off x="14180650" y="262793"/>
            <a:ext cx="3988597" cy="731047"/>
          </a:xfrm>
          <a:custGeom>
            <a:avLst/>
            <a:gdLst/>
            <a:ahLst/>
            <a:cxnLst/>
            <a:rect l="l" t="t" r="r" b="b"/>
            <a:pathLst>
              <a:path w="3988597" h="731047">
                <a:moveTo>
                  <a:pt x="0" y="0"/>
                </a:moveTo>
                <a:lnTo>
                  <a:pt x="3988597" y="0"/>
                </a:lnTo>
                <a:lnTo>
                  <a:pt x="3988597" y="731047"/>
                </a:lnTo>
                <a:lnTo>
                  <a:pt x="0" y="7310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4611" t="-39063" r="-111" b="1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E386E34-C933-632B-0051-27E8714584B7}"/>
              </a:ext>
            </a:extLst>
          </p:cNvPr>
          <p:cNvSpPr/>
          <p:nvPr/>
        </p:nvSpPr>
        <p:spPr>
          <a:xfrm>
            <a:off x="252276" y="101521"/>
            <a:ext cx="3326130" cy="1045845"/>
          </a:xfrm>
          <a:custGeom>
            <a:avLst/>
            <a:gdLst/>
            <a:ahLst/>
            <a:cxnLst/>
            <a:rect l="l" t="t" r="r" b="b"/>
            <a:pathLst>
              <a:path w="3326130" h="1045845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128" t="-33846" r="-141392" b="-42672"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0F67526-BF8E-CC51-EC25-7BC162D8A0F3}"/>
              </a:ext>
            </a:extLst>
          </p:cNvPr>
          <p:cNvGrpSpPr/>
          <p:nvPr/>
        </p:nvGrpSpPr>
        <p:grpSpPr>
          <a:xfrm>
            <a:off x="3730632" y="96608"/>
            <a:ext cx="10813847" cy="1263868"/>
            <a:chOff x="0" y="0"/>
            <a:chExt cx="10253129" cy="11983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EB630B3-8685-A9A4-5CA8-B7E3A486F7D6}"/>
                </a:ext>
              </a:extLst>
            </p:cNvPr>
            <p:cNvSpPr/>
            <p:nvPr/>
          </p:nvSpPr>
          <p:spPr>
            <a:xfrm>
              <a:off x="-82550" y="0"/>
              <a:ext cx="10335768" cy="1202944"/>
            </a:xfrm>
            <a:custGeom>
              <a:avLst/>
              <a:gdLst/>
              <a:ahLst/>
              <a:cxnLst/>
              <a:rect l="l" t="t" r="r" b="b"/>
              <a:pathLst>
                <a:path w="10335768" h="1202944">
                  <a:moveTo>
                    <a:pt x="135636" y="0"/>
                  </a:moveTo>
                  <a:lnTo>
                    <a:pt x="161036" y="0"/>
                  </a:lnTo>
                  <a:lnTo>
                    <a:pt x="161036" y="4572"/>
                  </a:lnTo>
                  <a:lnTo>
                    <a:pt x="135636" y="4572"/>
                  </a:lnTo>
                  <a:close/>
                  <a:moveTo>
                    <a:pt x="186436" y="4572"/>
                  </a:moveTo>
                  <a:lnTo>
                    <a:pt x="211836" y="4572"/>
                  </a:lnTo>
                  <a:lnTo>
                    <a:pt x="186436" y="4572"/>
                  </a:lnTo>
                  <a:close/>
                  <a:moveTo>
                    <a:pt x="237236" y="4572"/>
                  </a:moveTo>
                  <a:lnTo>
                    <a:pt x="262636" y="4572"/>
                  </a:lnTo>
                  <a:lnTo>
                    <a:pt x="237236" y="4572"/>
                  </a:lnTo>
                  <a:close/>
                  <a:moveTo>
                    <a:pt x="288036" y="4572"/>
                  </a:moveTo>
                  <a:lnTo>
                    <a:pt x="313436" y="4572"/>
                  </a:lnTo>
                  <a:lnTo>
                    <a:pt x="288036" y="4572"/>
                  </a:lnTo>
                  <a:close/>
                  <a:moveTo>
                    <a:pt x="338836" y="4572"/>
                  </a:moveTo>
                  <a:lnTo>
                    <a:pt x="364236" y="4572"/>
                  </a:lnTo>
                  <a:lnTo>
                    <a:pt x="338836" y="4572"/>
                  </a:lnTo>
                  <a:close/>
                  <a:moveTo>
                    <a:pt x="389636" y="4572"/>
                  </a:moveTo>
                  <a:lnTo>
                    <a:pt x="415036" y="4572"/>
                  </a:lnTo>
                  <a:lnTo>
                    <a:pt x="389636" y="4572"/>
                  </a:lnTo>
                  <a:close/>
                  <a:moveTo>
                    <a:pt x="440436" y="4572"/>
                  </a:moveTo>
                  <a:lnTo>
                    <a:pt x="465836" y="4572"/>
                  </a:lnTo>
                  <a:lnTo>
                    <a:pt x="440436" y="4572"/>
                  </a:lnTo>
                  <a:close/>
                  <a:moveTo>
                    <a:pt x="491236" y="4572"/>
                  </a:moveTo>
                  <a:lnTo>
                    <a:pt x="516636" y="4572"/>
                  </a:lnTo>
                  <a:lnTo>
                    <a:pt x="491236" y="4572"/>
                  </a:lnTo>
                  <a:close/>
                  <a:moveTo>
                    <a:pt x="542036" y="4572"/>
                  </a:moveTo>
                  <a:lnTo>
                    <a:pt x="567436" y="4572"/>
                  </a:lnTo>
                  <a:lnTo>
                    <a:pt x="542036" y="4572"/>
                  </a:lnTo>
                  <a:close/>
                  <a:moveTo>
                    <a:pt x="592836" y="4572"/>
                  </a:moveTo>
                  <a:lnTo>
                    <a:pt x="618236" y="4572"/>
                  </a:lnTo>
                  <a:lnTo>
                    <a:pt x="592836" y="4572"/>
                  </a:lnTo>
                  <a:close/>
                  <a:moveTo>
                    <a:pt x="643636" y="4572"/>
                  </a:moveTo>
                  <a:lnTo>
                    <a:pt x="669036" y="4572"/>
                  </a:lnTo>
                  <a:lnTo>
                    <a:pt x="643636" y="4572"/>
                  </a:lnTo>
                  <a:close/>
                  <a:moveTo>
                    <a:pt x="694436" y="4572"/>
                  </a:moveTo>
                  <a:lnTo>
                    <a:pt x="719836" y="4572"/>
                  </a:lnTo>
                  <a:lnTo>
                    <a:pt x="694436" y="4572"/>
                  </a:lnTo>
                  <a:close/>
                  <a:moveTo>
                    <a:pt x="745236" y="4572"/>
                  </a:moveTo>
                  <a:lnTo>
                    <a:pt x="770636" y="4572"/>
                  </a:lnTo>
                  <a:lnTo>
                    <a:pt x="745236" y="4572"/>
                  </a:lnTo>
                  <a:close/>
                  <a:moveTo>
                    <a:pt x="796036" y="4572"/>
                  </a:moveTo>
                  <a:lnTo>
                    <a:pt x="821436" y="4572"/>
                  </a:lnTo>
                  <a:lnTo>
                    <a:pt x="796036" y="4572"/>
                  </a:lnTo>
                  <a:close/>
                  <a:moveTo>
                    <a:pt x="846836" y="4572"/>
                  </a:moveTo>
                  <a:lnTo>
                    <a:pt x="872236" y="4572"/>
                  </a:lnTo>
                  <a:lnTo>
                    <a:pt x="846836" y="4572"/>
                  </a:lnTo>
                  <a:close/>
                  <a:moveTo>
                    <a:pt x="897636" y="4572"/>
                  </a:moveTo>
                  <a:lnTo>
                    <a:pt x="923036" y="4572"/>
                  </a:lnTo>
                  <a:lnTo>
                    <a:pt x="897636" y="4572"/>
                  </a:lnTo>
                  <a:close/>
                  <a:moveTo>
                    <a:pt x="948436" y="4572"/>
                  </a:moveTo>
                  <a:lnTo>
                    <a:pt x="973836" y="4572"/>
                  </a:lnTo>
                  <a:lnTo>
                    <a:pt x="948436" y="4572"/>
                  </a:lnTo>
                  <a:close/>
                  <a:moveTo>
                    <a:pt x="999236" y="4572"/>
                  </a:moveTo>
                  <a:lnTo>
                    <a:pt x="1024636" y="4572"/>
                  </a:lnTo>
                  <a:lnTo>
                    <a:pt x="999236" y="4572"/>
                  </a:lnTo>
                  <a:close/>
                  <a:moveTo>
                    <a:pt x="1050036" y="4572"/>
                  </a:moveTo>
                  <a:lnTo>
                    <a:pt x="1075436" y="4572"/>
                  </a:lnTo>
                  <a:lnTo>
                    <a:pt x="1050036" y="4572"/>
                  </a:lnTo>
                  <a:close/>
                  <a:moveTo>
                    <a:pt x="1100836" y="4572"/>
                  </a:moveTo>
                  <a:lnTo>
                    <a:pt x="1126236" y="4572"/>
                  </a:lnTo>
                  <a:lnTo>
                    <a:pt x="1100836" y="4572"/>
                  </a:lnTo>
                  <a:close/>
                  <a:moveTo>
                    <a:pt x="1151636" y="4572"/>
                  </a:moveTo>
                  <a:lnTo>
                    <a:pt x="1177036" y="4572"/>
                  </a:lnTo>
                  <a:lnTo>
                    <a:pt x="1151636" y="4572"/>
                  </a:lnTo>
                  <a:close/>
                  <a:moveTo>
                    <a:pt x="1202436" y="4572"/>
                  </a:moveTo>
                  <a:lnTo>
                    <a:pt x="1227836" y="4572"/>
                  </a:lnTo>
                  <a:lnTo>
                    <a:pt x="1202436" y="4572"/>
                  </a:lnTo>
                  <a:close/>
                  <a:moveTo>
                    <a:pt x="1253236" y="4572"/>
                  </a:moveTo>
                  <a:lnTo>
                    <a:pt x="1278636" y="4572"/>
                  </a:lnTo>
                  <a:lnTo>
                    <a:pt x="1253236" y="4572"/>
                  </a:lnTo>
                  <a:close/>
                  <a:moveTo>
                    <a:pt x="1304036" y="4572"/>
                  </a:moveTo>
                  <a:lnTo>
                    <a:pt x="1329436" y="4572"/>
                  </a:lnTo>
                  <a:lnTo>
                    <a:pt x="1304036" y="4572"/>
                  </a:lnTo>
                  <a:close/>
                  <a:moveTo>
                    <a:pt x="1354836" y="4572"/>
                  </a:moveTo>
                  <a:lnTo>
                    <a:pt x="1380236" y="4572"/>
                  </a:lnTo>
                  <a:lnTo>
                    <a:pt x="1354836" y="4572"/>
                  </a:lnTo>
                  <a:close/>
                  <a:moveTo>
                    <a:pt x="1405636" y="4572"/>
                  </a:moveTo>
                  <a:lnTo>
                    <a:pt x="1431036" y="4572"/>
                  </a:lnTo>
                  <a:lnTo>
                    <a:pt x="1405636" y="4572"/>
                  </a:lnTo>
                  <a:close/>
                  <a:moveTo>
                    <a:pt x="1456436" y="4572"/>
                  </a:moveTo>
                  <a:lnTo>
                    <a:pt x="1481836" y="4572"/>
                  </a:lnTo>
                  <a:lnTo>
                    <a:pt x="1456436" y="4572"/>
                  </a:lnTo>
                  <a:close/>
                  <a:moveTo>
                    <a:pt x="1507236" y="4572"/>
                  </a:moveTo>
                  <a:lnTo>
                    <a:pt x="1532636" y="4572"/>
                  </a:lnTo>
                  <a:lnTo>
                    <a:pt x="1507236" y="4572"/>
                  </a:lnTo>
                  <a:close/>
                  <a:moveTo>
                    <a:pt x="1558036" y="4572"/>
                  </a:moveTo>
                  <a:lnTo>
                    <a:pt x="1583436" y="4572"/>
                  </a:lnTo>
                  <a:lnTo>
                    <a:pt x="1558036" y="4572"/>
                  </a:lnTo>
                  <a:close/>
                  <a:moveTo>
                    <a:pt x="1608836" y="4572"/>
                  </a:moveTo>
                  <a:lnTo>
                    <a:pt x="1634236" y="4572"/>
                  </a:lnTo>
                  <a:lnTo>
                    <a:pt x="1608836" y="4572"/>
                  </a:lnTo>
                  <a:close/>
                  <a:moveTo>
                    <a:pt x="1659636" y="4572"/>
                  </a:moveTo>
                  <a:lnTo>
                    <a:pt x="1685036" y="4572"/>
                  </a:lnTo>
                  <a:lnTo>
                    <a:pt x="1659636" y="4572"/>
                  </a:lnTo>
                  <a:close/>
                  <a:moveTo>
                    <a:pt x="1710436" y="4572"/>
                  </a:moveTo>
                  <a:lnTo>
                    <a:pt x="1735836" y="4572"/>
                  </a:lnTo>
                  <a:lnTo>
                    <a:pt x="1710436" y="4572"/>
                  </a:lnTo>
                  <a:close/>
                  <a:moveTo>
                    <a:pt x="1761236" y="4572"/>
                  </a:moveTo>
                  <a:lnTo>
                    <a:pt x="1786636" y="4572"/>
                  </a:lnTo>
                  <a:lnTo>
                    <a:pt x="1761236" y="4572"/>
                  </a:lnTo>
                  <a:close/>
                  <a:moveTo>
                    <a:pt x="1812036" y="4572"/>
                  </a:moveTo>
                  <a:lnTo>
                    <a:pt x="1837436" y="4572"/>
                  </a:lnTo>
                  <a:lnTo>
                    <a:pt x="1812036" y="4572"/>
                  </a:lnTo>
                  <a:close/>
                  <a:moveTo>
                    <a:pt x="1862836" y="4572"/>
                  </a:moveTo>
                  <a:lnTo>
                    <a:pt x="1888236" y="4572"/>
                  </a:lnTo>
                  <a:lnTo>
                    <a:pt x="1862836" y="4572"/>
                  </a:lnTo>
                  <a:close/>
                  <a:moveTo>
                    <a:pt x="1913636" y="4572"/>
                  </a:moveTo>
                  <a:lnTo>
                    <a:pt x="1939036" y="4572"/>
                  </a:lnTo>
                  <a:lnTo>
                    <a:pt x="1913636" y="4572"/>
                  </a:lnTo>
                  <a:close/>
                  <a:moveTo>
                    <a:pt x="1964436" y="4572"/>
                  </a:moveTo>
                  <a:lnTo>
                    <a:pt x="1989836" y="4572"/>
                  </a:lnTo>
                  <a:lnTo>
                    <a:pt x="1964436" y="4572"/>
                  </a:lnTo>
                  <a:close/>
                  <a:moveTo>
                    <a:pt x="2015236" y="4572"/>
                  </a:moveTo>
                  <a:lnTo>
                    <a:pt x="2040636" y="4572"/>
                  </a:lnTo>
                  <a:lnTo>
                    <a:pt x="2015236" y="4572"/>
                  </a:lnTo>
                  <a:close/>
                  <a:moveTo>
                    <a:pt x="2066036" y="4572"/>
                  </a:moveTo>
                  <a:lnTo>
                    <a:pt x="2091436" y="4572"/>
                  </a:lnTo>
                  <a:lnTo>
                    <a:pt x="2066036" y="4572"/>
                  </a:lnTo>
                  <a:close/>
                  <a:moveTo>
                    <a:pt x="2116836" y="4572"/>
                  </a:moveTo>
                  <a:lnTo>
                    <a:pt x="2142236" y="4572"/>
                  </a:lnTo>
                  <a:lnTo>
                    <a:pt x="2116836" y="4572"/>
                  </a:lnTo>
                  <a:close/>
                  <a:moveTo>
                    <a:pt x="2167636" y="4572"/>
                  </a:moveTo>
                  <a:lnTo>
                    <a:pt x="2193036" y="4572"/>
                  </a:lnTo>
                  <a:lnTo>
                    <a:pt x="2167636" y="4572"/>
                  </a:lnTo>
                  <a:close/>
                  <a:moveTo>
                    <a:pt x="2218436" y="4572"/>
                  </a:moveTo>
                  <a:lnTo>
                    <a:pt x="2243836" y="4572"/>
                  </a:lnTo>
                  <a:lnTo>
                    <a:pt x="2218436" y="4572"/>
                  </a:lnTo>
                  <a:close/>
                  <a:moveTo>
                    <a:pt x="2269236" y="4572"/>
                  </a:moveTo>
                  <a:lnTo>
                    <a:pt x="2294636" y="4572"/>
                  </a:lnTo>
                  <a:lnTo>
                    <a:pt x="2269236" y="4572"/>
                  </a:lnTo>
                  <a:close/>
                  <a:moveTo>
                    <a:pt x="2320036" y="4572"/>
                  </a:moveTo>
                  <a:lnTo>
                    <a:pt x="2345436" y="4572"/>
                  </a:lnTo>
                  <a:lnTo>
                    <a:pt x="2320036" y="4572"/>
                  </a:lnTo>
                  <a:close/>
                  <a:moveTo>
                    <a:pt x="2370836" y="4572"/>
                  </a:moveTo>
                  <a:lnTo>
                    <a:pt x="2396236" y="4572"/>
                  </a:lnTo>
                  <a:lnTo>
                    <a:pt x="2370836" y="4572"/>
                  </a:lnTo>
                  <a:close/>
                  <a:moveTo>
                    <a:pt x="2421636" y="4572"/>
                  </a:moveTo>
                  <a:lnTo>
                    <a:pt x="2447036" y="4572"/>
                  </a:lnTo>
                  <a:lnTo>
                    <a:pt x="2421636" y="4572"/>
                  </a:lnTo>
                  <a:close/>
                  <a:moveTo>
                    <a:pt x="2472436" y="4572"/>
                  </a:moveTo>
                  <a:lnTo>
                    <a:pt x="2497836" y="4572"/>
                  </a:lnTo>
                  <a:lnTo>
                    <a:pt x="2472436" y="4572"/>
                  </a:lnTo>
                  <a:close/>
                  <a:moveTo>
                    <a:pt x="2523236" y="4572"/>
                  </a:moveTo>
                  <a:lnTo>
                    <a:pt x="2548636" y="4572"/>
                  </a:lnTo>
                  <a:lnTo>
                    <a:pt x="2523236" y="4572"/>
                  </a:lnTo>
                  <a:close/>
                  <a:moveTo>
                    <a:pt x="2574036" y="4572"/>
                  </a:moveTo>
                  <a:lnTo>
                    <a:pt x="2599436" y="4572"/>
                  </a:lnTo>
                  <a:lnTo>
                    <a:pt x="2574036" y="4572"/>
                  </a:lnTo>
                  <a:close/>
                  <a:moveTo>
                    <a:pt x="2624836" y="4572"/>
                  </a:moveTo>
                  <a:lnTo>
                    <a:pt x="2650236" y="4572"/>
                  </a:lnTo>
                  <a:lnTo>
                    <a:pt x="2624836" y="4572"/>
                  </a:lnTo>
                  <a:close/>
                  <a:moveTo>
                    <a:pt x="2675636" y="4572"/>
                  </a:moveTo>
                  <a:lnTo>
                    <a:pt x="2701036" y="4572"/>
                  </a:lnTo>
                  <a:lnTo>
                    <a:pt x="2675636" y="4572"/>
                  </a:lnTo>
                  <a:close/>
                  <a:moveTo>
                    <a:pt x="2726436" y="4572"/>
                  </a:moveTo>
                  <a:lnTo>
                    <a:pt x="2751836" y="4572"/>
                  </a:lnTo>
                  <a:lnTo>
                    <a:pt x="2726436" y="4572"/>
                  </a:lnTo>
                  <a:close/>
                  <a:moveTo>
                    <a:pt x="2777236" y="4572"/>
                  </a:moveTo>
                  <a:lnTo>
                    <a:pt x="2802636" y="4572"/>
                  </a:lnTo>
                  <a:lnTo>
                    <a:pt x="2777236" y="4572"/>
                  </a:lnTo>
                  <a:close/>
                  <a:moveTo>
                    <a:pt x="2828036" y="4572"/>
                  </a:moveTo>
                  <a:lnTo>
                    <a:pt x="2853436" y="4572"/>
                  </a:lnTo>
                  <a:lnTo>
                    <a:pt x="2828036" y="4572"/>
                  </a:lnTo>
                  <a:close/>
                  <a:moveTo>
                    <a:pt x="2878836" y="4572"/>
                  </a:moveTo>
                  <a:lnTo>
                    <a:pt x="2904236" y="4572"/>
                  </a:lnTo>
                  <a:lnTo>
                    <a:pt x="2878836" y="4572"/>
                  </a:lnTo>
                  <a:close/>
                  <a:moveTo>
                    <a:pt x="2929636" y="4572"/>
                  </a:moveTo>
                  <a:lnTo>
                    <a:pt x="2955036" y="4572"/>
                  </a:lnTo>
                  <a:lnTo>
                    <a:pt x="2929636" y="4572"/>
                  </a:lnTo>
                  <a:close/>
                  <a:moveTo>
                    <a:pt x="2980436" y="4572"/>
                  </a:moveTo>
                  <a:lnTo>
                    <a:pt x="3005836" y="4572"/>
                  </a:lnTo>
                  <a:lnTo>
                    <a:pt x="2980436" y="4572"/>
                  </a:lnTo>
                  <a:close/>
                  <a:moveTo>
                    <a:pt x="3031236" y="4572"/>
                  </a:moveTo>
                  <a:lnTo>
                    <a:pt x="3056636" y="4572"/>
                  </a:lnTo>
                  <a:lnTo>
                    <a:pt x="3031236" y="4572"/>
                  </a:lnTo>
                  <a:close/>
                  <a:moveTo>
                    <a:pt x="3082036" y="4572"/>
                  </a:moveTo>
                  <a:lnTo>
                    <a:pt x="3107436" y="4572"/>
                  </a:lnTo>
                  <a:lnTo>
                    <a:pt x="3082036" y="4572"/>
                  </a:lnTo>
                  <a:close/>
                  <a:moveTo>
                    <a:pt x="3132836" y="4572"/>
                  </a:moveTo>
                  <a:lnTo>
                    <a:pt x="3158236" y="4572"/>
                  </a:lnTo>
                  <a:lnTo>
                    <a:pt x="3132836" y="4572"/>
                  </a:lnTo>
                  <a:close/>
                  <a:moveTo>
                    <a:pt x="3183636" y="4572"/>
                  </a:moveTo>
                  <a:lnTo>
                    <a:pt x="3209036" y="4572"/>
                  </a:lnTo>
                  <a:lnTo>
                    <a:pt x="3183636" y="4572"/>
                  </a:lnTo>
                  <a:close/>
                  <a:moveTo>
                    <a:pt x="3234436" y="4572"/>
                  </a:moveTo>
                  <a:lnTo>
                    <a:pt x="3259836" y="4572"/>
                  </a:lnTo>
                  <a:lnTo>
                    <a:pt x="3234436" y="4572"/>
                  </a:lnTo>
                  <a:close/>
                  <a:moveTo>
                    <a:pt x="3285236" y="4572"/>
                  </a:moveTo>
                  <a:lnTo>
                    <a:pt x="3310636" y="4572"/>
                  </a:lnTo>
                  <a:lnTo>
                    <a:pt x="3285236" y="4572"/>
                  </a:lnTo>
                  <a:close/>
                  <a:moveTo>
                    <a:pt x="3336036" y="4572"/>
                  </a:moveTo>
                  <a:lnTo>
                    <a:pt x="3361436" y="4572"/>
                  </a:lnTo>
                  <a:lnTo>
                    <a:pt x="3336036" y="4572"/>
                  </a:lnTo>
                  <a:close/>
                  <a:moveTo>
                    <a:pt x="3386836" y="4572"/>
                  </a:moveTo>
                  <a:lnTo>
                    <a:pt x="3412236" y="4572"/>
                  </a:lnTo>
                  <a:lnTo>
                    <a:pt x="3386836" y="4572"/>
                  </a:lnTo>
                  <a:close/>
                  <a:moveTo>
                    <a:pt x="3437636" y="4572"/>
                  </a:moveTo>
                  <a:lnTo>
                    <a:pt x="3463036" y="4572"/>
                  </a:lnTo>
                  <a:lnTo>
                    <a:pt x="3437636" y="4572"/>
                  </a:lnTo>
                  <a:close/>
                  <a:moveTo>
                    <a:pt x="3488436" y="4572"/>
                  </a:moveTo>
                  <a:lnTo>
                    <a:pt x="3513836" y="4572"/>
                  </a:lnTo>
                  <a:lnTo>
                    <a:pt x="3488436" y="4572"/>
                  </a:lnTo>
                  <a:close/>
                  <a:moveTo>
                    <a:pt x="3539236" y="4572"/>
                  </a:moveTo>
                  <a:lnTo>
                    <a:pt x="3564636" y="4572"/>
                  </a:lnTo>
                  <a:lnTo>
                    <a:pt x="3539236" y="4572"/>
                  </a:lnTo>
                  <a:close/>
                  <a:moveTo>
                    <a:pt x="3590036" y="4572"/>
                  </a:moveTo>
                  <a:lnTo>
                    <a:pt x="3615436" y="4572"/>
                  </a:lnTo>
                  <a:lnTo>
                    <a:pt x="3590036" y="4572"/>
                  </a:lnTo>
                  <a:close/>
                  <a:moveTo>
                    <a:pt x="3640836" y="4572"/>
                  </a:moveTo>
                  <a:lnTo>
                    <a:pt x="3666236" y="4572"/>
                  </a:lnTo>
                  <a:lnTo>
                    <a:pt x="3640836" y="4572"/>
                  </a:lnTo>
                  <a:close/>
                  <a:moveTo>
                    <a:pt x="3691636" y="4572"/>
                  </a:moveTo>
                  <a:lnTo>
                    <a:pt x="3717036" y="4572"/>
                  </a:lnTo>
                  <a:lnTo>
                    <a:pt x="3691636" y="4572"/>
                  </a:lnTo>
                  <a:close/>
                  <a:moveTo>
                    <a:pt x="3742436" y="4572"/>
                  </a:moveTo>
                  <a:lnTo>
                    <a:pt x="3767836" y="4572"/>
                  </a:lnTo>
                  <a:lnTo>
                    <a:pt x="3742436" y="4572"/>
                  </a:lnTo>
                  <a:close/>
                  <a:moveTo>
                    <a:pt x="3793236" y="4572"/>
                  </a:moveTo>
                  <a:lnTo>
                    <a:pt x="3818636" y="4572"/>
                  </a:lnTo>
                  <a:lnTo>
                    <a:pt x="3793236" y="4572"/>
                  </a:lnTo>
                  <a:close/>
                  <a:moveTo>
                    <a:pt x="3844036" y="4572"/>
                  </a:moveTo>
                  <a:lnTo>
                    <a:pt x="3869436" y="4572"/>
                  </a:lnTo>
                  <a:lnTo>
                    <a:pt x="3844036" y="4572"/>
                  </a:lnTo>
                  <a:close/>
                  <a:moveTo>
                    <a:pt x="3894836" y="4572"/>
                  </a:moveTo>
                  <a:lnTo>
                    <a:pt x="3920236" y="4572"/>
                  </a:lnTo>
                  <a:lnTo>
                    <a:pt x="3894836" y="4572"/>
                  </a:lnTo>
                  <a:close/>
                  <a:moveTo>
                    <a:pt x="3945636" y="4572"/>
                  </a:moveTo>
                  <a:lnTo>
                    <a:pt x="3971036" y="4572"/>
                  </a:lnTo>
                  <a:lnTo>
                    <a:pt x="3945636" y="4572"/>
                  </a:lnTo>
                  <a:close/>
                  <a:moveTo>
                    <a:pt x="3996436" y="4572"/>
                  </a:moveTo>
                  <a:lnTo>
                    <a:pt x="4021836" y="4572"/>
                  </a:lnTo>
                  <a:lnTo>
                    <a:pt x="3996436" y="4572"/>
                  </a:lnTo>
                  <a:close/>
                  <a:moveTo>
                    <a:pt x="4047236" y="4572"/>
                  </a:moveTo>
                  <a:lnTo>
                    <a:pt x="4072636" y="4572"/>
                  </a:lnTo>
                  <a:lnTo>
                    <a:pt x="4047236" y="4572"/>
                  </a:lnTo>
                  <a:close/>
                  <a:moveTo>
                    <a:pt x="4098036" y="4572"/>
                  </a:moveTo>
                  <a:lnTo>
                    <a:pt x="4123436" y="4572"/>
                  </a:lnTo>
                  <a:lnTo>
                    <a:pt x="4098036" y="4572"/>
                  </a:lnTo>
                  <a:close/>
                  <a:moveTo>
                    <a:pt x="4148836" y="4572"/>
                  </a:moveTo>
                  <a:lnTo>
                    <a:pt x="4174236" y="4572"/>
                  </a:lnTo>
                  <a:lnTo>
                    <a:pt x="4148836" y="4572"/>
                  </a:lnTo>
                  <a:close/>
                  <a:moveTo>
                    <a:pt x="4199636" y="4572"/>
                  </a:moveTo>
                  <a:lnTo>
                    <a:pt x="4225036" y="4572"/>
                  </a:lnTo>
                  <a:lnTo>
                    <a:pt x="4199636" y="4572"/>
                  </a:lnTo>
                  <a:close/>
                  <a:moveTo>
                    <a:pt x="4250436" y="4572"/>
                  </a:moveTo>
                  <a:lnTo>
                    <a:pt x="4275836" y="4572"/>
                  </a:lnTo>
                  <a:lnTo>
                    <a:pt x="4250436" y="4572"/>
                  </a:lnTo>
                  <a:close/>
                  <a:moveTo>
                    <a:pt x="4301236" y="4572"/>
                  </a:moveTo>
                  <a:lnTo>
                    <a:pt x="4326636" y="4572"/>
                  </a:lnTo>
                  <a:lnTo>
                    <a:pt x="4301236" y="4572"/>
                  </a:lnTo>
                  <a:close/>
                  <a:moveTo>
                    <a:pt x="4352036" y="4572"/>
                  </a:moveTo>
                  <a:lnTo>
                    <a:pt x="4377436" y="4572"/>
                  </a:lnTo>
                  <a:lnTo>
                    <a:pt x="4352036" y="4572"/>
                  </a:lnTo>
                  <a:close/>
                  <a:moveTo>
                    <a:pt x="4402836" y="4572"/>
                  </a:moveTo>
                  <a:lnTo>
                    <a:pt x="4428236" y="4572"/>
                  </a:lnTo>
                  <a:lnTo>
                    <a:pt x="4402836" y="4572"/>
                  </a:lnTo>
                  <a:close/>
                  <a:moveTo>
                    <a:pt x="4453636" y="4572"/>
                  </a:moveTo>
                  <a:lnTo>
                    <a:pt x="4479036" y="4572"/>
                  </a:lnTo>
                  <a:lnTo>
                    <a:pt x="4453636" y="4572"/>
                  </a:lnTo>
                  <a:close/>
                  <a:moveTo>
                    <a:pt x="4504436" y="4572"/>
                  </a:moveTo>
                  <a:lnTo>
                    <a:pt x="4529836" y="4572"/>
                  </a:lnTo>
                  <a:lnTo>
                    <a:pt x="4504436" y="4572"/>
                  </a:lnTo>
                  <a:close/>
                  <a:moveTo>
                    <a:pt x="4555236" y="4572"/>
                  </a:moveTo>
                  <a:lnTo>
                    <a:pt x="4580636" y="4572"/>
                  </a:lnTo>
                  <a:lnTo>
                    <a:pt x="4555236" y="4572"/>
                  </a:lnTo>
                  <a:close/>
                  <a:moveTo>
                    <a:pt x="4606036" y="4572"/>
                  </a:moveTo>
                  <a:lnTo>
                    <a:pt x="4631436" y="4572"/>
                  </a:lnTo>
                  <a:lnTo>
                    <a:pt x="4606036" y="4572"/>
                  </a:lnTo>
                  <a:close/>
                  <a:moveTo>
                    <a:pt x="4656836" y="4572"/>
                  </a:moveTo>
                  <a:lnTo>
                    <a:pt x="4682236" y="4572"/>
                  </a:lnTo>
                  <a:lnTo>
                    <a:pt x="4656836" y="4572"/>
                  </a:lnTo>
                  <a:close/>
                  <a:moveTo>
                    <a:pt x="4707636" y="4572"/>
                  </a:moveTo>
                  <a:lnTo>
                    <a:pt x="4733036" y="4572"/>
                  </a:lnTo>
                  <a:lnTo>
                    <a:pt x="4707636" y="4572"/>
                  </a:lnTo>
                  <a:close/>
                  <a:moveTo>
                    <a:pt x="4758436" y="4572"/>
                  </a:moveTo>
                  <a:lnTo>
                    <a:pt x="4783836" y="4572"/>
                  </a:lnTo>
                  <a:lnTo>
                    <a:pt x="4758436" y="4572"/>
                  </a:lnTo>
                  <a:close/>
                  <a:moveTo>
                    <a:pt x="4809236" y="4572"/>
                  </a:moveTo>
                  <a:lnTo>
                    <a:pt x="4834636" y="4572"/>
                  </a:lnTo>
                  <a:lnTo>
                    <a:pt x="4809236" y="4572"/>
                  </a:lnTo>
                  <a:close/>
                  <a:moveTo>
                    <a:pt x="4860036" y="4572"/>
                  </a:moveTo>
                  <a:lnTo>
                    <a:pt x="4885436" y="4572"/>
                  </a:lnTo>
                  <a:lnTo>
                    <a:pt x="4860036" y="4572"/>
                  </a:lnTo>
                  <a:close/>
                  <a:moveTo>
                    <a:pt x="4910836" y="4572"/>
                  </a:moveTo>
                  <a:lnTo>
                    <a:pt x="4936236" y="4572"/>
                  </a:lnTo>
                  <a:lnTo>
                    <a:pt x="4910836" y="4572"/>
                  </a:lnTo>
                  <a:close/>
                  <a:moveTo>
                    <a:pt x="4961636" y="4572"/>
                  </a:moveTo>
                  <a:lnTo>
                    <a:pt x="4987036" y="4572"/>
                  </a:lnTo>
                  <a:lnTo>
                    <a:pt x="4961636" y="4572"/>
                  </a:lnTo>
                  <a:close/>
                  <a:moveTo>
                    <a:pt x="5012436" y="4572"/>
                  </a:moveTo>
                  <a:lnTo>
                    <a:pt x="5037836" y="4572"/>
                  </a:lnTo>
                  <a:lnTo>
                    <a:pt x="5012436" y="4572"/>
                  </a:lnTo>
                  <a:close/>
                  <a:moveTo>
                    <a:pt x="5063236" y="4572"/>
                  </a:moveTo>
                  <a:lnTo>
                    <a:pt x="5088636" y="4572"/>
                  </a:lnTo>
                  <a:lnTo>
                    <a:pt x="5063236" y="4572"/>
                  </a:lnTo>
                  <a:close/>
                  <a:moveTo>
                    <a:pt x="5114036" y="4572"/>
                  </a:moveTo>
                  <a:lnTo>
                    <a:pt x="5139436" y="4572"/>
                  </a:lnTo>
                  <a:lnTo>
                    <a:pt x="5114036" y="4572"/>
                  </a:lnTo>
                  <a:close/>
                  <a:moveTo>
                    <a:pt x="5164836" y="4572"/>
                  </a:moveTo>
                  <a:lnTo>
                    <a:pt x="5190236" y="4572"/>
                  </a:lnTo>
                  <a:lnTo>
                    <a:pt x="5164836" y="4572"/>
                  </a:lnTo>
                  <a:close/>
                  <a:moveTo>
                    <a:pt x="5215636" y="4572"/>
                  </a:moveTo>
                  <a:lnTo>
                    <a:pt x="5241036" y="4572"/>
                  </a:lnTo>
                  <a:lnTo>
                    <a:pt x="5215636" y="4572"/>
                  </a:lnTo>
                  <a:close/>
                  <a:moveTo>
                    <a:pt x="5266436" y="4572"/>
                  </a:moveTo>
                  <a:lnTo>
                    <a:pt x="5291836" y="4572"/>
                  </a:lnTo>
                  <a:lnTo>
                    <a:pt x="5266436" y="4572"/>
                  </a:lnTo>
                  <a:close/>
                  <a:moveTo>
                    <a:pt x="5317236" y="4572"/>
                  </a:moveTo>
                  <a:lnTo>
                    <a:pt x="5342636" y="4572"/>
                  </a:lnTo>
                  <a:lnTo>
                    <a:pt x="5317236" y="4572"/>
                  </a:lnTo>
                  <a:close/>
                  <a:moveTo>
                    <a:pt x="5368036" y="4572"/>
                  </a:moveTo>
                  <a:lnTo>
                    <a:pt x="5393436" y="4572"/>
                  </a:lnTo>
                  <a:lnTo>
                    <a:pt x="5368036" y="4572"/>
                  </a:lnTo>
                  <a:close/>
                  <a:moveTo>
                    <a:pt x="5418836" y="4572"/>
                  </a:moveTo>
                  <a:lnTo>
                    <a:pt x="5444236" y="4572"/>
                  </a:lnTo>
                  <a:lnTo>
                    <a:pt x="5418836" y="4572"/>
                  </a:lnTo>
                  <a:close/>
                  <a:moveTo>
                    <a:pt x="5469636" y="4572"/>
                  </a:moveTo>
                  <a:lnTo>
                    <a:pt x="5495036" y="4572"/>
                  </a:lnTo>
                  <a:lnTo>
                    <a:pt x="5469636" y="4572"/>
                  </a:lnTo>
                  <a:close/>
                  <a:moveTo>
                    <a:pt x="5520436" y="4572"/>
                  </a:moveTo>
                  <a:lnTo>
                    <a:pt x="5545836" y="4572"/>
                  </a:lnTo>
                  <a:lnTo>
                    <a:pt x="5520436" y="4572"/>
                  </a:lnTo>
                  <a:close/>
                  <a:moveTo>
                    <a:pt x="5571236" y="4572"/>
                  </a:moveTo>
                  <a:lnTo>
                    <a:pt x="5596636" y="4572"/>
                  </a:lnTo>
                  <a:lnTo>
                    <a:pt x="5571236" y="4572"/>
                  </a:lnTo>
                  <a:close/>
                  <a:moveTo>
                    <a:pt x="5622036" y="4572"/>
                  </a:moveTo>
                  <a:lnTo>
                    <a:pt x="5647436" y="4572"/>
                  </a:lnTo>
                  <a:lnTo>
                    <a:pt x="5622036" y="4572"/>
                  </a:lnTo>
                  <a:close/>
                  <a:moveTo>
                    <a:pt x="5672836" y="4572"/>
                  </a:moveTo>
                  <a:lnTo>
                    <a:pt x="5698236" y="4572"/>
                  </a:lnTo>
                  <a:lnTo>
                    <a:pt x="5672836" y="4572"/>
                  </a:lnTo>
                  <a:close/>
                  <a:moveTo>
                    <a:pt x="5723636" y="4572"/>
                  </a:moveTo>
                  <a:lnTo>
                    <a:pt x="5749036" y="4572"/>
                  </a:lnTo>
                  <a:lnTo>
                    <a:pt x="5723636" y="4572"/>
                  </a:lnTo>
                  <a:close/>
                  <a:moveTo>
                    <a:pt x="5774436" y="4572"/>
                  </a:moveTo>
                  <a:lnTo>
                    <a:pt x="5799836" y="4572"/>
                  </a:lnTo>
                  <a:lnTo>
                    <a:pt x="5774436" y="4572"/>
                  </a:lnTo>
                  <a:close/>
                  <a:moveTo>
                    <a:pt x="5825236" y="4572"/>
                  </a:moveTo>
                  <a:lnTo>
                    <a:pt x="5850636" y="4572"/>
                  </a:lnTo>
                  <a:lnTo>
                    <a:pt x="5825236" y="4572"/>
                  </a:lnTo>
                  <a:close/>
                  <a:moveTo>
                    <a:pt x="5876036" y="4572"/>
                  </a:moveTo>
                  <a:lnTo>
                    <a:pt x="5901436" y="4572"/>
                  </a:lnTo>
                  <a:lnTo>
                    <a:pt x="5876036" y="4572"/>
                  </a:lnTo>
                  <a:close/>
                  <a:moveTo>
                    <a:pt x="5926836" y="4572"/>
                  </a:moveTo>
                  <a:lnTo>
                    <a:pt x="5952236" y="4572"/>
                  </a:lnTo>
                  <a:lnTo>
                    <a:pt x="5926836" y="4572"/>
                  </a:lnTo>
                  <a:close/>
                  <a:moveTo>
                    <a:pt x="5977636" y="4572"/>
                  </a:moveTo>
                  <a:lnTo>
                    <a:pt x="6003036" y="4572"/>
                  </a:lnTo>
                  <a:lnTo>
                    <a:pt x="5977636" y="4572"/>
                  </a:lnTo>
                  <a:close/>
                  <a:moveTo>
                    <a:pt x="6028436" y="4572"/>
                  </a:moveTo>
                  <a:lnTo>
                    <a:pt x="6053836" y="4572"/>
                  </a:lnTo>
                  <a:lnTo>
                    <a:pt x="6028436" y="4572"/>
                  </a:lnTo>
                  <a:close/>
                  <a:moveTo>
                    <a:pt x="6079236" y="4572"/>
                  </a:moveTo>
                  <a:lnTo>
                    <a:pt x="6104636" y="4572"/>
                  </a:lnTo>
                  <a:lnTo>
                    <a:pt x="6079236" y="4572"/>
                  </a:lnTo>
                  <a:close/>
                  <a:moveTo>
                    <a:pt x="6130036" y="4572"/>
                  </a:moveTo>
                  <a:lnTo>
                    <a:pt x="6155436" y="4572"/>
                  </a:lnTo>
                  <a:lnTo>
                    <a:pt x="6130036" y="4572"/>
                  </a:lnTo>
                  <a:close/>
                  <a:moveTo>
                    <a:pt x="6180836" y="4572"/>
                  </a:moveTo>
                  <a:lnTo>
                    <a:pt x="6206236" y="4572"/>
                  </a:lnTo>
                  <a:lnTo>
                    <a:pt x="6180836" y="4572"/>
                  </a:lnTo>
                  <a:close/>
                  <a:moveTo>
                    <a:pt x="6231636" y="4572"/>
                  </a:moveTo>
                  <a:lnTo>
                    <a:pt x="6257036" y="4572"/>
                  </a:lnTo>
                  <a:lnTo>
                    <a:pt x="6231636" y="4572"/>
                  </a:lnTo>
                  <a:close/>
                  <a:moveTo>
                    <a:pt x="6282436" y="4572"/>
                  </a:moveTo>
                  <a:lnTo>
                    <a:pt x="6307836" y="4572"/>
                  </a:lnTo>
                  <a:lnTo>
                    <a:pt x="6282436" y="4572"/>
                  </a:lnTo>
                  <a:close/>
                  <a:moveTo>
                    <a:pt x="6333236" y="4572"/>
                  </a:moveTo>
                  <a:lnTo>
                    <a:pt x="6358636" y="4572"/>
                  </a:lnTo>
                  <a:lnTo>
                    <a:pt x="6333236" y="4572"/>
                  </a:lnTo>
                  <a:close/>
                  <a:moveTo>
                    <a:pt x="6384036" y="4572"/>
                  </a:moveTo>
                  <a:lnTo>
                    <a:pt x="6409436" y="4572"/>
                  </a:lnTo>
                  <a:lnTo>
                    <a:pt x="6384036" y="4572"/>
                  </a:lnTo>
                  <a:close/>
                  <a:moveTo>
                    <a:pt x="6434836" y="4572"/>
                  </a:moveTo>
                  <a:lnTo>
                    <a:pt x="6460236" y="4572"/>
                  </a:lnTo>
                  <a:lnTo>
                    <a:pt x="6434836" y="4572"/>
                  </a:lnTo>
                  <a:close/>
                  <a:moveTo>
                    <a:pt x="6485636" y="4572"/>
                  </a:moveTo>
                  <a:lnTo>
                    <a:pt x="6511036" y="4572"/>
                  </a:lnTo>
                  <a:lnTo>
                    <a:pt x="6485636" y="4572"/>
                  </a:lnTo>
                  <a:close/>
                  <a:moveTo>
                    <a:pt x="6536436" y="4572"/>
                  </a:moveTo>
                  <a:lnTo>
                    <a:pt x="6561836" y="4572"/>
                  </a:lnTo>
                  <a:lnTo>
                    <a:pt x="6536436" y="4572"/>
                  </a:lnTo>
                  <a:close/>
                  <a:moveTo>
                    <a:pt x="6587236" y="4572"/>
                  </a:moveTo>
                  <a:lnTo>
                    <a:pt x="6612636" y="4572"/>
                  </a:lnTo>
                  <a:lnTo>
                    <a:pt x="6587236" y="4572"/>
                  </a:lnTo>
                  <a:close/>
                  <a:moveTo>
                    <a:pt x="6638036" y="4572"/>
                  </a:moveTo>
                  <a:lnTo>
                    <a:pt x="6663436" y="4572"/>
                  </a:lnTo>
                  <a:lnTo>
                    <a:pt x="6638036" y="4572"/>
                  </a:lnTo>
                  <a:close/>
                  <a:moveTo>
                    <a:pt x="6688836" y="4572"/>
                  </a:moveTo>
                  <a:lnTo>
                    <a:pt x="6714236" y="4572"/>
                  </a:lnTo>
                  <a:lnTo>
                    <a:pt x="6688836" y="4572"/>
                  </a:lnTo>
                  <a:close/>
                  <a:moveTo>
                    <a:pt x="6739636" y="4572"/>
                  </a:moveTo>
                  <a:lnTo>
                    <a:pt x="6765036" y="4572"/>
                  </a:lnTo>
                  <a:lnTo>
                    <a:pt x="6739636" y="4572"/>
                  </a:lnTo>
                  <a:close/>
                  <a:moveTo>
                    <a:pt x="6790436" y="4572"/>
                  </a:moveTo>
                  <a:lnTo>
                    <a:pt x="6815836" y="4572"/>
                  </a:lnTo>
                  <a:lnTo>
                    <a:pt x="6790436" y="4572"/>
                  </a:lnTo>
                  <a:close/>
                  <a:moveTo>
                    <a:pt x="6841236" y="4572"/>
                  </a:moveTo>
                  <a:lnTo>
                    <a:pt x="6866636" y="4572"/>
                  </a:lnTo>
                  <a:lnTo>
                    <a:pt x="6841236" y="4572"/>
                  </a:lnTo>
                  <a:close/>
                  <a:moveTo>
                    <a:pt x="6892036" y="4572"/>
                  </a:moveTo>
                  <a:lnTo>
                    <a:pt x="6917436" y="4572"/>
                  </a:lnTo>
                  <a:lnTo>
                    <a:pt x="6892036" y="4572"/>
                  </a:lnTo>
                  <a:close/>
                  <a:moveTo>
                    <a:pt x="6942836" y="4572"/>
                  </a:moveTo>
                  <a:lnTo>
                    <a:pt x="6968236" y="4572"/>
                  </a:lnTo>
                  <a:lnTo>
                    <a:pt x="6942836" y="4572"/>
                  </a:lnTo>
                  <a:close/>
                  <a:moveTo>
                    <a:pt x="6993636" y="4572"/>
                  </a:moveTo>
                  <a:lnTo>
                    <a:pt x="7019036" y="4572"/>
                  </a:lnTo>
                  <a:lnTo>
                    <a:pt x="6993636" y="4572"/>
                  </a:lnTo>
                  <a:close/>
                  <a:moveTo>
                    <a:pt x="7044436" y="4572"/>
                  </a:moveTo>
                  <a:lnTo>
                    <a:pt x="7069836" y="4572"/>
                  </a:lnTo>
                  <a:lnTo>
                    <a:pt x="7044436" y="4572"/>
                  </a:lnTo>
                  <a:close/>
                  <a:moveTo>
                    <a:pt x="7095236" y="4572"/>
                  </a:moveTo>
                  <a:lnTo>
                    <a:pt x="7120636" y="4572"/>
                  </a:lnTo>
                  <a:lnTo>
                    <a:pt x="7095236" y="4572"/>
                  </a:lnTo>
                  <a:close/>
                  <a:moveTo>
                    <a:pt x="7146036" y="4572"/>
                  </a:moveTo>
                  <a:lnTo>
                    <a:pt x="7171436" y="4572"/>
                  </a:lnTo>
                  <a:lnTo>
                    <a:pt x="7146036" y="4572"/>
                  </a:lnTo>
                  <a:close/>
                  <a:moveTo>
                    <a:pt x="7196836" y="4572"/>
                  </a:moveTo>
                  <a:lnTo>
                    <a:pt x="7222236" y="4572"/>
                  </a:lnTo>
                  <a:lnTo>
                    <a:pt x="7196836" y="4572"/>
                  </a:lnTo>
                  <a:close/>
                  <a:moveTo>
                    <a:pt x="7247636" y="4572"/>
                  </a:moveTo>
                  <a:lnTo>
                    <a:pt x="7273036" y="4572"/>
                  </a:lnTo>
                  <a:lnTo>
                    <a:pt x="7247636" y="4572"/>
                  </a:lnTo>
                  <a:close/>
                  <a:moveTo>
                    <a:pt x="7298436" y="4572"/>
                  </a:moveTo>
                  <a:lnTo>
                    <a:pt x="7323836" y="4572"/>
                  </a:lnTo>
                  <a:lnTo>
                    <a:pt x="7298436" y="4572"/>
                  </a:lnTo>
                  <a:close/>
                  <a:moveTo>
                    <a:pt x="7349236" y="4572"/>
                  </a:moveTo>
                  <a:lnTo>
                    <a:pt x="7374636" y="4572"/>
                  </a:lnTo>
                  <a:lnTo>
                    <a:pt x="7349236" y="4572"/>
                  </a:lnTo>
                  <a:close/>
                  <a:moveTo>
                    <a:pt x="7400036" y="4572"/>
                  </a:moveTo>
                  <a:lnTo>
                    <a:pt x="7425436" y="4572"/>
                  </a:lnTo>
                  <a:lnTo>
                    <a:pt x="7400036" y="4572"/>
                  </a:lnTo>
                  <a:close/>
                  <a:moveTo>
                    <a:pt x="7450836" y="4572"/>
                  </a:moveTo>
                  <a:lnTo>
                    <a:pt x="7476236" y="4572"/>
                  </a:lnTo>
                  <a:lnTo>
                    <a:pt x="7450836" y="4572"/>
                  </a:lnTo>
                  <a:close/>
                  <a:moveTo>
                    <a:pt x="7501636" y="4572"/>
                  </a:moveTo>
                  <a:lnTo>
                    <a:pt x="7527036" y="4572"/>
                  </a:lnTo>
                  <a:lnTo>
                    <a:pt x="7501636" y="4572"/>
                  </a:lnTo>
                  <a:close/>
                  <a:moveTo>
                    <a:pt x="7552436" y="4572"/>
                  </a:moveTo>
                  <a:lnTo>
                    <a:pt x="7577836" y="4572"/>
                  </a:lnTo>
                  <a:lnTo>
                    <a:pt x="7552436" y="4572"/>
                  </a:lnTo>
                  <a:close/>
                  <a:moveTo>
                    <a:pt x="7603236" y="4572"/>
                  </a:moveTo>
                  <a:lnTo>
                    <a:pt x="7628636" y="4572"/>
                  </a:lnTo>
                  <a:lnTo>
                    <a:pt x="7603236" y="4572"/>
                  </a:lnTo>
                  <a:close/>
                  <a:moveTo>
                    <a:pt x="7654036" y="4572"/>
                  </a:moveTo>
                  <a:lnTo>
                    <a:pt x="7679436" y="4572"/>
                  </a:lnTo>
                  <a:lnTo>
                    <a:pt x="7654036" y="4572"/>
                  </a:lnTo>
                  <a:close/>
                  <a:moveTo>
                    <a:pt x="7704836" y="4572"/>
                  </a:moveTo>
                  <a:lnTo>
                    <a:pt x="7730236" y="4572"/>
                  </a:lnTo>
                  <a:lnTo>
                    <a:pt x="7704836" y="4572"/>
                  </a:lnTo>
                  <a:close/>
                  <a:moveTo>
                    <a:pt x="7755636" y="4572"/>
                  </a:moveTo>
                  <a:lnTo>
                    <a:pt x="7781036" y="4572"/>
                  </a:lnTo>
                  <a:lnTo>
                    <a:pt x="7755636" y="4572"/>
                  </a:lnTo>
                  <a:close/>
                  <a:moveTo>
                    <a:pt x="7806436" y="4572"/>
                  </a:moveTo>
                  <a:lnTo>
                    <a:pt x="7831836" y="4572"/>
                  </a:lnTo>
                  <a:lnTo>
                    <a:pt x="7806436" y="4572"/>
                  </a:lnTo>
                  <a:close/>
                  <a:moveTo>
                    <a:pt x="7857236" y="4572"/>
                  </a:moveTo>
                  <a:lnTo>
                    <a:pt x="7882636" y="4572"/>
                  </a:lnTo>
                  <a:lnTo>
                    <a:pt x="7857236" y="4572"/>
                  </a:lnTo>
                  <a:close/>
                  <a:moveTo>
                    <a:pt x="7908036" y="4572"/>
                  </a:moveTo>
                  <a:lnTo>
                    <a:pt x="7933436" y="4572"/>
                  </a:lnTo>
                  <a:lnTo>
                    <a:pt x="7908036" y="4572"/>
                  </a:lnTo>
                  <a:close/>
                  <a:moveTo>
                    <a:pt x="7958836" y="4572"/>
                  </a:moveTo>
                  <a:lnTo>
                    <a:pt x="7984236" y="4572"/>
                  </a:lnTo>
                  <a:lnTo>
                    <a:pt x="7958836" y="4572"/>
                  </a:lnTo>
                  <a:close/>
                  <a:moveTo>
                    <a:pt x="8009636" y="4572"/>
                  </a:moveTo>
                  <a:lnTo>
                    <a:pt x="8035036" y="4572"/>
                  </a:lnTo>
                  <a:lnTo>
                    <a:pt x="8009636" y="4572"/>
                  </a:lnTo>
                  <a:close/>
                  <a:moveTo>
                    <a:pt x="8060436" y="4572"/>
                  </a:moveTo>
                  <a:lnTo>
                    <a:pt x="8085836" y="4572"/>
                  </a:lnTo>
                  <a:lnTo>
                    <a:pt x="8060436" y="4572"/>
                  </a:lnTo>
                  <a:close/>
                  <a:moveTo>
                    <a:pt x="8111236" y="4572"/>
                  </a:moveTo>
                  <a:lnTo>
                    <a:pt x="8136636" y="4572"/>
                  </a:lnTo>
                  <a:lnTo>
                    <a:pt x="8111236" y="4572"/>
                  </a:lnTo>
                  <a:close/>
                  <a:moveTo>
                    <a:pt x="8162036" y="4572"/>
                  </a:moveTo>
                  <a:lnTo>
                    <a:pt x="8187436" y="4572"/>
                  </a:lnTo>
                  <a:lnTo>
                    <a:pt x="8162036" y="4572"/>
                  </a:lnTo>
                  <a:close/>
                  <a:moveTo>
                    <a:pt x="8212836" y="4572"/>
                  </a:moveTo>
                  <a:lnTo>
                    <a:pt x="8238236" y="4572"/>
                  </a:lnTo>
                  <a:lnTo>
                    <a:pt x="8212836" y="4572"/>
                  </a:lnTo>
                  <a:close/>
                  <a:moveTo>
                    <a:pt x="8263636" y="4572"/>
                  </a:moveTo>
                  <a:lnTo>
                    <a:pt x="8289036" y="4572"/>
                  </a:lnTo>
                  <a:lnTo>
                    <a:pt x="8263636" y="4572"/>
                  </a:lnTo>
                  <a:close/>
                  <a:moveTo>
                    <a:pt x="8314436" y="4572"/>
                  </a:moveTo>
                  <a:lnTo>
                    <a:pt x="8339836" y="4572"/>
                  </a:lnTo>
                  <a:lnTo>
                    <a:pt x="8314436" y="4572"/>
                  </a:lnTo>
                  <a:close/>
                  <a:moveTo>
                    <a:pt x="8365236" y="4572"/>
                  </a:moveTo>
                  <a:lnTo>
                    <a:pt x="8390636" y="4572"/>
                  </a:lnTo>
                  <a:lnTo>
                    <a:pt x="8365236" y="4572"/>
                  </a:lnTo>
                  <a:close/>
                  <a:moveTo>
                    <a:pt x="8416036" y="4572"/>
                  </a:moveTo>
                  <a:lnTo>
                    <a:pt x="8441436" y="4572"/>
                  </a:lnTo>
                  <a:lnTo>
                    <a:pt x="8416036" y="4572"/>
                  </a:lnTo>
                  <a:close/>
                  <a:moveTo>
                    <a:pt x="8466836" y="4572"/>
                  </a:moveTo>
                  <a:lnTo>
                    <a:pt x="8492236" y="4572"/>
                  </a:lnTo>
                  <a:lnTo>
                    <a:pt x="8466836" y="4572"/>
                  </a:lnTo>
                  <a:close/>
                  <a:moveTo>
                    <a:pt x="8517636" y="4572"/>
                  </a:moveTo>
                  <a:lnTo>
                    <a:pt x="8543036" y="4572"/>
                  </a:lnTo>
                  <a:lnTo>
                    <a:pt x="8517636" y="4572"/>
                  </a:lnTo>
                  <a:close/>
                  <a:moveTo>
                    <a:pt x="8568436" y="4572"/>
                  </a:moveTo>
                  <a:lnTo>
                    <a:pt x="8593836" y="4572"/>
                  </a:lnTo>
                  <a:lnTo>
                    <a:pt x="8568436" y="4572"/>
                  </a:lnTo>
                  <a:close/>
                  <a:moveTo>
                    <a:pt x="8619236" y="4572"/>
                  </a:moveTo>
                  <a:lnTo>
                    <a:pt x="8644636" y="4572"/>
                  </a:lnTo>
                  <a:lnTo>
                    <a:pt x="8619236" y="4572"/>
                  </a:lnTo>
                  <a:close/>
                  <a:moveTo>
                    <a:pt x="8670036" y="4572"/>
                  </a:moveTo>
                  <a:lnTo>
                    <a:pt x="8695436" y="4572"/>
                  </a:lnTo>
                  <a:lnTo>
                    <a:pt x="8670036" y="4572"/>
                  </a:lnTo>
                  <a:close/>
                  <a:moveTo>
                    <a:pt x="8720836" y="4572"/>
                  </a:moveTo>
                  <a:lnTo>
                    <a:pt x="8746236" y="4572"/>
                  </a:lnTo>
                  <a:lnTo>
                    <a:pt x="8720836" y="4572"/>
                  </a:lnTo>
                  <a:close/>
                  <a:moveTo>
                    <a:pt x="8771636" y="4572"/>
                  </a:moveTo>
                  <a:lnTo>
                    <a:pt x="8797036" y="4572"/>
                  </a:lnTo>
                  <a:lnTo>
                    <a:pt x="8771636" y="4572"/>
                  </a:lnTo>
                  <a:close/>
                  <a:moveTo>
                    <a:pt x="8822436" y="4572"/>
                  </a:moveTo>
                  <a:lnTo>
                    <a:pt x="8847836" y="4572"/>
                  </a:lnTo>
                  <a:lnTo>
                    <a:pt x="8822436" y="4572"/>
                  </a:lnTo>
                  <a:close/>
                  <a:moveTo>
                    <a:pt x="8873236" y="4572"/>
                  </a:moveTo>
                  <a:lnTo>
                    <a:pt x="8898636" y="4572"/>
                  </a:lnTo>
                  <a:lnTo>
                    <a:pt x="8873236" y="4572"/>
                  </a:lnTo>
                  <a:close/>
                  <a:moveTo>
                    <a:pt x="8924036" y="4572"/>
                  </a:moveTo>
                  <a:lnTo>
                    <a:pt x="8949436" y="4572"/>
                  </a:lnTo>
                  <a:lnTo>
                    <a:pt x="8924036" y="4572"/>
                  </a:lnTo>
                  <a:close/>
                  <a:moveTo>
                    <a:pt x="8974836" y="4572"/>
                  </a:moveTo>
                  <a:lnTo>
                    <a:pt x="9000236" y="4572"/>
                  </a:lnTo>
                  <a:lnTo>
                    <a:pt x="8974836" y="4572"/>
                  </a:lnTo>
                  <a:close/>
                  <a:moveTo>
                    <a:pt x="9025636" y="4572"/>
                  </a:moveTo>
                  <a:lnTo>
                    <a:pt x="9051036" y="4572"/>
                  </a:lnTo>
                  <a:lnTo>
                    <a:pt x="9025636" y="4572"/>
                  </a:lnTo>
                  <a:close/>
                  <a:moveTo>
                    <a:pt x="9076436" y="4572"/>
                  </a:moveTo>
                  <a:lnTo>
                    <a:pt x="9101836" y="4572"/>
                  </a:lnTo>
                  <a:lnTo>
                    <a:pt x="9076436" y="4572"/>
                  </a:lnTo>
                  <a:close/>
                  <a:moveTo>
                    <a:pt x="9127236" y="4572"/>
                  </a:moveTo>
                  <a:lnTo>
                    <a:pt x="9152636" y="4572"/>
                  </a:lnTo>
                  <a:lnTo>
                    <a:pt x="9127236" y="4572"/>
                  </a:lnTo>
                  <a:close/>
                  <a:moveTo>
                    <a:pt x="9178036" y="4572"/>
                  </a:moveTo>
                  <a:lnTo>
                    <a:pt x="9203436" y="4572"/>
                  </a:lnTo>
                  <a:lnTo>
                    <a:pt x="9178036" y="4572"/>
                  </a:lnTo>
                  <a:close/>
                  <a:moveTo>
                    <a:pt x="9228836" y="4572"/>
                  </a:moveTo>
                  <a:lnTo>
                    <a:pt x="9254236" y="4572"/>
                  </a:lnTo>
                  <a:lnTo>
                    <a:pt x="9228836" y="4572"/>
                  </a:lnTo>
                  <a:close/>
                  <a:moveTo>
                    <a:pt x="9279636" y="4572"/>
                  </a:moveTo>
                  <a:lnTo>
                    <a:pt x="9305036" y="4572"/>
                  </a:lnTo>
                  <a:lnTo>
                    <a:pt x="9279636" y="4572"/>
                  </a:lnTo>
                  <a:close/>
                  <a:moveTo>
                    <a:pt x="9330436" y="4572"/>
                  </a:moveTo>
                  <a:lnTo>
                    <a:pt x="9355836" y="4572"/>
                  </a:lnTo>
                  <a:lnTo>
                    <a:pt x="9330436" y="4572"/>
                  </a:lnTo>
                  <a:close/>
                  <a:moveTo>
                    <a:pt x="9381236" y="4572"/>
                  </a:moveTo>
                  <a:lnTo>
                    <a:pt x="9406636" y="4572"/>
                  </a:lnTo>
                  <a:lnTo>
                    <a:pt x="9381236" y="4572"/>
                  </a:lnTo>
                  <a:close/>
                  <a:moveTo>
                    <a:pt x="9432036" y="4572"/>
                  </a:moveTo>
                  <a:lnTo>
                    <a:pt x="9457436" y="4572"/>
                  </a:lnTo>
                  <a:lnTo>
                    <a:pt x="9432036" y="4572"/>
                  </a:lnTo>
                  <a:close/>
                  <a:moveTo>
                    <a:pt x="9482836" y="4572"/>
                  </a:moveTo>
                  <a:lnTo>
                    <a:pt x="9508236" y="4572"/>
                  </a:lnTo>
                  <a:lnTo>
                    <a:pt x="9482836" y="4572"/>
                  </a:lnTo>
                  <a:close/>
                  <a:moveTo>
                    <a:pt x="9533636" y="4572"/>
                  </a:moveTo>
                  <a:lnTo>
                    <a:pt x="9559036" y="4572"/>
                  </a:lnTo>
                  <a:lnTo>
                    <a:pt x="9533636" y="4572"/>
                  </a:lnTo>
                  <a:close/>
                  <a:moveTo>
                    <a:pt x="9584436" y="4572"/>
                  </a:moveTo>
                  <a:lnTo>
                    <a:pt x="9609836" y="4572"/>
                  </a:lnTo>
                  <a:lnTo>
                    <a:pt x="9584436" y="4572"/>
                  </a:lnTo>
                  <a:close/>
                  <a:moveTo>
                    <a:pt x="9635236" y="4572"/>
                  </a:moveTo>
                  <a:lnTo>
                    <a:pt x="9660636" y="4572"/>
                  </a:lnTo>
                  <a:lnTo>
                    <a:pt x="9635236" y="4572"/>
                  </a:lnTo>
                  <a:close/>
                  <a:moveTo>
                    <a:pt x="9686036" y="4572"/>
                  </a:moveTo>
                  <a:lnTo>
                    <a:pt x="9711436" y="4572"/>
                  </a:lnTo>
                  <a:lnTo>
                    <a:pt x="9686036" y="4572"/>
                  </a:lnTo>
                  <a:close/>
                  <a:moveTo>
                    <a:pt x="9736836" y="4572"/>
                  </a:moveTo>
                  <a:lnTo>
                    <a:pt x="9762236" y="4572"/>
                  </a:lnTo>
                  <a:lnTo>
                    <a:pt x="9736836" y="4572"/>
                  </a:lnTo>
                  <a:close/>
                  <a:moveTo>
                    <a:pt x="9787636" y="4572"/>
                  </a:moveTo>
                  <a:lnTo>
                    <a:pt x="9813036" y="4572"/>
                  </a:lnTo>
                  <a:lnTo>
                    <a:pt x="9787636" y="4572"/>
                  </a:lnTo>
                  <a:close/>
                  <a:moveTo>
                    <a:pt x="9838436" y="4572"/>
                  </a:moveTo>
                  <a:lnTo>
                    <a:pt x="9863836" y="4572"/>
                  </a:lnTo>
                  <a:lnTo>
                    <a:pt x="9838436" y="4572"/>
                  </a:lnTo>
                  <a:close/>
                  <a:moveTo>
                    <a:pt x="9889236" y="4572"/>
                  </a:moveTo>
                  <a:lnTo>
                    <a:pt x="9914636" y="4572"/>
                  </a:lnTo>
                  <a:lnTo>
                    <a:pt x="9889236" y="4572"/>
                  </a:lnTo>
                  <a:close/>
                  <a:moveTo>
                    <a:pt x="9940036" y="4572"/>
                  </a:moveTo>
                  <a:lnTo>
                    <a:pt x="9965436" y="4572"/>
                  </a:lnTo>
                  <a:lnTo>
                    <a:pt x="9940036" y="4572"/>
                  </a:lnTo>
                  <a:close/>
                  <a:moveTo>
                    <a:pt x="9990836" y="4572"/>
                  </a:moveTo>
                  <a:lnTo>
                    <a:pt x="10016236" y="4572"/>
                  </a:lnTo>
                  <a:lnTo>
                    <a:pt x="9990836" y="4572"/>
                  </a:lnTo>
                  <a:close/>
                  <a:moveTo>
                    <a:pt x="10041636" y="4572"/>
                  </a:moveTo>
                  <a:lnTo>
                    <a:pt x="10067036" y="4572"/>
                  </a:lnTo>
                  <a:lnTo>
                    <a:pt x="10041636" y="4572"/>
                  </a:lnTo>
                  <a:close/>
                  <a:moveTo>
                    <a:pt x="10092436" y="4572"/>
                  </a:moveTo>
                  <a:lnTo>
                    <a:pt x="10117836" y="4572"/>
                  </a:lnTo>
                  <a:lnTo>
                    <a:pt x="10092436" y="4572"/>
                  </a:lnTo>
                  <a:close/>
                  <a:moveTo>
                    <a:pt x="10143236" y="4572"/>
                  </a:moveTo>
                  <a:lnTo>
                    <a:pt x="10168636" y="4572"/>
                  </a:lnTo>
                  <a:lnTo>
                    <a:pt x="10143236" y="4572"/>
                  </a:lnTo>
                  <a:close/>
                  <a:moveTo>
                    <a:pt x="10194036" y="4572"/>
                  </a:moveTo>
                  <a:lnTo>
                    <a:pt x="10219436" y="4572"/>
                  </a:lnTo>
                  <a:lnTo>
                    <a:pt x="10194036" y="4572"/>
                  </a:lnTo>
                  <a:close/>
                  <a:moveTo>
                    <a:pt x="10244836" y="4572"/>
                  </a:moveTo>
                  <a:lnTo>
                    <a:pt x="10270236" y="4572"/>
                  </a:lnTo>
                  <a:lnTo>
                    <a:pt x="10244836" y="4572"/>
                  </a:lnTo>
                  <a:close/>
                  <a:moveTo>
                    <a:pt x="10295636" y="4572"/>
                  </a:moveTo>
                  <a:lnTo>
                    <a:pt x="10321036" y="4572"/>
                  </a:lnTo>
                  <a:lnTo>
                    <a:pt x="10295636" y="4572"/>
                  </a:lnTo>
                  <a:close/>
                  <a:moveTo>
                    <a:pt x="10335768" y="19812"/>
                  </a:moveTo>
                  <a:lnTo>
                    <a:pt x="10335768" y="45212"/>
                  </a:lnTo>
                  <a:lnTo>
                    <a:pt x="10331196" y="45212"/>
                  </a:lnTo>
                  <a:lnTo>
                    <a:pt x="10331196" y="19812"/>
                  </a:lnTo>
                  <a:close/>
                  <a:moveTo>
                    <a:pt x="10331196" y="70612"/>
                  </a:moveTo>
                  <a:lnTo>
                    <a:pt x="10331196" y="96012"/>
                  </a:lnTo>
                  <a:lnTo>
                    <a:pt x="10326624" y="96012"/>
                  </a:lnTo>
                  <a:lnTo>
                    <a:pt x="10326624" y="70612"/>
                  </a:lnTo>
                  <a:close/>
                  <a:moveTo>
                    <a:pt x="10326624" y="121412"/>
                  </a:moveTo>
                  <a:lnTo>
                    <a:pt x="10326624" y="146812"/>
                  </a:lnTo>
                  <a:lnTo>
                    <a:pt x="10322052" y="146812"/>
                  </a:lnTo>
                  <a:lnTo>
                    <a:pt x="10322052" y="121412"/>
                  </a:lnTo>
                  <a:close/>
                  <a:moveTo>
                    <a:pt x="10322052" y="172212"/>
                  </a:moveTo>
                  <a:lnTo>
                    <a:pt x="10322052" y="197612"/>
                  </a:lnTo>
                  <a:lnTo>
                    <a:pt x="10317480" y="197612"/>
                  </a:lnTo>
                  <a:lnTo>
                    <a:pt x="10317480" y="172212"/>
                  </a:lnTo>
                  <a:close/>
                  <a:moveTo>
                    <a:pt x="10317480" y="223012"/>
                  </a:moveTo>
                  <a:lnTo>
                    <a:pt x="10317480" y="248412"/>
                  </a:lnTo>
                  <a:lnTo>
                    <a:pt x="10312908" y="248412"/>
                  </a:lnTo>
                  <a:lnTo>
                    <a:pt x="10312908" y="223012"/>
                  </a:lnTo>
                  <a:close/>
                  <a:moveTo>
                    <a:pt x="10312908" y="273812"/>
                  </a:moveTo>
                  <a:lnTo>
                    <a:pt x="10312908" y="299212"/>
                  </a:lnTo>
                  <a:lnTo>
                    <a:pt x="10308336" y="299212"/>
                  </a:lnTo>
                  <a:lnTo>
                    <a:pt x="10308336" y="273812"/>
                  </a:lnTo>
                  <a:close/>
                  <a:moveTo>
                    <a:pt x="10308336" y="324612"/>
                  </a:moveTo>
                  <a:lnTo>
                    <a:pt x="10308336" y="350012"/>
                  </a:lnTo>
                  <a:lnTo>
                    <a:pt x="10303764" y="350012"/>
                  </a:lnTo>
                  <a:lnTo>
                    <a:pt x="10303764" y="324612"/>
                  </a:lnTo>
                  <a:close/>
                  <a:moveTo>
                    <a:pt x="10303764" y="375412"/>
                  </a:moveTo>
                  <a:lnTo>
                    <a:pt x="10303764" y="400812"/>
                  </a:lnTo>
                  <a:lnTo>
                    <a:pt x="10299192" y="400812"/>
                  </a:lnTo>
                  <a:lnTo>
                    <a:pt x="10299192" y="375412"/>
                  </a:lnTo>
                  <a:close/>
                  <a:moveTo>
                    <a:pt x="10299192" y="426212"/>
                  </a:moveTo>
                  <a:lnTo>
                    <a:pt x="10299192" y="451612"/>
                  </a:lnTo>
                  <a:lnTo>
                    <a:pt x="10294620" y="451612"/>
                  </a:lnTo>
                  <a:lnTo>
                    <a:pt x="10294620" y="426212"/>
                  </a:lnTo>
                  <a:close/>
                  <a:moveTo>
                    <a:pt x="10294620" y="477012"/>
                  </a:moveTo>
                  <a:lnTo>
                    <a:pt x="10294620" y="502412"/>
                  </a:lnTo>
                  <a:lnTo>
                    <a:pt x="10290048" y="502412"/>
                  </a:lnTo>
                  <a:lnTo>
                    <a:pt x="10290048" y="477012"/>
                  </a:lnTo>
                  <a:close/>
                  <a:moveTo>
                    <a:pt x="10290048" y="527812"/>
                  </a:moveTo>
                  <a:lnTo>
                    <a:pt x="10290048" y="553212"/>
                  </a:lnTo>
                  <a:lnTo>
                    <a:pt x="10285476" y="553212"/>
                  </a:lnTo>
                  <a:lnTo>
                    <a:pt x="10285476" y="527812"/>
                  </a:lnTo>
                  <a:close/>
                  <a:moveTo>
                    <a:pt x="10285476" y="578612"/>
                  </a:moveTo>
                  <a:lnTo>
                    <a:pt x="10285476" y="604012"/>
                  </a:lnTo>
                  <a:lnTo>
                    <a:pt x="10280904" y="604012"/>
                  </a:lnTo>
                  <a:lnTo>
                    <a:pt x="10280904" y="578612"/>
                  </a:lnTo>
                  <a:close/>
                  <a:moveTo>
                    <a:pt x="10280904" y="629412"/>
                  </a:moveTo>
                  <a:lnTo>
                    <a:pt x="10280904" y="654812"/>
                  </a:lnTo>
                  <a:lnTo>
                    <a:pt x="10276332" y="654812"/>
                  </a:lnTo>
                  <a:lnTo>
                    <a:pt x="10276332" y="629412"/>
                  </a:lnTo>
                  <a:close/>
                  <a:moveTo>
                    <a:pt x="10276332" y="680212"/>
                  </a:moveTo>
                  <a:lnTo>
                    <a:pt x="10276332" y="705612"/>
                  </a:lnTo>
                  <a:lnTo>
                    <a:pt x="10271760" y="705612"/>
                  </a:lnTo>
                  <a:lnTo>
                    <a:pt x="10271760" y="680212"/>
                  </a:lnTo>
                  <a:close/>
                  <a:moveTo>
                    <a:pt x="10271760" y="731012"/>
                  </a:moveTo>
                  <a:lnTo>
                    <a:pt x="10271760" y="756412"/>
                  </a:lnTo>
                  <a:lnTo>
                    <a:pt x="10267188" y="756412"/>
                  </a:lnTo>
                  <a:lnTo>
                    <a:pt x="10267188" y="731012"/>
                  </a:lnTo>
                  <a:close/>
                  <a:moveTo>
                    <a:pt x="10267188" y="781812"/>
                  </a:moveTo>
                  <a:lnTo>
                    <a:pt x="10267188" y="807212"/>
                  </a:lnTo>
                  <a:lnTo>
                    <a:pt x="10262616" y="807212"/>
                  </a:lnTo>
                  <a:lnTo>
                    <a:pt x="10262616" y="781812"/>
                  </a:lnTo>
                  <a:close/>
                  <a:moveTo>
                    <a:pt x="10262616" y="832612"/>
                  </a:moveTo>
                  <a:lnTo>
                    <a:pt x="10262616" y="858012"/>
                  </a:lnTo>
                  <a:lnTo>
                    <a:pt x="10258044" y="858012"/>
                  </a:lnTo>
                  <a:lnTo>
                    <a:pt x="10258044" y="832612"/>
                  </a:lnTo>
                  <a:close/>
                  <a:moveTo>
                    <a:pt x="10258044" y="883412"/>
                  </a:moveTo>
                  <a:lnTo>
                    <a:pt x="10258044" y="908812"/>
                  </a:lnTo>
                  <a:lnTo>
                    <a:pt x="10253472" y="908812"/>
                  </a:lnTo>
                  <a:lnTo>
                    <a:pt x="10253472" y="883412"/>
                  </a:lnTo>
                  <a:close/>
                  <a:moveTo>
                    <a:pt x="10253472" y="934212"/>
                  </a:moveTo>
                  <a:lnTo>
                    <a:pt x="10253472" y="959612"/>
                  </a:lnTo>
                  <a:lnTo>
                    <a:pt x="10248900" y="959612"/>
                  </a:lnTo>
                  <a:lnTo>
                    <a:pt x="10248900" y="934212"/>
                  </a:lnTo>
                  <a:close/>
                  <a:moveTo>
                    <a:pt x="10248900" y="985012"/>
                  </a:moveTo>
                  <a:lnTo>
                    <a:pt x="10248900" y="1010412"/>
                  </a:lnTo>
                  <a:lnTo>
                    <a:pt x="10244328" y="1010412"/>
                  </a:lnTo>
                  <a:lnTo>
                    <a:pt x="10244328" y="985012"/>
                  </a:lnTo>
                  <a:close/>
                  <a:moveTo>
                    <a:pt x="10244328" y="1035812"/>
                  </a:moveTo>
                  <a:lnTo>
                    <a:pt x="10244328" y="1061212"/>
                  </a:lnTo>
                  <a:lnTo>
                    <a:pt x="10239756" y="1061212"/>
                  </a:lnTo>
                  <a:lnTo>
                    <a:pt x="10239756" y="1035812"/>
                  </a:lnTo>
                  <a:close/>
                  <a:moveTo>
                    <a:pt x="10239756" y="1086612"/>
                  </a:moveTo>
                  <a:lnTo>
                    <a:pt x="10239756" y="1112012"/>
                  </a:lnTo>
                  <a:lnTo>
                    <a:pt x="10235184" y="1112012"/>
                  </a:lnTo>
                  <a:lnTo>
                    <a:pt x="10235184" y="1086612"/>
                  </a:lnTo>
                  <a:close/>
                  <a:moveTo>
                    <a:pt x="10235184" y="1137412"/>
                  </a:moveTo>
                  <a:lnTo>
                    <a:pt x="10235184" y="1162812"/>
                  </a:lnTo>
                  <a:lnTo>
                    <a:pt x="10230612" y="1162812"/>
                  </a:lnTo>
                  <a:lnTo>
                    <a:pt x="10230612" y="1137412"/>
                  </a:lnTo>
                  <a:close/>
                  <a:moveTo>
                    <a:pt x="10230612" y="1188212"/>
                  </a:moveTo>
                  <a:lnTo>
                    <a:pt x="10230612" y="1200658"/>
                  </a:lnTo>
                  <a:cubicBezTo>
                    <a:pt x="10230612" y="1201928"/>
                    <a:pt x="10229596" y="1202944"/>
                    <a:pt x="10228326" y="1202944"/>
                  </a:cubicBezTo>
                  <a:lnTo>
                    <a:pt x="10215372" y="1202944"/>
                  </a:lnTo>
                  <a:lnTo>
                    <a:pt x="10215372" y="1193800"/>
                  </a:lnTo>
                  <a:lnTo>
                    <a:pt x="10228326" y="1193800"/>
                  </a:lnTo>
                  <a:lnTo>
                    <a:pt x="10228326" y="1196086"/>
                  </a:lnTo>
                  <a:lnTo>
                    <a:pt x="10226040" y="1196086"/>
                  </a:lnTo>
                  <a:lnTo>
                    <a:pt x="10226040" y="1183640"/>
                  </a:lnTo>
                  <a:close/>
                  <a:moveTo>
                    <a:pt x="10185400" y="1198372"/>
                  </a:moveTo>
                  <a:lnTo>
                    <a:pt x="10160000" y="1198372"/>
                  </a:lnTo>
                  <a:lnTo>
                    <a:pt x="10160000" y="1193800"/>
                  </a:lnTo>
                  <a:lnTo>
                    <a:pt x="10185400" y="1193800"/>
                  </a:lnTo>
                  <a:close/>
                  <a:moveTo>
                    <a:pt x="10134600" y="1193800"/>
                  </a:moveTo>
                  <a:lnTo>
                    <a:pt x="10109200" y="1193800"/>
                  </a:lnTo>
                  <a:lnTo>
                    <a:pt x="10134600" y="1193800"/>
                  </a:lnTo>
                  <a:close/>
                  <a:moveTo>
                    <a:pt x="10083800" y="1193800"/>
                  </a:moveTo>
                  <a:lnTo>
                    <a:pt x="10058400" y="1193800"/>
                  </a:lnTo>
                  <a:lnTo>
                    <a:pt x="10083800" y="1193800"/>
                  </a:lnTo>
                  <a:close/>
                  <a:moveTo>
                    <a:pt x="10033000" y="1193800"/>
                  </a:moveTo>
                  <a:lnTo>
                    <a:pt x="10007600" y="1193800"/>
                  </a:lnTo>
                  <a:lnTo>
                    <a:pt x="10033000" y="1193800"/>
                  </a:lnTo>
                  <a:close/>
                  <a:moveTo>
                    <a:pt x="9982200" y="1193800"/>
                  </a:moveTo>
                  <a:lnTo>
                    <a:pt x="9956800" y="1193800"/>
                  </a:lnTo>
                  <a:lnTo>
                    <a:pt x="9982200" y="1193800"/>
                  </a:lnTo>
                  <a:close/>
                  <a:moveTo>
                    <a:pt x="9931400" y="1193800"/>
                  </a:moveTo>
                  <a:lnTo>
                    <a:pt x="9906000" y="1193800"/>
                  </a:lnTo>
                  <a:lnTo>
                    <a:pt x="9931400" y="1193800"/>
                  </a:lnTo>
                  <a:close/>
                  <a:moveTo>
                    <a:pt x="9880600" y="1193800"/>
                  </a:moveTo>
                  <a:lnTo>
                    <a:pt x="9855200" y="1193800"/>
                  </a:lnTo>
                  <a:lnTo>
                    <a:pt x="9880600" y="1193800"/>
                  </a:lnTo>
                  <a:close/>
                  <a:moveTo>
                    <a:pt x="9829800" y="1193800"/>
                  </a:moveTo>
                  <a:lnTo>
                    <a:pt x="9804400" y="1193800"/>
                  </a:lnTo>
                  <a:lnTo>
                    <a:pt x="9829800" y="1193800"/>
                  </a:lnTo>
                  <a:close/>
                  <a:moveTo>
                    <a:pt x="9779000" y="1193800"/>
                  </a:moveTo>
                  <a:lnTo>
                    <a:pt x="9753600" y="1193800"/>
                  </a:lnTo>
                  <a:lnTo>
                    <a:pt x="9779000" y="1193800"/>
                  </a:lnTo>
                  <a:close/>
                  <a:moveTo>
                    <a:pt x="9728200" y="1193800"/>
                  </a:moveTo>
                  <a:lnTo>
                    <a:pt x="9702800" y="1193800"/>
                  </a:lnTo>
                  <a:lnTo>
                    <a:pt x="9728200" y="1193800"/>
                  </a:lnTo>
                  <a:close/>
                  <a:moveTo>
                    <a:pt x="9677400" y="1193800"/>
                  </a:moveTo>
                  <a:lnTo>
                    <a:pt x="9652000" y="1193800"/>
                  </a:lnTo>
                  <a:lnTo>
                    <a:pt x="9677400" y="1193800"/>
                  </a:lnTo>
                  <a:close/>
                  <a:moveTo>
                    <a:pt x="9626600" y="1193800"/>
                  </a:moveTo>
                  <a:lnTo>
                    <a:pt x="9601200" y="1193800"/>
                  </a:lnTo>
                  <a:lnTo>
                    <a:pt x="9626600" y="1193800"/>
                  </a:lnTo>
                  <a:close/>
                  <a:moveTo>
                    <a:pt x="9575800" y="1193800"/>
                  </a:moveTo>
                  <a:lnTo>
                    <a:pt x="9550400" y="1193800"/>
                  </a:lnTo>
                  <a:lnTo>
                    <a:pt x="9575800" y="1193800"/>
                  </a:lnTo>
                  <a:close/>
                  <a:moveTo>
                    <a:pt x="9525000" y="1193800"/>
                  </a:moveTo>
                  <a:lnTo>
                    <a:pt x="9499600" y="1193800"/>
                  </a:lnTo>
                  <a:lnTo>
                    <a:pt x="9525000" y="1193800"/>
                  </a:lnTo>
                  <a:close/>
                  <a:moveTo>
                    <a:pt x="9474200" y="1193800"/>
                  </a:moveTo>
                  <a:lnTo>
                    <a:pt x="9448800" y="1193800"/>
                  </a:lnTo>
                  <a:lnTo>
                    <a:pt x="9474200" y="1193800"/>
                  </a:lnTo>
                  <a:close/>
                  <a:moveTo>
                    <a:pt x="9423400" y="1193800"/>
                  </a:moveTo>
                  <a:lnTo>
                    <a:pt x="9398000" y="1193800"/>
                  </a:lnTo>
                  <a:lnTo>
                    <a:pt x="9423400" y="1193800"/>
                  </a:lnTo>
                  <a:close/>
                  <a:moveTo>
                    <a:pt x="9372600" y="1193800"/>
                  </a:moveTo>
                  <a:lnTo>
                    <a:pt x="9347200" y="1193800"/>
                  </a:lnTo>
                  <a:lnTo>
                    <a:pt x="9372600" y="1193800"/>
                  </a:lnTo>
                  <a:close/>
                  <a:moveTo>
                    <a:pt x="9321800" y="1193800"/>
                  </a:moveTo>
                  <a:lnTo>
                    <a:pt x="9296400" y="1193800"/>
                  </a:lnTo>
                  <a:lnTo>
                    <a:pt x="9321800" y="1193800"/>
                  </a:lnTo>
                  <a:close/>
                  <a:moveTo>
                    <a:pt x="9271000" y="1193800"/>
                  </a:moveTo>
                  <a:lnTo>
                    <a:pt x="9245600" y="1193800"/>
                  </a:lnTo>
                  <a:lnTo>
                    <a:pt x="9271000" y="1193800"/>
                  </a:lnTo>
                  <a:close/>
                  <a:moveTo>
                    <a:pt x="9220200" y="1193800"/>
                  </a:moveTo>
                  <a:lnTo>
                    <a:pt x="9194800" y="1193800"/>
                  </a:lnTo>
                  <a:lnTo>
                    <a:pt x="9220200" y="1193800"/>
                  </a:lnTo>
                  <a:close/>
                  <a:moveTo>
                    <a:pt x="9169400" y="1193800"/>
                  </a:moveTo>
                  <a:lnTo>
                    <a:pt x="9144000" y="1193800"/>
                  </a:lnTo>
                  <a:lnTo>
                    <a:pt x="9169400" y="1193800"/>
                  </a:lnTo>
                  <a:close/>
                  <a:moveTo>
                    <a:pt x="9118600" y="1193800"/>
                  </a:moveTo>
                  <a:lnTo>
                    <a:pt x="9093200" y="1193800"/>
                  </a:lnTo>
                  <a:lnTo>
                    <a:pt x="9118600" y="1193800"/>
                  </a:lnTo>
                  <a:close/>
                  <a:moveTo>
                    <a:pt x="9067800" y="1193800"/>
                  </a:moveTo>
                  <a:lnTo>
                    <a:pt x="9042400" y="1193800"/>
                  </a:lnTo>
                  <a:lnTo>
                    <a:pt x="9067800" y="1193800"/>
                  </a:lnTo>
                  <a:close/>
                  <a:moveTo>
                    <a:pt x="9017000" y="1193800"/>
                  </a:moveTo>
                  <a:lnTo>
                    <a:pt x="8991600" y="1193800"/>
                  </a:lnTo>
                  <a:lnTo>
                    <a:pt x="9017000" y="1193800"/>
                  </a:lnTo>
                  <a:close/>
                  <a:moveTo>
                    <a:pt x="8966200" y="1193800"/>
                  </a:moveTo>
                  <a:lnTo>
                    <a:pt x="8940800" y="1193800"/>
                  </a:lnTo>
                  <a:lnTo>
                    <a:pt x="8966200" y="1193800"/>
                  </a:lnTo>
                  <a:close/>
                  <a:moveTo>
                    <a:pt x="8915400" y="1193800"/>
                  </a:moveTo>
                  <a:lnTo>
                    <a:pt x="8890000" y="1193800"/>
                  </a:lnTo>
                  <a:lnTo>
                    <a:pt x="8915400" y="1193800"/>
                  </a:lnTo>
                  <a:close/>
                  <a:moveTo>
                    <a:pt x="8864600" y="1193800"/>
                  </a:moveTo>
                  <a:lnTo>
                    <a:pt x="8839200" y="1193800"/>
                  </a:lnTo>
                  <a:lnTo>
                    <a:pt x="8864600" y="1193800"/>
                  </a:lnTo>
                  <a:close/>
                  <a:moveTo>
                    <a:pt x="8813800" y="1193800"/>
                  </a:moveTo>
                  <a:lnTo>
                    <a:pt x="8788400" y="1193800"/>
                  </a:lnTo>
                  <a:lnTo>
                    <a:pt x="8813800" y="1193800"/>
                  </a:lnTo>
                  <a:close/>
                  <a:moveTo>
                    <a:pt x="8763000" y="1193800"/>
                  </a:moveTo>
                  <a:lnTo>
                    <a:pt x="8737600" y="1193800"/>
                  </a:lnTo>
                  <a:lnTo>
                    <a:pt x="8763000" y="1193800"/>
                  </a:lnTo>
                  <a:close/>
                  <a:moveTo>
                    <a:pt x="8712200" y="1193800"/>
                  </a:moveTo>
                  <a:lnTo>
                    <a:pt x="8686800" y="1193800"/>
                  </a:lnTo>
                  <a:lnTo>
                    <a:pt x="8712200" y="1193800"/>
                  </a:lnTo>
                  <a:close/>
                  <a:moveTo>
                    <a:pt x="8661400" y="1193800"/>
                  </a:moveTo>
                  <a:lnTo>
                    <a:pt x="8636000" y="1193800"/>
                  </a:lnTo>
                  <a:lnTo>
                    <a:pt x="8661400" y="1193800"/>
                  </a:lnTo>
                  <a:close/>
                  <a:moveTo>
                    <a:pt x="8610600" y="1193800"/>
                  </a:moveTo>
                  <a:lnTo>
                    <a:pt x="8585200" y="1193800"/>
                  </a:lnTo>
                  <a:lnTo>
                    <a:pt x="8610600" y="1193800"/>
                  </a:lnTo>
                  <a:close/>
                  <a:moveTo>
                    <a:pt x="8559800" y="1193800"/>
                  </a:moveTo>
                  <a:lnTo>
                    <a:pt x="8534400" y="1193800"/>
                  </a:lnTo>
                  <a:lnTo>
                    <a:pt x="8559800" y="1193800"/>
                  </a:lnTo>
                  <a:close/>
                  <a:moveTo>
                    <a:pt x="8509000" y="1193800"/>
                  </a:moveTo>
                  <a:lnTo>
                    <a:pt x="8483600" y="1193800"/>
                  </a:lnTo>
                  <a:lnTo>
                    <a:pt x="8509000" y="1193800"/>
                  </a:lnTo>
                  <a:close/>
                  <a:moveTo>
                    <a:pt x="8458200" y="1193800"/>
                  </a:moveTo>
                  <a:lnTo>
                    <a:pt x="8432800" y="1193800"/>
                  </a:lnTo>
                  <a:lnTo>
                    <a:pt x="8458200" y="1193800"/>
                  </a:lnTo>
                  <a:close/>
                  <a:moveTo>
                    <a:pt x="8407400" y="1193800"/>
                  </a:moveTo>
                  <a:lnTo>
                    <a:pt x="8382000" y="1193800"/>
                  </a:lnTo>
                  <a:lnTo>
                    <a:pt x="8407400" y="1193800"/>
                  </a:lnTo>
                  <a:close/>
                  <a:moveTo>
                    <a:pt x="8356600" y="1193800"/>
                  </a:moveTo>
                  <a:lnTo>
                    <a:pt x="8331200" y="1193800"/>
                  </a:lnTo>
                  <a:lnTo>
                    <a:pt x="8356600" y="1193800"/>
                  </a:lnTo>
                  <a:close/>
                  <a:moveTo>
                    <a:pt x="8305800" y="1193800"/>
                  </a:moveTo>
                  <a:lnTo>
                    <a:pt x="8280400" y="1193800"/>
                  </a:lnTo>
                  <a:lnTo>
                    <a:pt x="8305800" y="1193800"/>
                  </a:lnTo>
                  <a:close/>
                  <a:moveTo>
                    <a:pt x="8255000" y="1193800"/>
                  </a:moveTo>
                  <a:lnTo>
                    <a:pt x="8229600" y="1193800"/>
                  </a:lnTo>
                  <a:lnTo>
                    <a:pt x="8255000" y="1193800"/>
                  </a:lnTo>
                  <a:close/>
                  <a:moveTo>
                    <a:pt x="8204200" y="1193800"/>
                  </a:moveTo>
                  <a:lnTo>
                    <a:pt x="8178800" y="1193800"/>
                  </a:lnTo>
                  <a:lnTo>
                    <a:pt x="8204200" y="1193800"/>
                  </a:lnTo>
                  <a:close/>
                  <a:moveTo>
                    <a:pt x="8153400" y="1193800"/>
                  </a:moveTo>
                  <a:lnTo>
                    <a:pt x="8128000" y="1193800"/>
                  </a:lnTo>
                  <a:lnTo>
                    <a:pt x="8153400" y="1193800"/>
                  </a:lnTo>
                  <a:close/>
                  <a:moveTo>
                    <a:pt x="8102600" y="1193800"/>
                  </a:moveTo>
                  <a:lnTo>
                    <a:pt x="8077200" y="1193800"/>
                  </a:lnTo>
                  <a:lnTo>
                    <a:pt x="8102600" y="1193800"/>
                  </a:lnTo>
                  <a:close/>
                  <a:moveTo>
                    <a:pt x="8051800" y="1193800"/>
                  </a:moveTo>
                  <a:lnTo>
                    <a:pt x="8026400" y="1193800"/>
                  </a:lnTo>
                  <a:lnTo>
                    <a:pt x="8051800" y="1193800"/>
                  </a:lnTo>
                  <a:close/>
                  <a:moveTo>
                    <a:pt x="8001000" y="1193800"/>
                  </a:moveTo>
                  <a:lnTo>
                    <a:pt x="7975600" y="1193800"/>
                  </a:lnTo>
                  <a:lnTo>
                    <a:pt x="8001000" y="1193800"/>
                  </a:lnTo>
                  <a:close/>
                  <a:moveTo>
                    <a:pt x="7950200" y="1193800"/>
                  </a:moveTo>
                  <a:lnTo>
                    <a:pt x="7924800" y="1193800"/>
                  </a:lnTo>
                  <a:lnTo>
                    <a:pt x="7950200" y="1193800"/>
                  </a:lnTo>
                  <a:close/>
                  <a:moveTo>
                    <a:pt x="7899400" y="1193800"/>
                  </a:moveTo>
                  <a:lnTo>
                    <a:pt x="7874000" y="1193800"/>
                  </a:lnTo>
                  <a:lnTo>
                    <a:pt x="7899400" y="1193800"/>
                  </a:lnTo>
                  <a:close/>
                  <a:moveTo>
                    <a:pt x="7848600" y="1193800"/>
                  </a:moveTo>
                  <a:lnTo>
                    <a:pt x="7823200" y="1193800"/>
                  </a:lnTo>
                  <a:lnTo>
                    <a:pt x="7848600" y="1193800"/>
                  </a:lnTo>
                  <a:close/>
                  <a:moveTo>
                    <a:pt x="7797800" y="1193800"/>
                  </a:moveTo>
                  <a:lnTo>
                    <a:pt x="7772400" y="1193800"/>
                  </a:lnTo>
                  <a:lnTo>
                    <a:pt x="7797800" y="1193800"/>
                  </a:lnTo>
                  <a:close/>
                  <a:moveTo>
                    <a:pt x="7747000" y="1193800"/>
                  </a:moveTo>
                  <a:lnTo>
                    <a:pt x="7721600" y="1193800"/>
                  </a:lnTo>
                  <a:lnTo>
                    <a:pt x="7747000" y="1193800"/>
                  </a:lnTo>
                  <a:close/>
                  <a:moveTo>
                    <a:pt x="7696200" y="1193800"/>
                  </a:moveTo>
                  <a:lnTo>
                    <a:pt x="7670800" y="1193800"/>
                  </a:lnTo>
                  <a:lnTo>
                    <a:pt x="7696200" y="1193800"/>
                  </a:lnTo>
                  <a:close/>
                  <a:moveTo>
                    <a:pt x="7645400" y="1193800"/>
                  </a:moveTo>
                  <a:lnTo>
                    <a:pt x="7620000" y="1193800"/>
                  </a:lnTo>
                  <a:lnTo>
                    <a:pt x="7645400" y="1193800"/>
                  </a:lnTo>
                  <a:close/>
                  <a:moveTo>
                    <a:pt x="7594600" y="1193800"/>
                  </a:moveTo>
                  <a:lnTo>
                    <a:pt x="7569200" y="1193800"/>
                  </a:lnTo>
                  <a:lnTo>
                    <a:pt x="7594600" y="1193800"/>
                  </a:lnTo>
                  <a:close/>
                  <a:moveTo>
                    <a:pt x="7543800" y="1193800"/>
                  </a:moveTo>
                  <a:lnTo>
                    <a:pt x="7518400" y="1193800"/>
                  </a:lnTo>
                  <a:lnTo>
                    <a:pt x="7543800" y="1193800"/>
                  </a:lnTo>
                  <a:close/>
                  <a:moveTo>
                    <a:pt x="7493000" y="1193800"/>
                  </a:moveTo>
                  <a:lnTo>
                    <a:pt x="7467600" y="1193800"/>
                  </a:lnTo>
                  <a:lnTo>
                    <a:pt x="7493000" y="1193800"/>
                  </a:lnTo>
                  <a:close/>
                  <a:moveTo>
                    <a:pt x="7442200" y="1193800"/>
                  </a:moveTo>
                  <a:lnTo>
                    <a:pt x="7416800" y="1193800"/>
                  </a:lnTo>
                  <a:lnTo>
                    <a:pt x="7442200" y="1193800"/>
                  </a:lnTo>
                  <a:close/>
                  <a:moveTo>
                    <a:pt x="7391400" y="1193800"/>
                  </a:moveTo>
                  <a:lnTo>
                    <a:pt x="7366000" y="1193800"/>
                  </a:lnTo>
                  <a:lnTo>
                    <a:pt x="7391400" y="1193800"/>
                  </a:lnTo>
                  <a:close/>
                  <a:moveTo>
                    <a:pt x="7340600" y="1193800"/>
                  </a:moveTo>
                  <a:lnTo>
                    <a:pt x="7315200" y="1193800"/>
                  </a:lnTo>
                  <a:lnTo>
                    <a:pt x="7340600" y="1193800"/>
                  </a:lnTo>
                  <a:close/>
                  <a:moveTo>
                    <a:pt x="7289800" y="1193800"/>
                  </a:moveTo>
                  <a:lnTo>
                    <a:pt x="7264400" y="1193800"/>
                  </a:lnTo>
                  <a:lnTo>
                    <a:pt x="7289800" y="1193800"/>
                  </a:lnTo>
                  <a:close/>
                  <a:moveTo>
                    <a:pt x="7239000" y="1193800"/>
                  </a:moveTo>
                  <a:lnTo>
                    <a:pt x="7213600" y="1193800"/>
                  </a:lnTo>
                  <a:lnTo>
                    <a:pt x="7239000" y="1193800"/>
                  </a:lnTo>
                  <a:close/>
                  <a:moveTo>
                    <a:pt x="7188200" y="1193800"/>
                  </a:moveTo>
                  <a:lnTo>
                    <a:pt x="7162800" y="1193800"/>
                  </a:lnTo>
                  <a:lnTo>
                    <a:pt x="7188200" y="1193800"/>
                  </a:lnTo>
                  <a:close/>
                  <a:moveTo>
                    <a:pt x="7137400" y="1193800"/>
                  </a:moveTo>
                  <a:lnTo>
                    <a:pt x="7112000" y="1193800"/>
                  </a:lnTo>
                  <a:lnTo>
                    <a:pt x="7137400" y="1193800"/>
                  </a:lnTo>
                  <a:close/>
                  <a:moveTo>
                    <a:pt x="7086600" y="1193800"/>
                  </a:moveTo>
                  <a:lnTo>
                    <a:pt x="7061200" y="1193800"/>
                  </a:lnTo>
                  <a:lnTo>
                    <a:pt x="7086600" y="1193800"/>
                  </a:lnTo>
                  <a:close/>
                  <a:moveTo>
                    <a:pt x="7035800" y="1193800"/>
                  </a:moveTo>
                  <a:lnTo>
                    <a:pt x="7010400" y="1193800"/>
                  </a:lnTo>
                  <a:lnTo>
                    <a:pt x="7035800" y="1193800"/>
                  </a:lnTo>
                  <a:close/>
                  <a:moveTo>
                    <a:pt x="6985000" y="1193800"/>
                  </a:moveTo>
                  <a:lnTo>
                    <a:pt x="6959600" y="1193800"/>
                  </a:lnTo>
                  <a:lnTo>
                    <a:pt x="6985000" y="1193800"/>
                  </a:lnTo>
                  <a:close/>
                  <a:moveTo>
                    <a:pt x="6934200" y="1193800"/>
                  </a:moveTo>
                  <a:lnTo>
                    <a:pt x="6908800" y="1193800"/>
                  </a:lnTo>
                  <a:lnTo>
                    <a:pt x="6934200" y="1193800"/>
                  </a:lnTo>
                  <a:close/>
                  <a:moveTo>
                    <a:pt x="6883400" y="1193800"/>
                  </a:moveTo>
                  <a:lnTo>
                    <a:pt x="6858000" y="1193800"/>
                  </a:lnTo>
                  <a:lnTo>
                    <a:pt x="6883400" y="1193800"/>
                  </a:lnTo>
                  <a:close/>
                  <a:moveTo>
                    <a:pt x="6832600" y="1193800"/>
                  </a:moveTo>
                  <a:lnTo>
                    <a:pt x="6807200" y="1193800"/>
                  </a:lnTo>
                  <a:lnTo>
                    <a:pt x="6832600" y="1193800"/>
                  </a:lnTo>
                  <a:close/>
                  <a:moveTo>
                    <a:pt x="6781800" y="1193800"/>
                  </a:moveTo>
                  <a:lnTo>
                    <a:pt x="6756400" y="1193800"/>
                  </a:lnTo>
                  <a:lnTo>
                    <a:pt x="6781800" y="1193800"/>
                  </a:lnTo>
                  <a:close/>
                  <a:moveTo>
                    <a:pt x="6731000" y="1193800"/>
                  </a:moveTo>
                  <a:lnTo>
                    <a:pt x="6705600" y="1193800"/>
                  </a:lnTo>
                  <a:lnTo>
                    <a:pt x="6731000" y="1193800"/>
                  </a:lnTo>
                  <a:close/>
                  <a:moveTo>
                    <a:pt x="6680200" y="1193800"/>
                  </a:moveTo>
                  <a:lnTo>
                    <a:pt x="6654800" y="1193800"/>
                  </a:lnTo>
                  <a:lnTo>
                    <a:pt x="6680200" y="1193800"/>
                  </a:lnTo>
                  <a:close/>
                  <a:moveTo>
                    <a:pt x="6629400" y="1193800"/>
                  </a:moveTo>
                  <a:lnTo>
                    <a:pt x="6604000" y="1193800"/>
                  </a:lnTo>
                  <a:lnTo>
                    <a:pt x="6629400" y="1193800"/>
                  </a:lnTo>
                  <a:close/>
                  <a:moveTo>
                    <a:pt x="6578600" y="1193800"/>
                  </a:moveTo>
                  <a:lnTo>
                    <a:pt x="6553200" y="1193800"/>
                  </a:lnTo>
                  <a:lnTo>
                    <a:pt x="6578600" y="1193800"/>
                  </a:lnTo>
                  <a:close/>
                  <a:moveTo>
                    <a:pt x="6527800" y="1193800"/>
                  </a:moveTo>
                  <a:lnTo>
                    <a:pt x="6502400" y="1193800"/>
                  </a:lnTo>
                  <a:lnTo>
                    <a:pt x="6527800" y="1193800"/>
                  </a:lnTo>
                  <a:close/>
                  <a:moveTo>
                    <a:pt x="6477000" y="1193800"/>
                  </a:moveTo>
                  <a:lnTo>
                    <a:pt x="6451600" y="1193800"/>
                  </a:lnTo>
                  <a:lnTo>
                    <a:pt x="6477000" y="1193800"/>
                  </a:lnTo>
                  <a:close/>
                  <a:moveTo>
                    <a:pt x="6426200" y="1193800"/>
                  </a:moveTo>
                  <a:lnTo>
                    <a:pt x="6400800" y="1193800"/>
                  </a:lnTo>
                  <a:lnTo>
                    <a:pt x="6426200" y="1193800"/>
                  </a:lnTo>
                  <a:close/>
                  <a:moveTo>
                    <a:pt x="6375400" y="1193800"/>
                  </a:moveTo>
                  <a:lnTo>
                    <a:pt x="6350000" y="1193800"/>
                  </a:lnTo>
                  <a:lnTo>
                    <a:pt x="6375400" y="1193800"/>
                  </a:lnTo>
                  <a:close/>
                  <a:moveTo>
                    <a:pt x="6324600" y="1193800"/>
                  </a:moveTo>
                  <a:lnTo>
                    <a:pt x="6299200" y="1193800"/>
                  </a:lnTo>
                  <a:lnTo>
                    <a:pt x="6324600" y="1193800"/>
                  </a:lnTo>
                  <a:close/>
                  <a:moveTo>
                    <a:pt x="6273800" y="1193800"/>
                  </a:moveTo>
                  <a:lnTo>
                    <a:pt x="6248400" y="1193800"/>
                  </a:lnTo>
                  <a:lnTo>
                    <a:pt x="6273800" y="1193800"/>
                  </a:lnTo>
                  <a:close/>
                  <a:moveTo>
                    <a:pt x="6223000" y="1193800"/>
                  </a:moveTo>
                  <a:lnTo>
                    <a:pt x="6197600" y="1193800"/>
                  </a:lnTo>
                  <a:lnTo>
                    <a:pt x="6223000" y="1193800"/>
                  </a:lnTo>
                  <a:close/>
                  <a:moveTo>
                    <a:pt x="6172200" y="1193800"/>
                  </a:moveTo>
                  <a:lnTo>
                    <a:pt x="6146800" y="1193800"/>
                  </a:lnTo>
                  <a:lnTo>
                    <a:pt x="6172200" y="1193800"/>
                  </a:lnTo>
                  <a:close/>
                  <a:moveTo>
                    <a:pt x="6121400" y="1193800"/>
                  </a:moveTo>
                  <a:lnTo>
                    <a:pt x="6096000" y="1193800"/>
                  </a:lnTo>
                  <a:lnTo>
                    <a:pt x="6121400" y="1193800"/>
                  </a:lnTo>
                  <a:close/>
                  <a:moveTo>
                    <a:pt x="6070600" y="1193800"/>
                  </a:moveTo>
                  <a:lnTo>
                    <a:pt x="6045200" y="1193800"/>
                  </a:lnTo>
                  <a:lnTo>
                    <a:pt x="6070600" y="1193800"/>
                  </a:lnTo>
                  <a:close/>
                  <a:moveTo>
                    <a:pt x="6019800" y="1193800"/>
                  </a:moveTo>
                  <a:lnTo>
                    <a:pt x="5994400" y="1193800"/>
                  </a:lnTo>
                  <a:lnTo>
                    <a:pt x="6019800" y="1193800"/>
                  </a:lnTo>
                  <a:close/>
                  <a:moveTo>
                    <a:pt x="5969000" y="1193800"/>
                  </a:moveTo>
                  <a:lnTo>
                    <a:pt x="5943600" y="1193800"/>
                  </a:lnTo>
                  <a:lnTo>
                    <a:pt x="5969000" y="1193800"/>
                  </a:lnTo>
                  <a:close/>
                  <a:moveTo>
                    <a:pt x="5918200" y="1193800"/>
                  </a:moveTo>
                  <a:lnTo>
                    <a:pt x="5892800" y="1193800"/>
                  </a:lnTo>
                  <a:lnTo>
                    <a:pt x="5918200" y="1193800"/>
                  </a:lnTo>
                  <a:close/>
                  <a:moveTo>
                    <a:pt x="5867400" y="1193800"/>
                  </a:moveTo>
                  <a:lnTo>
                    <a:pt x="5842000" y="1193800"/>
                  </a:lnTo>
                  <a:lnTo>
                    <a:pt x="5867400" y="1193800"/>
                  </a:lnTo>
                  <a:close/>
                  <a:moveTo>
                    <a:pt x="5816600" y="1193800"/>
                  </a:moveTo>
                  <a:lnTo>
                    <a:pt x="5791200" y="1193800"/>
                  </a:lnTo>
                  <a:lnTo>
                    <a:pt x="5816600" y="1193800"/>
                  </a:lnTo>
                  <a:close/>
                  <a:moveTo>
                    <a:pt x="5765800" y="1193800"/>
                  </a:moveTo>
                  <a:lnTo>
                    <a:pt x="5740400" y="1193800"/>
                  </a:lnTo>
                  <a:lnTo>
                    <a:pt x="5765800" y="1193800"/>
                  </a:lnTo>
                  <a:close/>
                  <a:moveTo>
                    <a:pt x="5715000" y="1193800"/>
                  </a:moveTo>
                  <a:lnTo>
                    <a:pt x="5689600" y="1193800"/>
                  </a:lnTo>
                  <a:lnTo>
                    <a:pt x="5715000" y="1193800"/>
                  </a:lnTo>
                  <a:close/>
                  <a:moveTo>
                    <a:pt x="5664200" y="1193800"/>
                  </a:moveTo>
                  <a:lnTo>
                    <a:pt x="5638800" y="1193800"/>
                  </a:lnTo>
                  <a:lnTo>
                    <a:pt x="5664200" y="1193800"/>
                  </a:lnTo>
                  <a:close/>
                  <a:moveTo>
                    <a:pt x="5613400" y="1193800"/>
                  </a:moveTo>
                  <a:lnTo>
                    <a:pt x="5588000" y="1193800"/>
                  </a:lnTo>
                  <a:lnTo>
                    <a:pt x="5613400" y="1193800"/>
                  </a:lnTo>
                  <a:close/>
                  <a:moveTo>
                    <a:pt x="5562600" y="1193800"/>
                  </a:moveTo>
                  <a:lnTo>
                    <a:pt x="5537200" y="1193800"/>
                  </a:lnTo>
                  <a:lnTo>
                    <a:pt x="5562600" y="1193800"/>
                  </a:lnTo>
                  <a:close/>
                  <a:moveTo>
                    <a:pt x="5511800" y="1193800"/>
                  </a:moveTo>
                  <a:lnTo>
                    <a:pt x="5486400" y="1193800"/>
                  </a:lnTo>
                  <a:lnTo>
                    <a:pt x="5511800" y="1193800"/>
                  </a:lnTo>
                  <a:close/>
                  <a:moveTo>
                    <a:pt x="5461000" y="1193800"/>
                  </a:moveTo>
                  <a:lnTo>
                    <a:pt x="5435600" y="1193800"/>
                  </a:lnTo>
                  <a:lnTo>
                    <a:pt x="5461000" y="1193800"/>
                  </a:lnTo>
                  <a:close/>
                  <a:moveTo>
                    <a:pt x="5410200" y="1193800"/>
                  </a:moveTo>
                  <a:lnTo>
                    <a:pt x="5384800" y="1193800"/>
                  </a:lnTo>
                  <a:lnTo>
                    <a:pt x="5410200" y="1193800"/>
                  </a:lnTo>
                  <a:close/>
                  <a:moveTo>
                    <a:pt x="5359400" y="1193800"/>
                  </a:moveTo>
                  <a:lnTo>
                    <a:pt x="5334000" y="1193800"/>
                  </a:lnTo>
                  <a:lnTo>
                    <a:pt x="5359400" y="1193800"/>
                  </a:lnTo>
                  <a:close/>
                  <a:moveTo>
                    <a:pt x="5308600" y="1193800"/>
                  </a:moveTo>
                  <a:lnTo>
                    <a:pt x="5283200" y="1193800"/>
                  </a:lnTo>
                  <a:lnTo>
                    <a:pt x="5308600" y="1193800"/>
                  </a:lnTo>
                  <a:close/>
                  <a:moveTo>
                    <a:pt x="5257800" y="1193800"/>
                  </a:moveTo>
                  <a:lnTo>
                    <a:pt x="5232400" y="1193800"/>
                  </a:lnTo>
                  <a:lnTo>
                    <a:pt x="5257800" y="1193800"/>
                  </a:lnTo>
                  <a:close/>
                  <a:moveTo>
                    <a:pt x="5207000" y="1193800"/>
                  </a:moveTo>
                  <a:lnTo>
                    <a:pt x="5181600" y="1193800"/>
                  </a:lnTo>
                  <a:lnTo>
                    <a:pt x="5207000" y="1193800"/>
                  </a:lnTo>
                  <a:close/>
                  <a:moveTo>
                    <a:pt x="5156200" y="1193800"/>
                  </a:moveTo>
                  <a:lnTo>
                    <a:pt x="5130800" y="1193800"/>
                  </a:lnTo>
                  <a:lnTo>
                    <a:pt x="5156200" y="1193800"/>
                  </a:lnTo>
                  <a:close/>
                  <a:moveTo>
                    <a:pt x="5105400" y="1193800"/>
                  </a:moveTo>
                  <a:lnTo>
                    <a:pt x="5080000" y="1193800"/>
                  </a:lnTo>
                  <a:lnTo>
                    <a:pt x="5105400" y="1193800"/>
                  </a:lnTo>
                  <a:close/>
                  <a:moveTo>
                    <a:pt x="5054600" y="1193800"/>
                  </a:moveTo>
                  <a:lnTo>
                    <a:pt x="5029200" y="1193800"/>
                  </a:lnTo>
                  <a:lnTo>
                    <a:pt x="5054600" y="1193800"/>
                  </a:lnTo>
                  <a:close/>
                  <a:moveTo>
                    <a:pt x="5003800" y="1193800"/>
                  </a:moveTo>
                  <a:lnTo>
                    <a:pt x="4978400" y="1193800"/>
                  </a:lnTo>
                  <a:lnTo>
                    <a:pt x="5003800" y="1193800"/>
                  </a:lnTo>
                  <a:close/>
                  <a:moveTo>
                    <a:pt x="4953000" y="1193800"/>
                  </a:moveTo>
                  <a:lnTo>
                    <a:pt x="4927600" y="1193800"/>
                  </a:lnTo>
                  <a:lnTo>
                    <a:pt x="4953000" y="1193800"/>
                  </a:lnTo>
                  <a:close/>
                  <a:moveTo>
                    <a:pt x="4902200" y="1193800"/>
                  </a:moveTo>
                  <a:lnTo>
                    <a:pt x="4876800" y="1193800"/>
                  </a:lnTo>
                  <a:lnTo>
                    <a:pt x="4902200" y="1193800"/>
                  </a:lnTo>
                  <a:close/>
                  <a:moveTo>
                    <a:pt x="4851400" y="1193800"/>
                  </a:moveTo>
                  <a:lnTo>
                    <a:pt x="4826000" y="1193800"/>
                  </a:lnTo>
                  <a:lnTo>
                    <a:pt x="4851400" y="1193800"/>
                  </a:lnTo>
                  <a:close/>
                  <a:moveTo>
                    <a:pt x="4800600" y="1193800"/>
                  </a:moveTo>
                  <a:lnTo>
                    <a:pt x="4775200" y="1193800"/>
                  </a:lnTo>
                  <a:lnTo>
                    <a:pt x="4800600" y="1193800"/>
                  </a:lnTo>
                  <a:close/>
                  <a:moveTo>
                    <a:pt x="4749800" y="1193800"/>
                  </a:moveTo>
                  <a:lnTo>
                    <a:pt x="4724400" y="1193800"/>
                  </a:lnTo>
                  <a:lnTo>
                    <a:pt x="4749800" y="1193800"/>
                  </a:lnTo>
                  <a:close/>
                  <a:moveTo>
                    <a:pt x="4699000" y="1193800"/>
                  </a:moveTo>
                  <a:lnTo>
                    <a:pt x="4673600" y="1193800"/>
                  </a:lnTo>
                  <a:lnTo>
                    <a:pt x="4699000" y="1193800"/>
                  </a:lnTo>
                  <a:close/>
                  <a:moveTo>
                    <a:pt x="4648200" y="1193800"/>
                  </a:moveTo>
                  <a:lnTo>
                    <a:pt x="4622800" y="1193800"/>
                  </a:lnTo>
                  <a:lnTo>
                    <a:pt x="4648200" y="1193800"/>
                  </a:lnTo>
                  <a:close/>
                  <a:moveTo>
                    <a:pt x="4597400" y="1193800"/>
                  </a:moveTo>
                  <a:lnTo>
                    <a:pt x="4572000" y="1193800"/>
                  </a:lnTo>
                  <a:lnTo>
                    <a:pt x="4597400" y="1193800"/>
                  </a:lnTo>
                  <a:close/>
                  <a:moveTo>
                    <a:pt x="4546600" y="1193800"/>
                  </a:moveTo>
                  <a:lnTo>
                    <a:pt x="4521200" y="1193800"/>
                  </a:lnTo>
                  <a:lnTo>
                    <a:pt x="4546600" y="1193800"/>
                  </a:lnTo>
                  <a:close/>
                  <a:moveTo>
                    <a:pt x="4495800" y="1193800"/>
                  </a:moveTo>
                  <a:lnTo>
                    <a:pt x="4470400" y="1193800"/>
                  </a:lnTo>
                  <a:lnTo>
                    <a:pt x="4495800" y="1193800"/>
                  </a:lnTo>
                  <a:close/>
                  <a:moveTo>
                    <a:pt x="4445000" y="1193800"/>
                  </a:moveTo>
                  <a:lnTo>
                    <a:pt x="4419600" y="1193800"/>
                  </a:lnTo>
                  <a:lnTo>
                    <a:pt x="4445000" y="1193800"/>
                  </a:lnTo>
                  <a:close/>
                  <a:moveTo>
                    <a:pt x="4394200" y="1193800"/>
                  </a:moveTo>
                  <a:lnTo>
                    <a:pt x="4368800" y="1193800"/>
                  </a:lnTo>
                  <a:lnTo>
                    <a:pt x="4394200" y="1193800"/>
                  </a:lnTo>
                  <a:close/>
                  <a:moveTo>
                    <a:pt x="4343400" y="1193800"/>
                  </a:moveTo>
                  <a:lnTo>
                    <a:pt x="4318000" y="1193800"/>
                  </a:lnTo>
                  <a:lnTo>
                    <a:pt x="4343400" y="1193800"/>
                  </a:lnTo>
                  <a:close/>
                  <a:moveTo>
                    <a:pt x="4292600" y="1193800"/>
                  </a:moveTo>
                  <a:lnTo>
                    <a:pt x="4267200" y="1193800"/>
                  </a:lnTo>
                  <a:lnTo>
                    <a:pt x="4292600" y="1193800"/>
                  </a:lnTo>
                  <a:close/>
                  <a:moveTo>
                    <a:pt x="4241800" y="1193800"/>
                  </a:moveTo>
                  <a:lnTo>
                    <a:pt x="4216400" y="1193800"/>
                  </a:lnTo>
                  <a:lnTo>
                    <a:pt x="4241800" y="1193800"/>
                  </a:lnTo>
                  <a:close/>
                  <a:moveTo>
                    <a:pt x="4191000" y="1193800"/>
                  </a:moveTo>
                  <a:lnTo>
                    <a:pt x="4165600" y="1193800"/>
                  </a:lnTo>
                  <a:lnTo>
                    <a:pt x="4191000" y="1193800"/>
                  </a:lnTo>
                  <a:close/>
                  <a:moveTo>
                    <a:pt x="4140200" y="1193800"/>
                  </a:moveTo>
                  <a:lnTo>
                    <a:pt x="4114800" y="1193800"/>
                  </a:lnTo>
                  <a:lnTo>
                    <a:pt x="4140200" y="1193800"/>
                  </a:lnTo>
                  <a:close/>
                  <a:moveTo>
                    <a:pt x="4089400" y="1193800"/>
                  </a:moveTo>
                  <a:lnTo>
                    <a:pt x="4064000" y="1193800"/>
                  </a:lnTo>
                  <a:lnTo>
                    <a:pt x="4089400" y="1193800"/>
                  </a:lnTo>
                  <a:close/>
                  <a:moveTo>
                    <a:pt x="4038600" y="1193800"/>
                  </a:moveTo>
                  <a:lnTo>
                    <a:pt x="4013200" y="1193800"/>
                  </a:lnTo>
                  <a:lnTo>
                    <a:pt x="4038600" y="1193800"/>
                  </a:lnTo>
                  <a:close/>
                  <a:moveTo>
                    <a:pt x="3987800" y="1193800"/>
                  </a:moveTo>
                  <a:lnTo>
                    <a:pt x="3962400" y="1193800"/>
                  </a:lnTo>
                  <a:lnTo>
                    <a:pt x="3987800" y="1193800"/>
                  </a:lnTo>
                  <a:close/>
                  <a:moveTo>
                    <a:pt x="3937000" y="1193800"/>
                  </a:moveTo>
                  <a:lnTo>
                    <a:pt x="3911600" y="1193800"/>
                  </a:lnTo>
                  <a:lnTo>
                    <a:pt x="3937000" y="1193800"/>
                  </a:lnTo>
                  <a:close/>
                  <a:moveTo>
                    <a:pt x="3886200" y="1193800"/>
                  </a:moveTo>
                  <a:lnTo>
                    <a:pt x="3860800" y="1193800"/>
                  </a:lnTo>
                  <a:lnTo>
                    <a:pt x="3886200" y="1193800"/>
                  </a:lnTo>
                  <a:close/>
                  <a:moveTo>
                    <a:pt x="3835400" y="1193800"/>
                  </a:moveTo>
                  <a:lnTo>
                    <a:pt x="3810000" y="1193800"/>
                  </a:lnTo>
                  <a:lnTo>
                    <a:pt x="3835400" y="1193800"/>
                  </a:lnTo>
                  <a:close/>
                  <a:moveTo>
                    <a:pt x="3784600" y="1193800"/>
                  </a:moveTo>
                  <a:lnTo>
                    <a:pt x="3759200" y="1193800"/>
                  </a:lnTo>
                  <a:lnTo>
                    <a:pt x="3784600" y="1193800"/>
                  </a:lnTo>
                  <a:close/>
                  <a:moveTo>
                    <a:pt x="3733800" y="1193800"/>
                  </a:moveTo>
                  <a:lnTo>
                    <a:pt x="3708400" y="1193800"/>
                  </a:lnTo>
                  <a:lnTo>
                    <a:pt x="3733800" y="1193800"/>
                  </a:lnTo>
                  <a:close/>
                  <a:moveTo>
                    <a:pt x="3683000" y="1193800"/>
                  </a:moveTo>
                  <a:lnTo>
                    <a:pt x="3657600" y="1193800"/>
                  </a:lnTo>
                  <a:lnTo>
                    <a:pt x="3683000" y="1193800"/>
                  </a:lnTo>
                  <a:close/>
                  <a:moveTo>
                    <a:pt x="3632200" y="1193800"/>
                  </a:moveTo>
                  <a:lnTo>
                    <a:pt x="3606800" y="1193800"/>
                  </a:lnTo>
                  <a:lnTo>
                    <a:pt x="3632200" y="1193800"/>
                  </a:lnTo>
                  <a:close/>
                  <a:moveTo>
                    <a:pt x="3581400" y="1193800"/>
                  </a:moveTo>
                  <a:lnTo>
                    <a:pt x="3556000" y="1193800"/>
                  </a:lnTo>
                  <a:lnTo>
                    <a:pt x="3581400" y="1193800"/>
                  </a:lnTo>
                  <a:close/>
                  <a:moveTo>
                    <a:pt x="3530600" y="1193800"/>
                  </a:moveTo>
                  <a:lnTo>
                    <a:pt x="3505200" y="1193800"/>
                  </a:lnTo>
                  <a:lnTo>
                    <a:pt x="3530600" y="1193800"/>
                  </a:lnTo>
                  <a:close/>
                  <a:moveTo>
                    <a:pt x="3479800" y="1193800"/>
                  </a:moveTo>
                  <a:lnTo>
                    <a:pt x="3454400" y="1193800"/>
                  </a:lnTo>
                  <a:lnTo>
                    <a:pt x="3479800" y="1193800"/>
                  </a:lnTo>
                  <a:close/>
                  <a:moveTo>
                    <a:pt x="3429000" y="1193800"/>
                  </a:moveTo>
                  <a:lnTo>
                    <a:pt x="3403600" y="1193800"/>
                  </a:lnTo>
                  <a:lnTo>
                    <a:pt x="3429000" y="1193800"/>
                  </a:lnTo>
                  <a:close/>
                  <a:moveTo>
                    <a:pt x="3378200" y="1193800"/>
                  </a:moveTo>
                  <a:lnTo>
                    <a:pt x="3352800" y="1193800"/>
                  </a:lnTo>
                  <a:lnTo>
                    <a:pt x="3378200" y="1193800"/>
                  </a:lnTo>
                  <a:close/>
                  <a:moveTo>
                    <a:pt x="3327400" y="1193800"/>
                  </a:moveTo>
                  <a:lnTo>
                    <a:pt x="3302000" y="1193800"/>
                  </a:lnTo>
                  <a:lnTo>
                    <a:pt x="3327400" y="1193800"/>
                  </a:lnTo>
                  <a:close/>
                  <a:moveTo>
                    <a:pt x="3276600" y="1193800"/>
                  </a:moveTo>
                  <a:lnTo>
                    <a:pt x="3251200" y="1193800"/>
                  </a:lnTo>
                  <a:lnTo>
                    <a:pt x="3276600" y="1193800"/>
                  </a:lnTo>
                  <a:close/>
                  <a:moveTo>
                    <a:pt x="3225800" y="1193800"/>
                  </a:moveTo>
                  <a:lnTo>
                    <a:pt x="3200400" y="1193800"/>
                  </a:lnTo>
                  <a:lnTo>
                    <a:pt x="3225800" y="1193800"/>
                  </a:lnTo>
                  <a:close/>
                  <a:moveTo>
                    <a:pt x="3175000" y="1193800"/>
                  </a:moveTo>
                  <a:lnTo>
                    <a:pt x="3149600" y="1193800"/>
                  </a:lnTo>
                  <a:lnTo>
                    <a:pt x="3175000" y="1193800"/>
                  </a:lnTo>
                  <a:close/>
                  <a:moveTo>
                    <a:pt x="3124200" y="1193800"/>
                  </a:moveTo>
                  <a:lnTo>
                    <a:pt x="3098800" y="1193800"/>
                  </a:lnTo>
                  <a:lnTo>
                    <a:pt x="3124200" y="1193800"/>
                  </a:lnTo>
                  <a:close/>
                  <a:moveTo>
                    <a:pt x="3073400" y="1193800"/>
                  </a:moveTo>
                  <a:lnTo>
                    <a:pt x="3048000" y="1193800"/>
                  </a:lnTo>
                  <a:lnTo>
                    <a:pt x="3073400" y="1193800"/>
                  </a:lnTo>
                  <a:close/>
                  <a:moveTo>
                    <a:pt x="3022600" y="1193800"/>
                  </a:moveTo>
                  <a:lnTo>
                    <a:pt x="2997200" y="1193800"/>
                  </a:lnTo>
                  <a:lnTo>
                    <a:pt x="3022600" y="1193800"/>
                  </a:lnTo>
                  <a:close/>
                  <a:moveTo>
                    <a:pt x="2971800" y="1193800"/>
                  </a:moveTo>
                  <a:lnTo>
                    <a:pt x="2946400" y="1193800"/>
                  </a:lnTo>
                  <a:lnTo>
                    <a:pt x="2971800" y="1193800"/>
                  </a:lnTo>
                  <a:close/>
                  <a:moveTo>
                    <a:pt x="2921000" y="1193800"/>
                  </a:moveTo>
                  <a:lnTo>
                    <a:pt x="2895600" y="1193800"/>
                  </a:lnTo>
                  <a:lnTo>
                    <a:pt x="2921000" y="1193800"/>
                  </a:lnTo>
                  <a:close/>
                  <a:moveTo>
                    <a:pt x="2870200" y="1193800"/>
                  </a:moveTo>
                  <a:lnTo>
                    <a:pt x="2844800" y="1193800"/>
                  </a:lnTo>
                  <a:lnTo>
                    <a:pt x="2870200" y="1193800"/>
                  </a:lnTo>
                  <a:close/>
                  <a:moveTo>
                    <a:pt x="2819400" y="1193800"/>
                  </a:moveTo>
                  <a:lnTo>
                    <a:pt x="2794000" y="1193800"/>
                  </a:lnTo>
                  <a:lnTo>
                    <a:pt x="2819400" y="1193800"/>
                  </a:lnTo>
                  <a:close/>
                  <a:moveTo>
                    <a:pt x="2768600" y="1193800"/>
                  </a:moveTo>
                  <a:lnTo>
                    <a:pt x="2743200" y="1193800"/>
                  </a:lnTo>
                  <a:lnTo>
                    <a:pt x="2768600" y="1193800"/>
                  </a:lnTo>
                  <a:close/>
                  <a:moveTo>
                    <a:pt x="2717800" y="1193800"/>
                  </a:moveTo>
                  <a:lnTo>
                    <a:pt x="2692400" y="1193800"/>
                  </a:lnTo>
                  <a:lnTo>
                    <a:pt x="2717800" y="1193800"/>
                  </a:lnTo>
                  <a:close/>
                  <a:moveTo>
                    <a:pt x="2667000" y="1193800"/>
                  </a:moveTo>
                  <a:lnTo>
                    <a:pt x="2641600" y="1193800"/>
                  </a:lnTo>
                  <a:lnTo>
                    <a:pt x="2667000" y="1193800"/>
                  </a:lnTo>
                  <a:close/>
                  <a:moveTo>
                    <a:pt x="2616200" y="1193800"/>
                  </a:moveTo>
                  <a:lnTo>
                    <a:pt x="2590800" y="1193800"/>
                  </a:lnTo>
                  <a:lnTo>
                    <a:pt x="2616200" y="1193800"/>
                  </a:lnTo>
                  <a:close/>
                  <a:moveTo>
                    <a:pt x="2565400" y="1193800"/>
                  </a:moveTo>
                  <a:lnTo>
                    <a:pt x="2540000" y="1193800"/>
                  </a:lnTo>
                  <a:lnTo>
                    <a:pt x="2565400" y="1193800"/>
                  </a:lnTo>
                  <a:close/>
                  <a:moveTo>
                    <a:pt x="2514600" y="1193800"/>
                  </a:moveTo>
                  <a:lnTo>
                    <a:pt x="2489200" y="1193800"/>
                  </a:lnTo>
                  <a:lnTo>
                    <a:pt x="2514600" y="1193800"/>
                  </a:lnTo>
                  <a:close/>
                  <a:moveTo>
                    <a:pt x="2463800" y="1193800"/>
                  </a:moveTo>
                  <a:lnTo>
                    <a:pt x="2438400" y="1193800"/>
                  </a:lnTo>
                  <a:lnTo>
                    <a:pt x="2463800" y="1193800"/>
                  </a:lnTo>
                  <a:close/>
                  <a:moveTo>
                    <a:pt x="2413000" y="1193800"/>
                  </a:moveTo>
                  <a:lnTo>
                    <a:pt x="2387600" y="1193800"/>
                  </a:lnTo>
                  <a:lnTo>
                    <a:pt x="2413000" y="1193800"/>
                  </a:lnTo>
                  <a:close/>
                  <a:moveTo>
                    <a:pt x="2362200" y="1193800"/>
                  </a:moveTo>
                  <a:lnTo>
                    <a:pt x="2336800" y="1193800"/>
                  </a:lnTo>
                  <a:lnTo>
                    <a:pt x="2362200" y="1193800"/>
                  </a:lnTo>
                  <a:close/>
                  <a:moveTo>
                    <a:pt x="2311400" y="1193800"/>
                  </a:moveTo>
                  <a:lnTo>
                    <a:pt x="2286000" y="1193800"/>
                  </a:lnTo>
                  <a:lnTo>
                    <a:pt x="2311400" y="1193800"/>
                  </a:lnTo>
                  <a:close/>
                  <a:moveTo>
                    <a:pt x="2260600" y="1193800"/>
                  </a:moveTo>
                  <a:lnTo>
                    <a:pt x="2235200" y="1193800"/>
                  </a:lnTo>
                  <a:lnTo>
                    <a:pt x="2260600" y="1193800"/>
                  </a:lnTo>
                  <a:close/>
                  <a:moveTo>
                    <a:pt x="2209800" y="1193800"/>
                  </a:moveTo>
                  <a:lnTo>
                    <a:pt x="2184400" y="1193800"/>
                  </a:lnTo>
                  <a:lnTo>
                    <a:pt x="2209800" y="1193800"/>
                  </a:lnTo>
                  <a:close/>
                  <a:moveTo>
                    <a:pt x="2159000" y="1193800"/>
                  </a:moveTo>
                  <a:lnTo>
                    <a:pt x="2133600" y="1193800"/>
                  </a:lnTo>
                  <a:lnTo>
                    <a:pt x="2159000" y="1193800"/>
                  </a:lnTo>
                  <a:close/>
                  <a:moveTo>
                    <a:pt x="2108200" y="1193800"/>
                  </a:moveTo>
                  <a:lnTo>
                    <a:pt x="2082800" y="1193800"/>
                  </a:lnTo>
                  <a:lnTo>
                    <a:pt x="2108200" y="1193800"/>
                  </a:lnTo>
                  <a:close/>
                  <a:moveTo>
                    <a:pt x="2057400" y="1193800"/>
                  </a:moveTo>
                  <a:lnTo>
                    <a:pt x="2032000" y="1193800"/>
                  </a:lnTo>
                  <a:lnTo>
                    <a:pt x="2057400" y="1193800"/>
                  </a:lnTo>
                  <a:close/>
                  <a:moveTo>
                    <a:pt x="2006600" y="1193800"/>
                  </a:moveTo>
                  <a:lnTo>
                    <a:pt x="1981200" y="1193800"/>
                  </a:lnTo>
                  <a:lnTo>
                    <a:pt x="2006600" y="1193800"/>
                  </a:lnTo>
                  <a:close/>
                  <a:moveTo>
                    <a:pt x="1955800" y="1193800"/>
                  </a:moveTo>
                  <a:lnTo>
                    <a:pt x="1930400" y="1193800"/>
                  </a:lnTo>
                  <a:lnTo>
                    <a:pt x="1955800" y="1193800"/>
                  </a:lnTo>
                  <a:close/>
                  <a:moveTo>
                    <a:pt x="1905000" y="1193800"/>
                  </a:moveTo>
                  <a:lnTo>
                    <a:pt x="1879600" y="1193800"/>
                  </a:lnTo>
                  <a:lnTo>
                    <a:pt x="1905000" y="1193800"/>
                  </a:lnTo>
                  <a:close/>
                  <a:moveTo>
                    <a:pt x="1854200" y="1193800"/>
                  </a:moveTo>
                  <a:lnTo>
                    <a:pt x="1828800" y="1193800"/>
                  </a:lnTo>
                  <a:lnTo>
                    <a:pt x="1854200" y="1193800"/>
                  </a:lnTo>
                  <a:close/>
                  <a:moveTo>
                    <a:pt x="1803400" y="1193800"/>
                  </a:moveTo>
                  <a:lnTo>
                    <a:pt x="1778000" y="1193800"/>
                  </a:lnTo>
                  <a:lnTo>
                    <a:pt x="1803400" y="1193800"/>
                  </a:lnTo>
                  <a:close/>
                  <a:moveTo>
                    <a:pt x="1752600" y="1193800"/>
                  </a:moveTo>
                  <a:lnTo>
                    <a:pt x="1727200" y="1193800"/>
                  </a:lnTo>
                  <a:lnTo>
                    <a:pt x="1752600" y="1193800"/>
                  </a:lnTo>
                  <a:close/>
                  <a:moveTo>
                    <a:pt x="1701800" y="1193800"/>
                  </a:moveTo>
                  <a:lnTo>
                    <a:pt x="1676400" y="1193800"/>
                  </a:lnTo>
                  <a:lnTo>
                    <a:pt x="1701800" y="1193800"/>
                  </a:lnTo>
                  <a:close/>
                  <a:moveTo>
                    <a:pt x="1651000" y="1193800"/>
                  </a:moveTo>
                  <a:lnTo>
                    <a:pt x="1625600" y="1193800"/>
                  </a:lnTo>
                  <a:lnTo>
                    <a:pt x="1651000" y="1193800"/>
                  </a:lnTo>
                  <a:close/>
                  <a:moveTo>
                    <a:pt x="1600200" y="1193800"/>
                  </a:moveTo>
                  <a:lnTo>
                    <a:pt x="1574800" y="1193800"/>
                  </a:lnTo>
                  <a:lnTo>
                    <a:pt x="1600200" y="1193800"/>
                  </a:lnTo>
                  <a:close/>
                  <a:moveTo>
                    <a:pt x="1549400" y="1193800"/>
                  </a:moveTo>
                  <a:lnTo>
                    <a:pt x="1524000" y="1193800"/>
                  </a:lnTo>
                  <a:lnTo>
                    <a:pt x="1549400" y="1193800"/>
                  </a:lnTo>
                  <a:close/>
                  <a:moveTo>
                    <a:pt x="1498600" y="1193800"/>
                  </a:moveTo>
                  <a:lnTo>
                    <a:pt x="1473200" y="1193800"/>
                  </a:lnTo>
                  <a:lnTo>
                    <a:pt x="1498600" y="1193800"/>
                  </a:lnTo>
                  <a:close/>
                  <a:moveTo>
                    <a:pt x="1447800" y="1193800"/>
                  </a:moveTo>
                  <a:lnTo>
                    <a:pt x="1422400" y="1193800"/>
                  </a:lnTo>
                  <a:lnTo>
                    <a:pt x="1447800" y="1193800"/>
                  </a:lnTo>
                  <a:close/>
                  <a:moveTo>
                    <a:pt x="1397000" y="1193800"/>
                  </a:moveTo>
                  <a:lnTo>
                    <a:pt x="1371600" y="1193800"/>
                  </a:lnTo>
                  <a:lnTo>
                    <a:pt x="1397000" y="1193800"/>
                  </a:lnTo>
                  <a:close/>
                  <a:moveTo>
                    <a:pt x="1346200" y="1193800"/>
                  </a:moveTo>
                  <a:lnTo>
                    <a:pt x="1320800" y="1193800"/>
                  </a:lnTo>
                  <a:lnTo>
                    <a:pt x="1346200" y="1193800"/>
                  </a:lnTo>
                  <a:close/>
                  <a:moveTo>
                    <a:pt x="1295400" y="1193800"/>
                  </a:moveTo>
                  <a:lnTo>
                    <a:pt x="1270000" y="1193800"/>
                  </a:lnTo>
                  <a:lnTo>
                    <a:pt x="1295400" y="1193800"/>
                  </a:lnTo>
                  <a:close/>
                  <a:moveTo>
                    <a:pt x="1244600" y="1193800"/>
                  </a:moveTo>
                  <a:lnTo>
                    <a:pt x="1219200" y="1193800"/>
                  </a:lnTo>
                  <a:lnTo>
                    <a:pt x="1244600" y="1193800"/>
                  </a:lnTo>
                  <a:close/>
                  <a:moveTo>
                    <a:pt x="1193800" y="1193800"/>
                  </a:moveTo>
                  <a:lnTo>
                    <a:pt x="1168400" y="1193800"/>
                  </a:lnTo>
                  <a:lnTo>
                    <a:pt x="1193800" y="1193800"/>
                  </a:lnTo>
                  <a:close/>
                  <a:moveTo>
                    <a:pt x="1143000" y="1193800"/>
                  </a:moveTo>
                  <a:lnTo>
                    <a:pt x="1117600" y="1193800"/>
                  </a:lnTo>
                  <a:lnTo>
                    <a:pt x="1143000" y="1193800"/>
                  </a:lnTo>
                  <a:close/>
                  <a:moveTo>
                    <a:pt x="1092200" y="1193800"/>
                  </a:moveTo>
                  <a:lnTo>
                    <a:pt x="1066800" y="1193800"/>
                  </a:lnTo>
                  <a:lnTo>
                    <a:pt x="1092200" y="1193800"/>
                  </a:lnTo>
                  <a:close/>
                  <a:moveTo>
                    <a:pt x="1041400" y="1193800"/>
                  </a:moveTo>
                  <a:lnTo>
                    <a:pt x="1016000" y="1193800"/>
                  </a:lnTo>
                  <a:lnTo>
                    <a:pt x="1041400" y="1193800"/>
                  </a:lnTo>
                  <a:close/>
                  <a:moveTo>
                    <a:pt x="990600" y="1193800"/>
                  </a:moveTo>
                  <a:lnTo>
                    <a:pt x="965200" y="1193800"/>
                  </a:lnTo>
                  <a:lnTo>
                    <a:pt x="990600" y="1193800"/>
                  </a:lnTo>
                  <a:close/>
                  <a:moveTo>
                    <a:pt x="939800" y="1193800"/>
                  </a:moveTo>
                  <a:lnTo>
                    <a:pt x="914400" y="1193800"/>
                  </a:lnTo>
                  <a:lnTo>
                    <a:pt x="939800" y="1193800"/>
                  </a:lnTo>
                  <a:close/>
                  <a:moveTo>
                    <a:pt x="889000" y="1193800"/>
                  </a:moveTo>
                  <a:lnTo>
                    <a:pt x="863600" y="1193800"/>
                  </a:lnTo>
                  <a:lnTo>
                    <a:pt x="889000" y="1193800"/>
                  </a:lnTo>
                  <a:close/>
                  <a:moveTo>
                    <a:pt x="838200" y="1193800"/>
                  </a:moveTo>
                  <a:lnTo>
                    <a:pt x="812800" y="1193800"/>
                  </a:lnTo>
                  <a:lnTo>
                    <a:pt x="838200" y="1193800"/>
                  </a:lnTo>
                  <a:close/>
                  <a:moveTo>
                    <a:pt x="787400" y="1193800"/>
                  </a:moveTo>
                  <a:lnTo>
                    <a:pt x="762000" y="1193800"/>
                  </a:lnTo>
                  <a:lnTo>
                    <a:pt x="787400" y="1193800"/>
                  </a:lnTo>
                  <a:close/>
                  <a:moveTo>
                    <a:pt x="736600" y="1193800"/>
                  </a:moveTo>
                  <a:lnTo>
                    <a:pt x="711200" y="1193800"/>
                  </a:lnTo>
                  <a:lnTo>
                    <a:pt x="736600" y="1193800"/>
                  </a:lnTo>
                  <a:close/>
                  <a:moveTo>
                    <a:pt x="685800" y="1193800"/>
                  </a:moveTo>
                  <a:lnTo>
                    <a:pt x="660400" y="1193800"/>
                  </a:lnTo>
                  <a:lnTo>
                    <a:pt x="685800" y="1193800"/>
                  </a:lnTo>
                  <a:close/>
                  <a:moveTo>
                    <a:pt x="635000" y="1193800"/>
                  </a:moveTo>
                  <a:lnTo>
                    <a:pt x="609600" y="1193800"/>
                  </a:lnTo>
                  <a:lnTo>
                    <a:pt x="635000" y="1193800"/>
                  </a:lnTo>
                  <a:close/>
                  <a:moveTo>
                    <a:pt x="584200" y="1193800"/>
                  </a:moveTo>
                  <a:lnTo>
                    <a:pt x="558800" y="1193800"/>
                  </a:lnTo>
                  <a:lnTo>
                    <a:pt x="584200" y="1193800"/>
                  </a:lnTo>
                  <a:close/>
                  <a:moveTo>
                    <a:pt x="533400" y="1193800"/>
                  </a:moveTo>
                  <a:lnTo>
                    <a:pt x="508000" y="1193800"/>
                  </a:lnTo>
                  <a:lnTo>
                    <a:pt x="533400" y="1193800"/>
                  </a:lnTo>
                  <a:close/>
                  <a:moveTo>
                    <a:pt x="482600" y="1193800"/>
                  </a:moveTo>
                  <a:lnTo>
                    <a:pt x="457200" y="1193800"/>
                  </a:lnTo>
                  <a:lnTo>
                    <a:pt x="482600" y="1193800"/>
                  </a:lnTo>
                  <a:close/>
                  <a:moveTo>
                    <a:pt x="431800" y="1193800"/>
                  </a:moveTo>
                  <a:lnTo>
                    <a:pt x="406400" y="1193800"/>
                  </a:lnTo>
                  <a:lnTo>
                    <a:pt x="431800" y="1193800"/>
                  </a:lnTo>
                  <a:close/>
                  <a:moveTo>
                    <a:pt x="381000" y="1193800"/>
                  </a:moveTo>
                  <a:lnTo>
                    <a:pt x="355600" y="1193800"/>
                  </a:lnTo>
                  <a:lnTo>
                    <a:pt x="381000" y="1193800"/>
                  </a:lnTo>
                  <a:close/>
                  <a:moveTo>
                    <a:pt x="330200" y="1193800"/>
                  </a:moveTo>
                  <a:lnTo>
                    <a:pt x="304800" y="1193800"/>
                  </a:lnTo>
                  <a:lnTo>
                    <a:pt x="330200" y="1193800"/>
                  </a:lnTo>
                  <a:close/>
                  <a:moveTo>
                    <a:pt x="279400" y="1193800"/>
                  </a:moveTo>
                  <a:lnTo>
                    <a:pt x="254000" y="1193800"/>
                  </a:lnTo>
                  <a:lnTo>
                    <a:pt x="279400" y="1193800"/>
                  </a:lnTo>
                  <a:close/>
                  <a:moveTo>
                    <a:pt x="228600" y="1193800"/>
                  </a:moveTo>
                  <a:lnTo>
                    <a:pt x="203200" y="1193800"/>
                  </a:lnTo>
                  <a:lnTo>
                    <a:pt x="228600" y="1193800"/>
                  </a:lnTo>
                  <a:close/>
                  <a:moveTo>
                    <a:pt x="177800" y="1193800"/>
                  </a:moveTo>
                  <a:lnTo>
                    <a:pt x="152400" y="1193800"/>
                  </a:lnTo>
                  <a:lnTo>
                    <a:pt x="177800" y="1193800"/>
                  </a:lnTo>
                  <a:close/>
                  <a:moveTo>
                    <a:pt x="127000" y="1193800"/>
                  </a:moveTo>
                  <a:lnTo>
                    <a:pt x="101600" y="1193800"/>
                  </a:lnTo>
                  <a:lnTo>
                    <a:pt x="127000" y="1193800"/>
                  </a:lnTo>
                  <a:close/>
                  <a:moveTo>
                    <a:pt x="76200" y="1193800"/>
                  </a:moveTo>
                  <a:lnTo>
                    <a:pt x="50800" y="1193800"/>
                  </a:lnTo>
                  <a:lnTo>
                    <a:pt x="76200" y="1193800"/>
                  </a:lnTo>
                  <a:close/>
                  <a:moveTo>
                    <a:pt x="25400" y="1193800"/>
                  </a:moveTo>
                  <a:lnTo>
                    <a:pt x="0" y="1193800"/>
                  </a:lnTo>
                  <a:lnTo>
                    <a:pt x="25400" y="1193800"/>
                  </a:lnTo>
                  <a:close/>
                  <a:moveTo>
                    <a:pt x="82550" y="1195451"/>
                  </a:moveTo>
                  <a:lnTo>
                    <a:pt x="82550" y="1170051"/>
                  </a:lnTo>
                  <a:lnTo>
                    <a:pt x="87122" y="1170051"/>
                  </a:lnTo>
                  <a:lnTo>
                    <a:pt x="87122" y="1195451"/>
                  </a:lnTo>
                  <a:close/>
                  <a:moveTo>
                    <a:pt x="87122" y="1144651"/>
                  </a:moveTo>
                  <a:lnTo>
                    <a:pt x="87122" y="1119251"/>
                  </a:lnTo>
                  <a:lnTo>
                    <a:pt x="87122" y="1144651"/>
                  </a:lnTo>
                  <a:close/>
                  <a:moveTo>
                    <a:pt x="87122" y="1093851"/>
                  </a:moveTo>
                  <a:lnTo>
                    <a:pt x="87122" y="1068451"/>
                  </a:lnTo>
                  <a:lnTo>
                    <a:pt x="87122" y="1093851"/>
                  </a:lnTo>
                  <a:close/>
                  <a:moveTo>
                    <a:pt x="87122" y="1043051"/>
                  </a:moveTo>
                  <a:lnTo>
                    <a:pt x="87122" y="1017651"/>
                  </a:lnTo>
                  <a:lnTo>
                    <a:pt x="87122" y="1043051"/>
                  </a:lnTo>
                  <a:close/>
                  <a:moveTo>
                    <a:pt x="87122" y="992251"/>
                  </a:moveTo>
                  <a:lnTo>
                    <a:pt x="87122" y="966851"/>
                  </a:lnTo>
                  <a:lnTo>
                    <a:pt x="87122" y="992251"/>
                  </a:lnTo>
                  <a:close/>
                  <a:moveTo>
                    <a:pt x="87122" y="941451"/>
                  </a:moveTo>
                  <a:lnTo>
                    <a:pt x="87122" y="916051"/>
                  </a:lnTo>
                  <a:lnTo>
                    <a:pt x="87122" y="941451"/>
                  </a:lnTo>
                  <a:close/>
                  <a:moveTo>
                    <a:pt x="87122" y="890651"/>
                  </a:moveTo>
                  <a:lnTo>
                    <a:pt x="87122" y="865251"/>
                  </a:lnTo>
                  <a:lnTo>
                    <a:pt x="87122" y="890651"/>
                  </a:lnTo>
                  <a:close/>
                  <a:moveTo>
                    <a:pt x="87122" y="839851"/>
                  </a:moveTo>
                  <a:lnTo>
                    <a:pt x="87122" y="814451"/>
                  </a:lnTo>
                  <a:lnTo>
                    <a:pt x="87122" y="839851"/>
                  </a:lnTo>
                  <a:close/>
                  <a:moveTo>
                    <a:pt x="87122" y="789051"/>
                  </a:moveTo>
                  <a:lnTo>
                    <a:pt x="87122" y="763651"/>
                  </a:lnTo>
                  <a:lnTo>
                    <a:pt x="87122" y="789051"/>
                  </a:lnTo>
                  <a:close/>
                  <a:moveTo>
                    <a:pt x="87122" y="738251"/>
                  </a:moveTo>
                  <a:lnTo>
                    <a:pt x="87122" y="712851"/>
                  </a:lnTo>
                  <a:lnTo>
                    <a:pt x="87122" y="738251"/>
                  </a:lnTo>
                  <a:close/>
                  <a:moveTo>
                    <a:pt x="87122" y="687451"/>
                  </a:moveTo>
                  <a:lnTo>
                    <a:pt x="87122" y="662051"/>
                  </a:lnTo>
                  <a:lnTo>
                    <a:pt x="87122" y="687451"/>
                  </a:lnTo>
                  <a:close/>
                  <a:moveTo>
                    <a:pt x="87122" y="636651"/>
                  </a:moveTo>
                  <a:lnTo>
                    <a:pt x="87122" y="611251"/>
                  </a:lnTo>
                  <a:lnTo>
                    <a:pt x="87122" y="636651"/>
                  </a:lnTo>
                  <a:close/>
                  <a:moveTo>
                    <a:pt x="87122" y="585851"/>
                  </a:moveTo>
                  <a:lnTo>
                    <a:pt x="87122" y="560451"/>
                  </a:lnTo>
                  <a:lnTo>
                    <a:pt x="87122" y="585851"/>
                  </a:lnTo>
                  <a:close/>
                  <a:moveTo>
                    <a:pt x="87122" y="535051"/>
                  </a:moveTo>
                  <a:lnTo>
                    <a:pt x="87122" y="509651"/>
                  </a:lnTo>
                  <a:lnTo>
                    <a:pt x="87122" y="535051"/>
                  </a:lnTo>
                  <a:close/>
                  <a:moveTo>
                    <a:pt x="87122" y="484251"/>
                  </a:moveTo>
                  <a:lnTo>
                    <a:pt x="87122" y="458851"/>
                  </a:lnTo>
                  <a:lnTo>
                    <a:pt x="87122" y="484251"/>
                  </a:lnTo>
                  <a:close/>
                  <a:moveTo>
                    <a:pt x="87122" y="433451"/>
                  </a:moveTo>
                  <a:lnTo>
                    <a:pt x="87122" y="408051"/>
                  </a:lnTo>
                  <a:lnTo>
                    <a:pt x="87122" y="433451"/>
                  </a:lnTo>
                  <a:close/>
                  <a:moveTo>
                    <a:pt x="87122" y="382651"/>
                  </a:moveTo>
                  <a:lnTo>
                    <a:pt x="87122" y="357251"/>
                  </a:lnTo>
                  <a:lnTo>
                    <a:pt x="87122" y="382651"/>
                  </a:lnTo>
                  <a:close/>
                  <a:moveTo>
                    <a:pt x="87122" y="331851"/>
                  </a:moveTo>
                  <a:lnTo>
                    <a:pt x="87122" y="306451"/>
                  </a:lnTo>
                  <a:lnTo>
                    <a:pt x="87122" y="331851"/>
                  </a:lnTo>
                  <a:close/>
                  <a:moveTo>
                    <a:pt x="87122" y="281051"/>
                  </a:moveTo>
                  <a:lnTo>
                    <a:pt x="87122" y="255651"/>
                  </a:lnTo>
                  <a:lnTo>
                    <a:pt x="87122" y="281051"/>
                  </a:lnTo>
                  <a:close/>
                  <a:moveTo>
                    <a:pt x="87122" y="230251"/>
                  </a:moveTo>
                  <a:lnTo>
                    <a:pt x="87122" y="204851"/>
                  </a:lnTo>
                  <a:lnTo>
                    <a:pt x="87122" y="230251"/>
                  </a:lnTo>
                  <a:close/>
                  <a:moveTo>
                    <a:pt x="87122" y="179451"/>
                  </a:moveTo>
                  <a:lnTo>
                    <a:pt x="87122" y="154051"/>
                  </a:lnTo>
                  <a:lnTo>
                    <a:pt x="87122" y="179451"/>
                  </a:lnTo>
                  <a:close/>
                  <a:moveTo>
                    <a:pt x="87122" y="128651"/>
                  </a:moveTo>
                  <a:lnTo>
                    <a:pt x="87122" y="103251"/>
                  </a:lnTo>
                  <a:lnTo>
                    <a:pt x="87122" y="128651"/>
                  </a:lnTo>
                  <a:close/>
                  <a:moveTo>
                    <a:pt x="87122" y="77851"/>
                  </a:moveTo>
                  <a:lnTo>
                    <a:pt x="87122" y="52451"/>
                  </a:lnTo>
                  <a:lnTo>
                    <a:pt x="87122" y="77851"/>
                  </a:lnTo>
                  <a:close/>
                  <a:moveTo>
                    <a:pt x="87122" y="27051"/>
                  </a:moveTo>
                  <a:lnTo>
                    <a:pt x="87122" y="2286"/>
                  </a:lnTo>
                  <a:cubicBezTo>
                    <a:pt x="82550" y="1016"/>
                    <a:pt x="83566" y="0"/>
                    <a:pt x="84836" y="0"/>
                  </a:cubicBezTo>
                  <a:lnTo>
                    <a:pt x="110236" y="0"/>
                  </a:lnTo>
                  <a:lnTo>
                    <a:pt x="110236" y="4572"/>
                  </a:lnTo>
                  <a:lnTo>
                    <a:pt x="84836" y="4572"/>
                  </a:lnTo>
                  <a:lnTo>
                    <a:pt x="84836" y="2286"/>
                  </a:lnTo>
                  <a:lnTo>
                    <a:pt x="87122" y="2286"/>
                  </a:lnTo>
                  <a:lnTo>
                    <a:pt x="87122" y="270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E477BAF1-2B2A-666A-85B0-B0EC4CCF02B9}"/>
                </a:ext>
              </a:extLst>
            </p:cNvPr>
            <p:cNvSpPr txBox="1"/>
            <p:nvPr/>
          </p:nvSpPr>
          <p:spPr>
            <a:xfrm>
              <a:off x="0" y="-38100"/>
              <a:ext cx="10253129" cy="1236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 dirty="0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Literature Review</a:t>
              </a:r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6AA2CBAE-2A07-6E59-8487-755DC5D6DA9F}"/>
              </a:ext>
            </a:extLst>
          </p:cNvPr>
          <p:cNvSpPr/>
          <p:nvPr/>
        </p:nvSpPr>
        <p:spPr>
          <a:xfrm>
            <a:off x="3314700" y="9721683"/>
            <a:ext cx="11482536" cy="521933"/>
          </a:xfrm>
          <a:custGeom>
            <a:avLst/>
            <a:gdLst/>
            <a:ahLst/>
            <a:cxnLst/>
            <a:rect l="l" t="t" r="r" b="b"/>
            <a:pathLst>
              <a:path w="11482536" h="521933">
                <a:moveTo>
                  <a:pt x="0" y="0"/>
                </a:moveTo>
                <a:lnTo>
                  <a:pt x="11482536" y="0"/>
                </a:lnTo>
                <a:lnTo>
                  <a:pt x="11482536" y="521934"/>
                </a:lnTo>
                <a:lnTo>
                  <a:pt x="0" y="521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5E58FED-B9DE-1096-5604-6199533A30A9}"/>
              </a:ext>
            </a:extLst>
          </p:cNvPr>
          <p:cNvSpPr txBox="1"/>
          <p:nvPr/>
        </p:nvSpPr>
        <p:spPr>
          <a:xfrm>
            <a:off x="3314700" y="2096067"/>
            <a:ext cx="12336338" cy="540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83"/>
              </a:lnSpc>
            </a:pPr>
            <a:endParaRPr lang="en-US" sz="3274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23D7A04-02FF-690E-1341-376DD655F4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959721"/>
              </p:ext>
            </p:extLst>
          </p:nvPr>
        </p:nvGraphicFramePr>
        <p:xfrm>
          <a:off x="533400" y="1184614"/>
          <a:ext cx="16916399" cy="8378484"/>
        </p:xfrm>
        <a:graphic>
          <a:graphicData uri="http://schemas.openxmlformats.org/drawingml/2006/table">
            <a:tbl>
              <a:tblPr/>
              <a:tblGrid>
                <a:gridCol w="821184">
                  <a:extLst>
                    <a:ext uri="{9D8B030D-6E8A-4147-A177-3AD203B41FA5}">
                      <a16:colId xmlns:a16="http://schemas.microsoft.com/office/drawing/2014/main" val="2434142306"/>
                    </a:ext>
                  </a:extLst>
                </a:gridCol>
                <a:gridCol w="4434396">
                  <a:extLst>
                    <a:ext uri="{9D8B030D-6E8A-4147-A177-3AD203B41FA5}">
                      <a16:colId xmlns:a16="http://schemas.microsoft.com/office/drawing/2014/main" val="410074594"/>
                    </a:ext>
                  </a:extLst>
                </a:gridCol>
                <a:gridCol w="985421">
                  <a:extLst>
                    <a:ext uri="{9D8B030D-6E8A-4147-A177-3AD203B41FA5}">
                      <a16:colId xmlns:a16="http://schemas.microsoft.com/office/drawing/2014/main" val="1217013354"/>
                    </a:ext>
                  </a:extLst>
                </a:gridCol>
                <a:gridCol w="4762870">
                  <a:extLst>
                    <a:ext uri="{9D8B030D-6E8A-4147-A177-3AD203B41FA5}">
                      <a16:colId xmlns:a16="http://schemas.microsoft.com/office/drawing/2014/main" val="3340473901"/>
                    </a:ext>
                  </a:extLst>
                </a:gridCol>
                <a:gridCol w="5912528">
                  <a:extLst>
                    <a:ext uri="{9D8B030D-6E8A-4147-A177-3AD203B41FA5}">
                      <a16:colId xmlns:a16="http://schemas.microsoft.com/office/drawing/2014/main" val="796995430"/>
                    </a:ext>
                  </a:extLst>
                </a:gridCol>
              </a:tblGrid>
              <a:tr h="518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Paper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Concept Defined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Research Gap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84265"/>
                  </a:ext>
                </a:extLst>
              </a:tr>
              <a:tr h="1521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hlinkClick r:id="rId5"/>
                        </a:rPr>
                        <a:t>Admission Prediction in Undergraduate Applications: An Interpretable Deep Learning Approach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2024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Uses an interpretable, attention-based deep learning model over applicant profiles to predict undergraduate admission decisions.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Built for a single institution's holistic review data; no support for multi-exam, rank-based public counselling systems or distributed processing.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616640"/>
                  </a:ext>
                </a:extLst>
              </a:tr>
              <a:tr h="17724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hlinkClick r:id="rId6"/>
                        </a:rPr>
                        <a:t>Quantifying Holistic Review: A Multi-Modal Approach to College Admissions Prediction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Decomposes admission evaluation into human-aligned sub-components using multi-modal (text + numeric) features for transparent modeling.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Targets essay-driven US admissions; does not address rank/category/quota-based counselling used in Indian entrance exams (JEE/NEET/KCET).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441991"/>
                  </a:ext>
                </a:extLst>
              </a:tr>
              <a:tr h="1521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hlinkClick r:id="rId7"/>
                        </a:rPr>
                        <a:t>LLM-Augmented and Fair Machine Learning Framework for University Admission Prediction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Combines structured academic/demographic data with LLM-derived text signals and fairness constraints for admission prediction.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Heavy LLM inference cost makes it unsuitable for low-latency, high-throughput prediction serving at scale.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8757841"/>
                  </a:ext>
                </a:extLst>
              </a:tr>
              <a:tr h="1521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hlinkClick r:id="rId8"/>
                        </a:rPr>
                        <a:t>Machine Learning Based Prediction Model for College Admission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2023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Applies classical ML (Decision Tree, Random Forest, SVM) on historical cutoff/rank data to predict admission chances.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Single-domain, small-scale dataset processed on one machine; no distributed ingestion or category/quota-aware probabilistic modeling.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738329"/>
                  </a:ext>
                </a:extLst>
              </a:tr>
              <a:tr h="1521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hlinkClick r:id="rId9"/>
                        </a:rPr>
                        <a:t>A Big Data Analysis Framework Using Apache Spark and Deep Learning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2018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Combines Spark's distributed computation with a deep MLP model via cascade learning for scalable big-data analytics.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General-purpose framework not tailored to tabular rank/category prediction; no caching layer for repeated low-latency queries.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872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6235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EBFA5-D387-8103-CBB6-B879AAF07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2C3ED35-24C2-3E22-FED5-244625320D1B}"/>
              </a:ext>
            </a:extLst>
          </p:cNvPr>
          <p:cNvSpPr/>
          <p:nvPr/>
        </p:nvSpPr>
        <p:spPr>
          <a:xfrm>
            <a:off x="14180650" y="262793"/>
            <a:ext cx="3988597" cy="731047"/>
          </a:xfrm>
          <a:custGeom>
            <a:avLst/>
            <a:gdLst/>
            <a:ahLst/>
            <a:cxnLst/>
            <a:rect l="l" t="t" r="r" b="b"/>
            <a:pathLst>
              <a:path w="3988597" h="731047">
                <a:moveTo>
                  <a:pt x="0" y="0"/>
                </a:moveTo>
                <a:lnTo>
                  <a:pt x="3988597" y="0"/>
                </a:lnTo>
                <a:lnTo>
                  <a:pt x="3988597" y="731047"/>
                </a:lnTo>
                <a:lnTo>
                  <a:pt x="0" y="7310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4611" t="-39063" r="-111" b="1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E4BE20E-2510-A7B0-DB23-7F264AC5C63E}"/>
              </a:ext>
            </a:extLst>
          </p:cNvPr>
          <p:cNvSpPr/>
          <p:nvPr/>
        </p:nvSpPr>
        <p:spPr>
          <a:xfrm>
            <a:off x="252276" y="101521"/>
            <a:ext cx="3326130" cy="1045845"/>
          </a:xfrm>
          <a:custGeom>
            <a:avLst/>
            <a:gdLst/>
            <a:ahLst/>
            <a:cxnLst/>
            <a:rect l="l" t="t" r="r" b="b"/>
            <a:pathLst>
              <a:path w="3326130" h="1045845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128" t="-33846" r="-141392" b="-42672"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E2E14CD3-4E85-CD1A-F108-137363B45D1D}"/>
              </a:ext>
            </a:extLst>
          </p:cNvPr>
          <p:cNvGrpSpPr/>
          <p:nvPr/>
        </p:nvGrpSpPr>
        <p:grpSpPr>
          <a:xfrm>
            <a:off x="3730632" y="96608"/>
            <a:ext cx="10813847" cy="1263868"/>
            <a:chOff x="0" y="0"/>
            <a:chExt cx="10253129" cy="11983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938160A-584E-FEE4-0D2B-E7034A4061EF}"/>
                </a:ext>
              </a:extLst>
            </p:cNvPr>
            <p:cNvSpPr/>
            <p:nvPr/>
          </p:nvSpPr>
          <p:spPr>
            <a:xfrm>
              <a:off x="-82550" y="0"/>
              <a:ext cx="10335768" cy="1202944"/>
            </a:xfrm>
            <a:custGeom>
              <a:avLst/>
              <a:gdLst/>
              <a:ahLst/>
              <a:cxnLst/>
              <a:rect l="l" t="t" r="r" b="b"/>
              <a:pathLst>
                <a:path w="10335768" h="1202944">
                  <a:moveTo>
                    <a:pt x="135636" y="0"/>
                  </a:moveTo>
                  <a:lnTo>
                    <a:pt x="161036" y="0"/>
                  </a:lnTo>
                  <a:lnTo>
                    <a:pt x="161036" y="4572"/>
                  </a:lnTo>
                  <a:lnTo>
                    <a:pt x="135636" y="4572"/>
                  </a:lnTo>
                  <a:close/>
                  <a:moveTo>
                    <a:pt x="186436" y="4572"/>
                  </a:moveTo>
                  <a:lnTo>
                    <a:pt x="211836" y="4572"/>
                  </a:lnTo>
                  <a:lnTo>
                    <a:pt x="186436" y="4572"/>
                  </a:lnTo>
                  <a:close/>
                  <a:moveTo>
                    <a:pt x="237236" y="4572"/>
                  </a:moveTo>
                  <a:lnTo>
                    <a:pt x="262636" y="4572"/>
                  </a:lnTo>
                  <a:lnTo>
                    <a:pt x="237236" y="4572"/>
                  </a:lnTo>
                  <a:close/>
                  <a:moveTo>
                    <a:pt x="288036" y="4572"/>
                  </a:moveTo>
                  <a:lnTo>
                    <a:pt x="313436" y="4572"/>
                  </a:lnTo>
                  <a:lnTo>
                    <a:pt x="288036" y="4572"/>
                  </a:lnTo>
                  <a:close/>
                  <a:moveTo>
                    <a:pt x="338836" y="4572"/>
                  </a:moveTo>
                  <a:lnTo>
                    <a:pt x="364236" y="4572"/>
                  </a:lnTo>
                  <a:lnTo>
                    <a:pt x="338836" y="4572"/>
                  </a:lnTo>
                  <a:close/>
                  <a:moveTo>
                    <a:pt x="389636" y="4572"/>
                  </a:moveTo>
                  <a:lnTo>
                    <a:pt x="415036" y="4572"/>
                  </a:lnTo>
                  <a:lnTo>
                    <a:pt x="389636" y="4572"/>
                  </a:lnTo>
                  <a:close/>
                  <a:moveTo>
                    <a:pt x="440436" y="4572"/>
                  </a:moveTo>
                  <a:lnTo>
                    <a:pt x="465836" y="4572"/>
                  </a:lnTo>
                  <a:lnTo>
                    <a:pt x="440436" y="4572"/>
                  </a:lnTo>
                  <a:close/>
                  <a:moveTo>
                    <a:pt x="491236" y="4572"/>
                  </a:moveTo>
                  <a:lnTo>
                    <a:pt x="516636" y="4572"/>
                  </a:lnTo>
                  <a:lnTo>
                    <a:pt x="491236" y="4572"/>
                  </a:lnTo>
                  <a:close/>
                  <a:moveTo>
                    <a:pt x="542036" y="4572"/>
                  </a:moveTo>
                  <a:lnTo>
                    <a:pt x="567436" y="4572"/>
                  </a:lnTo>
                  <a:lnTo>
                    <a:pt x="542036" y="4572"/>
                  </a:lnTo>
                  <a:close/>
                  <a:moveTo>
                    <a:pt x="592836" y="4572"/>
                  </a:moveTo>
                  <a:lnTo>
                    <a:pt x="618236" y="4572"/>
                  </a:lnTo>
                  <a:lnTo>
                    <a:pt x="592836" y="4572"/>
                  </a:lnTo>
                  <a:close/>
                  <a:moveTo>
                    <a:pt x="643636" y="4572"/>
                  </a:moveTo>
                  <a:lnTo>
                    <a:pt x="669036" y="4572"/>
                  </a:lnTo>
                  <a:lnTo>
                    <a:pt x="643636" y="4572"/>
                  </a:lnTo>
                  <a:close/>
                  <a:moveTo>
                    <a:pt x="694436" y="4572"/>
                  </a:moveTo>
                  <a:lnTo>
                    <a:pt x="719836" y="4572"/>
                  </a:lnTo>
                  <a:lnTo>
                    <a:pt x="694436" y="4572"/>
                  </a:lnTo>
                  <a:close/>
                  <a:moveTo>
                    <a:pt x="745236" y="4572"/>
                  </a:moveTo>
                  <a:lnTo>
                    <a:pt x="770636" y="4572"/>
                  </a:lnTo>
                  <a:lnTo>
                    <a:pt x="745236" y="4572"/>
                  </a:lnTo>
                  <a:close/>
                  <a:moveTo>
                    <a:pt x="796036" y="4572"/>
                  </a:moveTo>
                  <a:lnTo>
                    <a:pt x="821436" y="4572"/>
                  </a:lnTo>
                  <a:lnTo>
                    <a:pt x="796036" y="4572"/>
                  </a:lnTo>
                  <a:close/>
                  <a:moveTo>
                    <a:pt x="846836" y="4572"/>
                  </a:moveTo>
                  <a:lnTo>
                    <a:pt x="872236" y="4572"/>
                  </a:lnTo>
                  <a:lnTo>
                    <a:pt x="846836" y="4572"/>
                  </a:lnTo>
                  <a:close/>
                  <a:moveTo>
                    <a:pt x="897636" y="4572"/>
                  </a:moveTo>
                  <a:lnTo>
                    <a:pt x="923036" y="4572"/>
                  </a:lnTo>
                  <a:lnTo>
                    <a:pt x="897636" y="4572"/>
                  </a:lnTo>
                  <a:close/>
                  <a:moveTo>
                    <a:pt x="948436" y="4572"/>
                  </a:moveTo>
                  <a:lnTo>
                    <a:pt x="973836" y="4572"/>
                  </a:lnTo>
                  <a:lnTo>
                    <a:pt x="948436" y="4572"/>
                  </a:lnTo>
                  <a:close/>
                  <a:moveTo>
                    <a:pt x="999236" y="4572"/>
                  </a:moveTo>
                  <a:lnTo>
                    <a:pt x="1024636" y="4572"/>
                  </a:lnTo>
                  <a:lnTo>
                    <a:pt x="999236" y="4572"/>
                  </a:lnTo>
                  <a:close/>
                  <a:moveTo>
                    <a:pt x="1050036" y="4572"/>
                  </a:moveTo>
                  <a:lnTo>
                    <a:pt x="1075436" y="4572"/>
                  </a:lnTo>
                  <a:lnTo>
                    <a:pt x="1050036" y="4572"/>
                  </a:lnTo>
                  <a:close/>
                  <a:moveTo>
                    <a:pt x="1100836" y="4572"/>
                  </a:moveTo>
                  <a:lnTo>
                    <a:pt x="1126236" y="4572"/>
                  </a:lnTo>
                  <a:lnTo>
                    <a:pt x="1100836" y="4572"/>
                  </a:lnTo>
                  <a:close/>
                  <a:moveTo>
                    <a:pt x="1151636" y="4572"/>
                  </a:moveTo>
                  <a:lnTo>
                    <a:pt x="1177036" y="4572"/>
                  </a:lnTo>
                  <a:lnTo>
                    <a:pt x="1151636" y="4572"/>
                  </a:lnTo>
                  <a:close/>
                  <a:moveTo>
                    <a:pt x="1202436" y="4572"/>
                  </a:moveTo>
                  <a:lnTo>
                    <a:pt x="1227836" y="4572"/>
                  </a:lnTo>
                  <a:lnTo>
                    <a:pt x="1202436" y="4572"/>
                  </a:lnTo>
                  <a:close/>
                  <a:moveTo>
                    <a:pt x="1253236" y="4572"/>
                  </a:moveTo>
                  <a:lnTo>
                    <a:pt x="1278636" y="4572"/>
                  </a:lnTo>
                  <a:lnTo>
                    <a:pt x="1253236" y="4572"/>
                  </a:lnTo>
                  <a:close/>
                  <a:moveTo>
                    <a:pt x="1304036" y="4572"/>
                  </a:moveTo>
                  <a:lnTo>
                    <a:pt x="1329436" y="4572"/>
                  </a:lnTo>
                  <a:lnTo>
                    <a:pt x="1304036" y="4572"/>
                  </a:lnTo>
                  <a:close/>
                  <a:moveTo>
                    <a:pt x="1354836" y="4572"/>
                  </a:moveTo>
                  <a:lnTo>
                    <a:pt x="1380236" y="4572"/>
                  </a:lnTo>
                  <a:lnTo>
                    <a:pt x="1354836" y="4572"/>
                  </a:lnTo>
                  <a:close/>
                  <a:moveTo>
                    <a:pt x="1405636" y="4572"/>
                  </a:moveTo>
                  <a:lnTo>
                    <a:pt x="1431036" y="4572"/>
                  </a:lnTo>
                  <a:lnTo>
                    <a:pt x="1405636" y="4572"/>
                  </a:lnTo>
                  <a:close/>
                  <a:moveTo>
                    <a:pt x="1456436" y="4572"/>
                  </a:moveTo>
                  <a:lnTo>
                    <a:pt x="1481836" y="4572"/>
                  </a:lnTo>
                  <a:lnTo>
                    <a:pt x="1456436" y="4572"/>
                  </a:lnTo>
                  <a:close/>
                  <a:moveTo>
                    <a:pt x="1507236" y="4572"/>
                  </a:moveTo>
                  <a:lnTo>
                    <a:pt x="1532636" y="4572"/>
                  </a:lnTo>
                  <a:lnTo>
                    <a:pt x="1507236" y="4572"/>
                  </a:lnTo>
                  <a:close/>
                  <a:moveTo>
                    <a:pt x="1558036" y="4572"/>
                  </a:moveTo>
                  <a:lnTo>
                    <a:pt x="1583436" y="4572"/>
                  </a:lnTo>
                  <a:lnTo>
                    <a:pt x="1558036" y="4572"/>
                  </a:lnTo>
                  <a:close/>
                  <a:moveTo>
                    <a:pt x="1608836" y="4572"/>
                  </a:moveTo>
                  <a:lnTo>
                    <a:pt x="1634236" y="4572"/>
                  </a:lnTo>
                  <a:lnTo>
                    <a:pt x="1608836" y="4572"/>
                  </a:lnTo>
                  <a:close/>
                  <a:moveTo>
                    <a:pt x="1659636" y="4572"/>
                  </a:moveTo>
                  <a:lnTo>
                    <a:pt x="1685036" y="4572"/>
                  </a:lnTo>
                  <a:lnTo>
                    <a:pt x="1659636" y="4572"/>
                  </a:lnTo>
                  <a:close/>
                  <a:moveTo>
                    <a:pt x="1710436" y="4572"/>
                  </a:moveTo>
                  <a:lnTo>
                    <a:pt x="1735836" y="4572"/>
                  </a:lnTo>
                  <a:lnTo>
                    <a:pt x="1710436" y="4572"/>
                  </a:lnTo>
                  <a:close/>
                  <a:moveTo>
                    <a:pt x="1761236" y="4572"/>
                  </a:moveTo>
                  <a:lnTo>
                    <a:pt x="1786636" y="4572"/>
                  </a:lnTo>
                  <a:lnTo>
                    <a:pt x="1761236" y="4572"/>
                  </a:lnTo>
                  <a:close/>
                  <a:moveTo>
                    <a:pt x="1812036" y="4572"/>
                  </a:moveTo>
                  <a:lnTo>
                    <a:pt x="1837436" y="4572"/>
                  </a:lnTo>
                  <a:lnTo>
                    <a:pt x="1812036" y="4572"/>
                  </a:lnTo>
                  <a:close/>
                  <a:moveTo>
                    <a:pt x="1862836" y="4572"/>
                  </a:moveTo>
                  <a:lnTo>
                    <a:pt x="1888236" y="4572"/>
                  </a:lnTo>
                  <a:lnTo>
                    <a:pt x="1862836" y="4572"/>
                  </a:lnTo>
                  <a:close/>
                  <a:moveTo>
                    <a:pt x="1913636" y="4572"/>
                  </a:moveTo>
                  <a:lnTo>
                    <a:pt x="1939036" y="4572"/>
                  </a:lnTo>
                  <a:lnTo>
                    <a:pt x="1913636" y="4572"/>
                  </a:lnTo>
                  <a:close/>
                  <a:moveTo>
                    <a:pt x="1964436" y="4572"/>
                  </a:moveTo>
                  <a:lnTo>
                    <a:pt x="1989836" y="4572"/>
                  </a:lnTo>
                  <a:lnTo>
                    <a:pt x="1964436" y="4572"/>
                  </a:lnTo>
                  <a:close/>
                  <a:moveTo>
                    <a:pt x="2015236" y="4572"/>
                  </a:moveTo>
                  <a:lnTo>
                    <a:pt x="2040636" y="4572"/>
                  </a:lnTo>
                  <a:lnTo>
                    <a:pt x="2015236" y="4572"/>
                  </a:lnTo>
                  <a:close/>
                  <a:moveTo>
                    <a:pt x="2066036" y="4572"/>
                  </a:moveTo>
                  <a:lnTo>
                    <a:pt x="2091436" y="4572"/>
                  </a:lnTo>
                  <a:lnTo>
                    <a:pt x="2066036" y="4572"/>
                  </a:lnTo>
                  <a:close/>
                  <a:moveTo>
                    <a:pt x="2116836" y="4572"/>
                  </a:moveTo>
                  <a:lnTo>
                    <a:pt x="2142236" y="4572"/>
                  </a:lnTo>
                  <a:lnTo>
                    <a:pt x="2116836" y="4572"/>
                  </a:lnTo>
                  <a:close/>
                  <a:moveTo>
                    <a:pt x="2167636" y="4572"/>
                  </a:moveTo>
                  <a:lnTo>
                    <a:pt x="2193036" y="4572"/>
                  </a:lnTo>
                  <a:lnTo>
                    <a:pt x="2167636" y="4572"/>
                  </a:lnTo>
                  <a:close/>
                  <a:moveTo>
                    <a:pt x="2218436" y="4572"/>
                  </a:moveTo>
                  <a:lnTo>
                    <a:pt x="2243836" y="4572"/>
                  </a:lnTo>
                  <a:lnTo>
                    <a:pt x="2218436" y="4572"/>
                  </a:lnTo>
                  <a:close/>
                  <a:moveTo>
                    <a:pt x="2269236" y="4572"/>
                  </a:moveTo>
                  <a:lnTo>
                    <a:pt x="2294636" y="4572"/>
                  </a:lnTo>
                  <a:lnTo>
                    <a:pt x="2269236" y="4572"/>
                  </a:lnTo>
                  <a:close/>
                  <a:moveTo>
                    <a:pt x="2320036" y="4572"/>
                  </a:moveTo>
                  <a:lnTo>
                    <a:pt x="2345436" y="4572"/>
                  </a:lnTo>
                  <a:lnTo>
                    <a:pt x="2320036" y="4572"/>
                  </a:lnTo>
                  <a:close/>
                  <a:moveTo>
                    <a:pt x="2370836" y="4572"/>
                  </a:moveTo>
                  <a:lnTo>
                    <a:pt x="2396236" y="4572"/>
                  </a:lnTo>
                  <a:lnTo>
                    <a:pt x="2370836" y="4572"/>
                  </a:lnTo>
                  <a:close/>
                  <a:moveTo>
                    <a:pt x="2421636" y="4572"/>
                  </a:moveTo>
                  <a:lnTo>
                    <a:pt x="2447036" y="4572"/>
                  </a:lnTo>
                  <a:lnTo>
                    <a:pt x="2421636" y="4572"/>
                  </a:lnTo>
                  <a:close/>
                  <a:moveTo>
                    <a:pt x="2472436" y="4572"/>
                  </a:moveTo>
                  <a:lnTo>
                    <a:pt x="2497836" y="4572"/>
                  </a:lnTo>
                  <a:lnTo>
                    <a:pt x="2472436" y="4572"/>
                  </a:lnTo>
                  <a:close/>
                  <a:moveTo>
                    <a:pt x="2523236" y="4572"/>
                  </a:moveTo>
                  <a:lnTo>
                    <a:pt x="2548636" y="4572"/>
                  </a:lnTo>
                  <a:lnTo>
                    <a:pt x="2523236" y="4572"/>
                  </a:lnTo>
                  <a:close/>
                  <a:moveTo>
                    <a:pt x="2574036" y="4572"/>
                  </a:moveTo>
                  <a:lnTo>
                    <a:pt x="2599436" y="4572"/>
                  </a:lnTo>
                  <a:lnTo>
                    <a:pt x="2574036" y="4572"/>
                  </a:lnTo>
                  <a:close/>
                  <a:moveTo>
                    <a:pt x="2624836" y="4572"/>
                  </a:moveTo>
                  <a:lnTo>
                    <a:pt x="2650236" y="4572"/>
                  </a:lnTo>
                  <a:lnTo>
                    <a:pt x="2624836" y="4572"/>
                  </a:lnTo>
                  <a:close/>
                  <a:moveTo>
                    <a:pt x="2675636" y="4572"/>
                  </a:moveTo>
                  <a:lnTo>
                    <a:pt x="2701036" y="4572"/>
                  </a:lnTo>
                  <a:lnTo>
                    <a:pt x="2675636" y="4572"/>
                  </a:lnTo>
                  <a:close/>
                  <a:moveTo>
                    <a:pt x="2726436" y="4572"/>
                  </a:moveTo>
                  <a:lnTo>
                    <a:pt x="2751836" y="4572"/>
                  </a:lnTo>
                  <a:lnTo>
                    <a:pt x="2726436" y="4572"/>
                  </a:lnTo>
                  <a:close/>
                  <a:moveTo>
                    <a:pt x="2777236" y="4572"/>
                  </a:moveTo>
                  <a:lnTo>
                    <a:pt x="2802636" y="4572"/>
                  </a:lnTo>
                  <a:lnTo>
                    <a:pt x="2777236" y="4572"/>
                  </a:lnTo>
                  <a:close/>
                  <a:moveTo>
                    <a:pt x="2828036" y="4572"/>
                  </a:moveTo>
                  <a:lnTo>
                    <a:pt x="2853436" y="4572"/>
                  </a:lnTo>
                  <a:lnTo>
                    <a:pt x="2828036" y="4572"/>
                  </a:lnTo>
                  <a:close/>
                  <a:moveTo>
                    <a:pt x="2878836" y="4572"/>
                  </a:moveTo>
                  <a:lnTo>
                    <a:pt x="2904236" y="4572"/>
                  </a:lnTo>
                  <a:lnTo>
                    <a:pt x="2878836" y="4572"/>
                  </a:lnTo>
                  <a:close/>
                  <a:moveTo>
                    <a:pt x="2929636" y="4572"/>
                  </a:moveTo>
                  <a:lnTo>
                    <a:pt x="2955036" y="4572"/>
                  </a:lnTo>
                  <a:lnTo>
                    <a:pt x="2929636" y="4572"/>
                  </a:lnTo>
                  <a:close/>
                  <a:moveTo>
                    <a:pt x="2980436" y="4572"/>
                  </a:moveTo>
                  <a:lnTo>
                    <a:pt x="3005836" y="4572"/>
                  </a:lnTo>
                  <a:lnTo>
                    <a:pt x="2980436" y="4572"/>
                  </a:lnTo>
                  <a:close/>
                  <a:moveTo>
                    <a:pt x="3031236" y="4572"/>
                  </a:moveTo>
                  <a:lnTo>
                    <a:pt x="3056636" y="4572"/>
                  </a:lnTo>
                  <a:lnTo>
                    <a:pt x="3031236" y="4572"/>
                  </a:lnTo>
                  <a:close/>
                  <a:moveTo>
                    <a:pt x="3082036" y="4572"/>
                  </a:moveTo>
                  <a:lnTo>
                    <a:pt x="3107436" y="4572"/>
                  </a:lnTo>
                  <a:lnTo>
                    <a:pt x="3082036" y="4572"/>
                  </a:lnTo>
                  <a:close/>
                  <a:moveTo>
                    <a:pt x="3132836" y="4572"/>
                  </a:moveTo>
                  <a:lnTo>
                    <a:pt x="3158236" y="4572"/>
                  </a:lnTo>
                  <a:lnTo>
                    <a:pt x="3132836" y="4572"/>
                  </a:lnTo>
                  <a:close/>
                  <a:moveTo>
                    <a:pt x="3183636" y="4572"/>
                  </a:moveTo>
                  <a:lnTo>
                    <a:pt x="3209036" y="4572"/>
                  </a:lnTo>
                  <a:lnTo>
                    <a:pt x="3183636" y="4572"/>
                  </a:lnTo>
                  <a:close/>
                  <a:moveTo>
                    <a:pt x="3234436" y="4572"/>
                  </a:moveTo>
                  <a:lnTo>
                    <a:pt x="3259836" y="4572"/>
                  </a:lnTo>
                  <a:lnTo>
                    <a:pt x="3234436" y="4572"/>
                  </a:lnTo>
                  <a:close/>
                  <a:moveTo>
                    <a:pt x="3285236" y="4572"/>
                  </a:moveTo>
                  <a:lnTo>
                    <a:pt x="3310636" y="4572"/>
                  </a:lnTo>
                  <a:lnTo>
                    <a:pt x="3285236" y="4572"/>
                  </a:lnTo>
                  <a:close/>
                  <a:moveTo>
                    <a:pt x="3336036" y="4572"/>
                  </a:moveTo>
                  <a:lnTo>
                    <a:pt x="3361436" y="4572"/>
                  </a:lnTo>
                  <a:lnTo>
                    <a:pt x="3336036" y="4572"/>
                  </a:lnTo>
                  <a:close/>
                  <a:moveTo>
                    <a:pt x="3386836" y="4572"/>
                  </a:moveTo>
                  <a:lnTo>
                    <a:pt x="3412236" y="4572"/>
                  </a:lnTo>
                  <a:lnTo>
                    <a:pt x="3386836" y="4572"/>
                  </a:lnTo>
                  <a:close/>
                  <a:moveTo>
                    <a:pt x="3437636" y="4572"/>
                  </a:moveTo>
                  <a:lnTo>
                    <a:pt x="3463036" y="4572"/>
                  </a:lnTo>
                  <a:lnTo>
                    <a:pt x="3437636" y="4572"/>
                  </a:lnTo>
                  <a:close/>
                  <a:moveTo>
                    <a:pt x="3488436" y="4572"/>
                  </a:moveTo>
                  <a:lnTo>
                    <a:pt x="3513836" y="4572"/>
                  </a:lnTo>
                  <a:lnTo>
                    <a:pt x="3488436" y="4572"/>
                  </a:lnTo>
                  <a:close/>
                  <a:moveTo>
                    <a:pt x="3539236" y="4572"/>
                  </a:moveTo>
                  <a:lnTo>
                    <a:pt x="3564636" y="4572"/>
                  </a:lnTo>
                  <a:lnTo>
                    <a:pt x="3539236" y="4572"/>
                  </a:lnTo>
                  <a:close/>
                  <a:moveTo>
                    <a:pt x="3590036" y="4572"/>
                  </a:moveTo>
                  <a:lnTo>
                    <a:pt x="3615436" y="4572"/>
                  </a:lnTo>
                  <a:lnTo>
                    <a:pt x="3590036" y="4572"/>
                  </a:lnTo>
                  <a:close/>
                  <a:moveTo>
                    <a:pt x="3640836" y="4572"/>
                  </a:moveTo>
                  <a:lnTo>
                    <a:pt x="3666236" y="4572"/>
                  </a:lnTo>
                  <a:lnTo>
                    <a:pt x="3640836" y="4572"/>
                  </a:lnTo>
                  <a:close/>
                  <a:moveTo>
                    <a:pt x="3691636" y="4572"/>
                  </a:moveTo>
                  <a:lnTo>
                    <a:pt x="3717036" y="4572"/>
                  </a:lnTo>
                  <a:lnTo>
                    <a:pt x="3691636" y="4572"/>
                  </a:lnTo>
                  <a:close/>
                  <a:moveTo>
                    <a:pt x="3742436" y="4572"/>
                  </a:moveTo>
                  <a:lnTo>
                    <a:pt x="3767836" y="4572"/>
                  </a:lnTo>
                  <a:lnTo>
                    <a:pt x="3742436" y="4572"/>
                  </a:lnTo>
                  <a:close/>
                  <a:moveTo>
                    <a:pt x="3793236" y="4572"/>
                  </a:moveTo>
                  <a:lnTo>
                    <a:pt x="3818636" y="4572"/>
                  </a:lnTo>
                  <a:lnTo>
                    <a:pt x="3793236" y="4572"/>
                  </a:lnTo>
                  <a:close/>
                  <a:moveTo>
                    <a:pt x="3844036" y="4572"/>
                  </a:moveTo>
                  <a:lnTo>
                    <a:pt x="3869436" y="4572"/>
                  </a:lnTo>
                  <a:lnTo>
                    <a:pt x="3844036" y="4572"/>
                  </a:lnTo>
                  <a:close/>
                  <a:moveTo>
                    <a:pt x="3894836" y="4572"/>
                  </a:moveTo>
                  <a:lnTo>
                    <a:pt x="3920236" y="4572"/>
                  </a:lnTo>
                  <a:lnTo>
                    <a:pt x="3894836" y="4572"/>
                  </a:lnTo>
                  <a:close/>
                  <a:moveTo>
                    <a:pt x="3945636" y="4572"/>
                  </a:moveTo>
                  <a:lnTo>
                    <a:pt x="3971036" y="4572"/>
                  </a:lnTo>
                  <a:lnTo>
                    <a:pt x="3945636" y="4572"/>
                  </a:lnTo>
                  <a:close/>
                  <a:moveTo>
                    <a:pt x="3996436" y="4572"/>
                  </a:moveTo>
                  <a:lnTo>
                    <a:pt x="4021836" y="4572"/>
                  </a:lnTo>
                  <a:lnTo>
                    <a:pt x="3996436" y="4572"/>
                  </a:lnTo>
                  <a:close/>
                  <a:moveTo>
                    <a:pt x="4047236" y="4572"/>
                  </a:moveTo>
                  <a:lnTo>
                    <a:pt x="4072636" y="4572"/>
                  </a:lnTo>
                  <a:lnTo>
                    <a:pt x="4047236" y="4572"/>
                  </a:lnTo>
                  <a:close/>
                  <a:moveTo>
                    <a:pt x="4098036" y="4572"/>
                  </a:moveTo>
                  <a:lnTo>
                    <a:pt x="4123436" y="4572"/>
                  </a:lnTo>
                  <a:lnTo>
                    <a:pt x="4098036" y="4572"/>
                  </a:lnTo>
                  <a:close/>
                  <a:moveTo>
                    <a:pt x="4148836" y="4572"/>
                  </a:moveTo>
                  <a:lnTo>
                    <a:pt x="4174236" y="4572"/>
                  </a:lnTo>
                  <a:lnTo>
                    <a:pt x="4148836" y="4572"/>
                  </a:lnTo>
                  <a:close/>
                  <a:moveTo>
                    <a:pt x="4199636" y="4572"/>
                  </a:moveTo>
                  <a:lnTo>
                    <a:pt x="4225036" y="4572"/>
                  </a:lnTo>
                  <a:lnTo>
                    <a:pt x="4199636" y="4572"/>
                  </a:lnTo>
                  <a:close/>
                  <a:moveTo>
                    <a:pt x="4250436" y="4572"/>
                  </a:moveTo>
                  <a:lnTo>
                    <a:pt x="4275836" y="4572"/>
                  </a:lnTo>
                  <a:lnTo>
                    <a:pt x="4250436" y="4572"/>
                  </a:lnTo>
                  <a:close/>
                  <a:moveTo>
                    <a:pt x="4301236" y="4572"/>
                  </a:moveTo>
                  <a:lnTo>
                    <a:pt x="4326636" y="4572"/>
                  </a:lnTo>
                  <a:lnTo>
                    <a:pt x="4301236" y="4572"/>
                  </a:lnTo>
                  <a:close/>
                  <a:moveTo>
                    <a:pt x="4352036" y="4572"/>
                  </a:moveTo>
                  <a:lnTo>
                    <a:pt x="4377436" y="4572"/>
                  </a:lnTo>
                  <a:lnTo>
                    <a:pt x="4352036" y="4572"/>
                  </a:lnTo>
                  <a:close/>
                  <a:moveTo>
                    <a:pt x="4402836" y="4572"/>
                  </a:moveTo>
                  <a:lnTo>
                    <a:pt x="4428236" y="4572"/>
                  </a:lnTo>
                  <a:lnTo>
                    <a:pt x="4402836" y="4572"/>
                  </a:lnTo>
                  <a:close/>
                  <a:moveTo>
                    <a:pt x="4453636" y="4572"/>
                  </a:moveTo>
                  <a:lnTo>
                    <a:pt x="4479036" y="4572"/>
                  </a:lnTo>
                  <a:lnTo>
                    <a:pt x="4453636" y="4572"/>
                  </a:lnTo>
                  <a:close/>
                  <a:moveTo>
                    <a:pt x="4504436" y="4572"/>
                  </a:moveTo>
                  <a:lnTo>
                    <a:pt x="4529836" y="4572"/>
                  </a:lnTo>
                  <a:lnTo>
                    <a:pt x="4504436" y="4572"/>
                  </a:lnTo>
                  <a:close/>
                  <a:moveTo>
                    <a:pt x="4555236" y="4572"/>
                  </a:moveTo>
                  <a:lnTo>
                    <a:pt x="4580636" y="4572"/>
                  </a:lnTo>
                  <a:lnTo>
                    <a:pt x="4555236" y="4572"/>
                  </a:lnTo>
                  <a:close/>
                  <a:moveTo>
                    <a:pt x="4606036" y="4572"/>
                  </a:moveTo>
                  <a:lnTo>
                    <a:pt x="4631436" y="4572"/>
                  </a:lnTo>
                  <a:lnTo>
                    <a:pt x="4606036" y="4572"/>
                  </a:lnTo>
                  <a:close/>
                  <a:moveTo>
                    <a:pt x="4656836" y="4572"/>
                  </a:moveTo>
                  <a:lnTo>
                    <a:pt x="4682236" y="4572"/>
                  </a:lnTo>
                  <a:lnTo>
                    <a:pt x="4656836" y="4572"/>
                  </a:lnTo>
                  <a:close/>
                  <a:moveTo>
                    <a:pt x="4707636" y="4572"/>
                  </a:moveTo>
                  <a:lnTo>
                    <a:pt x="4733036" y="4572"/>
                  </a:lnTo>
                  <a:lnTo>
                    <a:pt x="4707636" y="4572"/>
                  </a:lnTo>
                  <a:close/>
                  <a:moveTo>
                    <a:pt x="4758436" y="4572"/>
                  </a:moveTo>
                  <a:lnTo>
                    <a:pt x="4783836" y="4572"/>
                  </a:lnTo>
                  <a:lnTo>
                    <a:pt x="4758436" y="4572"/>
                  </a:lnTo>
                  <a:close/>
                  <a:moveTo>
                    <a:pt x="4809236" y="4572"/>
                  </a:moveTo>
                  <a:lnTo>
                    <a:pt x="4834636" y="4572"/>
                  </a:lnTo>
                  <a:lnTo>
                    <a:pt x="4809236" y="4572"/>
                  </a:lnTo>
                  <a:close/>
                  <a:moveTo>
                    <a:pt x="4860036" y="4572"/>
                  </a:moveTo>
                  <a:lnTo>
                    <a:pt x="4885436" y="4572"/>
                  </a:lnTo>
                  <a:lnTo>
                    <a:pt x="4860036" y="4572"/>
                  </a:lnTo>
                  <a:close/>
                  <a:moveTo>
                    <a:pt x="4910836" y="4572"/>
                  </a:moveTo>
                  <a:lnTo>
                    <a:pt x="4936236" y="4572"/>
                  </a:lnTo>
                  <a:lnTo>
                    <a:pt x="4910836" y="4572"/>
                  </a:lnTo>
                  <a:close/>
                  <a:moveTo>
                    <a:pt x="4961636" y="4572"/>
                  </a:moveTo>
                  <a:lnTo>
                    <a:pt x="4987036" y="4572"/>
                  </a:lnTo>
                  <a:lnTo>
                    <a:pt x="4961636" y="4572"/>
                  </a:lnTo>
                  <a:close/>
                  <a:moveTo>
                    <a:pt x="5012436" y="4572"/>
                  </a:moveTo>
                  <a:lnTo>
                    <a:pt x="5037836" y="4572"/>
                  </a:lnTo>
                  <a:lnTo>
                    <a:pt x="5012436" y="4572"/>
                  </a:lnTo>
                  <a:close/>
                  <a:moveTo>
                    <a:pt x="5063236" y="4572"/>
                  </a:moveTo>
                  <a:lnTo>
                    <a:pt x="5088636" y="4572"/>
                  </a:lnTo>
                  <a:lnTo>
                    <a:pt x="5063236" y="4572"/>
                  </a:lnTo>
                  <a:close/>
                  <a:moveTo>
                    <a:pt x="5114036" y="4572"/>
                  </a:moveTo>
                  <a:lnTo>
                    <a:pt x="5139436" y="4572"/>
                  </a:lnTo>
                  <a:lnTo>
                    <a:pt x="5114036" y="4572"/>
                  </a:lnTo>
                  <a:close/>
                  <a:moveTo>
                    <a:pt x="5164836" y="4572"/>
                  </a:moveTo>
                  <a:lnTo>
                    <a:pt x="5190236" y="4572"/>
                  </a:lnTo>
                  <a:lnTo>
                    <a:pt x="5164836" y="4572"/>
                  </a:lnTo>
                  <a:close/>
                  <a:moveTo>
                    <a:pt x="5215636" y="4572"/>
                  </a:moveTo>
                  <a:lnTo>
                    <a:pt x="5241036" y="4572"/>
                  </a:lnTo>
                  <a:lnTo>
                    <a:pt x="5215636" y="4572"/>
                  </a:lnTo>
                  <a:close/>
                  <a:moveTo>
                    <a:pt x="5266436" y="4572"/>
                  </a:moveTo>
                  <a:lnTo>
                    <a:pt x="5291836" y="4572"/>
                  </a:lnTo>
                  <a:lnTo>
                    <a:pt x="5266436" y="4572"/>
                  </a:lnTo>
                  <a:close/>
                  <a:moveTo>
                    <a:pt x="5317236" y="4572"/>
                  </a:moveTo>
                  <a:lnTo>
                    <a:pt x="5342636" y="4572"/>
                  </a:lnTo>
                  <a:lnTo>
                    <a:pt x="5317236" y="4572"/>
                  </a:lnTo>
                  <a:close/>
                  <a:moveTo>
                    <a:pt x="5368036" y="4572"/>
                  </a:moveTo>
                  <a:lnTo>
                    <a:pt x="5393436" y="4572"/>
                  </a:lnTo>
                  <a:lnTo>
                    <a:pt x="5368036" y="4572"/>
                  </a:lnTo>
                  <a:close/>
                  <a:moveTo>
                    <a:pt x="5418836" y="4572"/>
                  </a:moveTo>
                  <a:lnTo>
                    <a:pt x="5444236" y="4572"/>
                  </a:lnTo>
                  <a:lnTo>
                    <a:pt x="5418836" y="4572"/>
                  </a:lnTo>
                  <a:close/>
                  <a:moveTo>
                    <a:pt x="5469636" y="4572"/>
                  </a:moveTo>
                  <a:lnTo>
                    <a:pt x="5495036" y="4572"/>
                  </a:lnTo>
                  <a:lnTo>
                    <a:pt x="5469636" y="4572"/>
                  </a:lnTo>
                  <a:close/>
                  <a:moveTo>
                    <a:pt x="5520436" y="4572"/>
                  </a:moveTo>
                  <a:lnTo>
                    <a:pt x="5545836" y="4572"/>
                  </a:lnTo>
                  <a:lnTo>
                    <a:pt x="5520436" y="4572"/>
                  </a:lnTo>
                  <a:close/>
                  <a:moveTo>
                    <a:pt x="5571236" y="4572"/>
                  </a:moveTo>
                  <a:lnTo>
                    <a:pt x="5596636" y="4572"/>
                  </a:lnTo>
                  <a:lnTo>
                    <a:pt x="5571236" y="4572"/>
                  </a:lnTo>
                  <a:close/>
                  <a:moveTo>
                    <a:pt x="5622036" y="4572"/>
                  </a:moveTo>
                  <a:lnTo>
                    <a:pt x="5647436" y="4572"/>
                  </a:lnTo>
                  <a:lnTo>
                    <a:pt x="5622036" y="4572"/>
                  </a:lnTo>
                  <a:close/>
                  <a:moveTo>
                    <a:pt x="5672836" y="4572"/>
                  </a:moveTo>
                  <a:lnTo>
                    <a:pt x="5698236" y="4572"/>
                  </a:lnTo>
                  <a:lnTo>
                    <a:pt x="5672836" y="4572"/>
                  </a:lnTo>
                  <a:close/>
                  <a:moveTo>
                    <a:pt x="5723636" y="4572"/>
                  </a:moveTo>
                  <a:lnTo>
                    <a:pt x="5749036" y="4572"/>
                  </a:lnTo>
                  <a:lnTo>
                    <a:pt x="5723636" y="4572"/>
                  </a:lnTo>
                  <a:close/>
                  <a:moveTo>
                    <a:pt x="5774436" y="4572"/>
                  </a:moveTo>
                  <a:lnTo>
                    <a:pt x="5799836" y="4572"/>
                  </a:lnTo>
                  <a:lnTo>
                    <a:pt x="5774436" y="4572"/>
                  </a:lnTo>
                  <a:close/>
                  <a:moveTo>
                    <a:pt x="5825236" y="4572"/>
                  </a:moveTo>
                  <a:lnTo>
                    <a:pt x="5850636" y="4572"/>
                  </a:lnTo>
                  <a:lnTo>
                    <a:pt x="5825236" y="4572"/>
                  </a:lnTo>
                  <a:close/>
                  <a:moveTo>
                    <a:pt x="5876036" y="4572"/>
                  </a:moveTo>
                  <a:lnTo>
                    <a:pt x="5901436" y="4572"/>
                  </a:lnTo>
                  <a:lnTo>
                    <a:pt x="5876036" y="4572"/>
                  </a:lnTo>
                  <a:close/>
                  <a:moveTo>
                    <a:pt x="5926836" y="4572"/>
                  </a:moveTo>
                  <a:lnTo>
                    <a:pt x="5952236" y="4572"/>
                  </a:lnTo>
                  <a:lnTo>
                    <a:pt x="5926836" y="4572"/>
                  </a:lnTo>
                  <a:close/>
                  <a:moveTo>
                    <a:pt x="5977636" y="4572"/>
                  </a:moveTo>
                  <a:lnTo>
                    <a:pt x="6003036" y="4572"/>
                  </a:lnTo>
                  <a:lnTo>
                    <a:pt x="5977636" y="4572"/>
                  </a:lnTo>
                  <a:close/>
                  <a:moveTo>
                    <a:pt x="6028436" y="4572"/>
                  </a:moveTo>
                  <a:lnTo>
                    <a:pt x="6053836" y="4572"/>
                  </a:lnTo>
                  <a:lnTo>
                    <a:pt x="6028436" y="4572"/>
                  </a:lnTo>
                  <a:close/>
                  <a:moveTo>
                    <a:pt x="6079236" y="4572"/>
                  </a:moveTo>
                  <a:lnTo>
                    <a:pt x="6104636" y="4572"/>
                  </a:lnTo>
                  <a:lnTo>
                    <a:pt x="6079236" y="4572"/>
                  </a:lnTo>
                  <a:close/>
                  <a:moveTo>
                    <a:pt x="6130036" y="4572"/>
                  </a:moveTo>
                  <a:lnTo>
                    <a:pt x="6155436" y="4572"/>
                  </a:lnTo>
                  <a:lnTo>
                    <a:pt x="6130036" y="4572"/>
                  </a:lnTo>
                  <a:close/>
                  <a:moveTo>
                    <a:pt x="6180836" y="4572"/>
                  </a:moveTo>
                  <a:lnTo>
                    <a:pt x="6206236" y="4572"/>
                  </a:lnTo>
                  <a:lnTo>
                    <a:pt x="6180836" y="4572"/>
                  </a:lnTo>
                  <a:close/>
                  <a:moveTo>
                    <a:pt x="6231636" y="4572"/>
                  </a:moveTo>
                  <a:lnTo>
                    <a:pt x="6257036" y="4572"/>
                  </a:lnTo>
                  <a:lnTo>
                    <a:pt x="6231636" y="4572"/>
                  </a:lnTo>
                  <a:close/>
                  <a:moveTo>
                    <a:pt x="6282436" y="4572"/>
                  </a:moveTo>
                  <a:lnTo>
                    <a:pt x="6307836" y="4572"/>
                  </a:lnTo>
                  <a:lnTo>
                    <a:pt x="6282436" y="4572"/>
                  </a:lnTo>
                  <a:close/>
                  <a:moveTo>
                    <a:pt x="6333236" y="4572"/>
                  </a:moveTo>
                  <a:lnTo>
                    <a:pt x="6358636" y="4572"/>
                  </a:lnTo>
                  <a:lnTo>
                    <a:pt x="6333236" y="4572"/>
                  </a:lnTo>
                  <a:close/>
                  <a:moveTo>
                    <a:pt x="6384036" y="4572"/>
                  </a:moveTo>
                  <a:lnTo>
                    <a:pt x="6409436" y="4572"/>
                  </a:lnTo>
                  <a:lnTo>
                    <a:pt x="6384036" y="4572"/>
                  </a:lnTo>
                  <a:close/>
                  <a:moveTo>
                    <a:pt x="6434836" y="4572"/>
                  </a:moveTo>
                  <a:lnTo>
                    <a:pt x="6460236" y="4572"/>
                  </a:lnTo>
                  <a:lnTo>
                    <a:pt x="6434836" y="4572"/>
                  </a:lnTo>
                  <a:close/>
                  <a:moveTo>
                    <a:pt x="6485636" y="4572"/>
                  </a:moveTo>
                  <a:lnTo>
                    <a:pt x="6511036" y="4572"/>
                  </a:lnTo>
                  <a:lnTo>
                    <a:pt x="6485636" y="4572"/>
                  </a:lnTo>
                  <a:close/>
                  <a:moveTo>
                    <a:pt x="6536436" y="4572"/>
                  </a:moveTo>
                  <a:lnTo>
                    <a:pt x="6561836" y="4572"/>
                  </a:lnTo>
                  <a:lnTo>
                    <a:pt x="6536436" y="4572"/>
                  </a:lnTo>
                  <a:close/>
                  <a:moveTo>
                    <a:pt x="6587236" y="4572"/>
                  </a:moveTo>
                  <a:lnTo>
                    <a:pt x="6612636" y="4572"/>
                  </a:lnTo>
                  <a:lnTo>
                    <a:pt x="6587236" y="4572"/>
                  </a:lnTo>
                  <a:close/>
                  <a:moveTo>
                    <a:pt x="6638036" y="4572"/>
                  </a:moveTo>
                  <a:lnTo>
                    <a:pt x="6663436" y="4572"/>
                  </a:lnTo>
                  <a:lnTo>
                    <a:pt x="6638036" y="4572"/>
                  </a:lnTo>
                  <a:close/>
                  <a:moveTo>
                    <a:pt x="6688836" y="4572"/>
                  </a:moveTo>
                  <a:lnTo>
                    <a:pt x="6714236" y="4572"/>
                  </a:lnTo>
                  <a:lnTo>
                    <a:pt x="6688836" y="4572"/>
                  </a:lnTo>
                  <a:close/>
                  <a:moveTo>
                    <a:pt x="6739636" y="4572"/>
                  </a:moveTo>
                  <a:lnTo>
                    <a:pt x="6765036" y="4572"/>
                  </a:lnTo>
                  <a:lnTo>
                    <a:pt x="6739636" y="4572"/>
                  </a:lnTo>
                  <a:close/>
                  <a:moveTo>
                    <a:pt x="6790436" y="4572"/>
                  </a:moveTo>
                  <a:lnTo>
                    <a:pt x="6815836" y="4572"/>
                  </a:lnTo>
                  <a:lnTo>
                    <a:pt x="6790436" y="4572"/>
                  </a:lnTo>
                  <a:close/>
                  <a:moveTo>
                    <a:pt x="6841236" y="4572"/>
                  </a:moveTo>
                  <a:lnTo>
                    <a:pt x="6866636" y="4572"/>
                  </a:lnTo>
                  <a:lnTo>
                    <a:pt x="6841236" y="4572"/>
                  </a:lnTo>
                  <a:close/>
                  <a:moveTo>
                    <a:pt x="6892036" y="4572"/>
                  </a:moveTo>
                  <a:lnTo>
                    <a:pt x="6917436" y="4572"/>
                  </a:lnTo>
                  <a:lnTo>
                    <a:pt x="6892036" y="4572"/>
                  </a:lnTo>
                  <a:close/>
                  <a:moveTo>
                    <a:pt x="6942836" y="4572"/>
                  </a:moveTo>
                  <a:lnTo>
                    <a:pt x="6968236" y="4572"/>
                  </a:lnTo>
                  <a:lnTo>
                    <a:pt x="6942836" y="4572"/>
                  </a:lnTo>
                  <a:close/>
                  <a:moveTo>
                    <a:pt x="6993636" y="4572"/>
                  </a:moveTo>
                  <a:lnTo>
                    <a:pt x="7019036" y="4572"/>
                  </a:lnTo>
                  <a:lnTo>
                    <a:pt x="6993636" y="4572"/>
                  </a:lnTo>
                  <a:close/>
                  <a:moveTo>
                    <a:pt x="7044436" y="4572"/>
                  </a:moveTo>
                  <a:lnTo>
                    <a:pt x="7069836" y="4572"/>
                  </a:lnTo>
                  <a:lnTo>
                    <a:pt x="7044436" y="4572"/>
                  </a:lnTo>
                  <a:close/>
                  <a:moveTo>
                    <a:pt x="7095236" y="4572"/>
                  </a:moveTo>
                  <a:lnTo>
                    <a:pt x="7120636" y="4572"/>
                  </a:lnTo>
                  <a:lnTo>
                    <a:pt x="7095236" y="4572"/>
                  </a:lnTo>
                  <a:close/>
                  <a:moveTo>
                    <a:pt x="7146036" y="4572"/>
                  </a:moveTo>
                  <a:lnTo>
                    <a:pt x="7171436" y="4572"/>
                  </a:lnTo>
                  <a:lnTo>
                    <a:pt x="7146036" y="4572"/>
                  </a:lnTo>
                  <a:close/>
                  <a:moveTo>
                    <a:pt x="7196836" y="4572"/>
                  </a:moveTo>
                  <a:lnTo>
                    <a:pt x="7222236" y="4572"/>
                  </a:lnTo>
                  <a:lnTo>
                    <a:pt x="7196836" y="4572"/>
                  </a:lnTo>
                  <a:close/>
                  <a:moveTo>
                    <a:pt x="7247636" y="4572"/>
                  </a:moveTo>
                  <a:lnTo>
                    <a:pt x="7273036" y="4572"/>
                  </a:lnTo>
                  <a:lnTo>
                    <a:pt x="7247636" y="4572"/>
                  </a:lnTo>
                  <a:close/>
                  <a:moveTo>
                    <a:pt x="7298436" y="4572"/>
                  </a:moveTo>
                  <a:lnTo>
                    <a:pt x="7323836" y="4572"/>
                  </a:lnTo>
                  <a:lnTo>
                    <a:pt x="7298436" y="4572"/>
                  </a:lnTo>
                  <a:close/>
                  <a:moveTo>
                    <a:pt x="7349236" y="4572"/>
                  </a:moveTo>
                  <a:lnTo>
                    <a:pt x="7374636" y="4572"/>
                  </a:lnTo>
                  <a:lnTo>
                    <a:pt x="7349236" y="4572"/>
                  </a:lnTo>
                  <a:close/>
                  <a:moveTo>
                    <a:pt x="7400036" y="4572"/>
                  </a:moveTo>
                  <a:lnTo>
                    <a:pt x="7425436" y="4572"/>
                  </a:lnTo>
                  <a:lnTo>
                    <a:pt x="7400036" y="4572"/>
                  </a:lnTo>
                  <a:close/>
                  <a:moveTo>
                    <a:pt x="7450836" y="4572"/>
                  </a:moveTo>
                  <a:lnTo>
                    <a:pt x="7476236" y="4572"/>
                  </a:lnTo>
                  <a:lnTo>
                    <a:pt x="7450836" y="4572"/>
                  </a:lnTo>
                  <a:close/>
                  <a:moveTo>
                    <a:pt x="7501636" y="4572"/>
                  </a:moveTo>
                  <a:lnTo>
                    <a:pt x="7527036" y="4572"/>
                  </a:lnTo>
                  <a:lnTo>
                    <a:pt x="7501636" y="4572"/>
                  </a:lnTo>
                  <a:close/>
                  <a:moveTo>
                    <a:pt x="7552436" y="4572"/>
                  </a:moveTo>
                  <a:lnTo>
                    <a:pt x="7577836" y="4572"/>
                  </a:lnTo>
                  <a:lnTo>
                    <a:pt x="7552436" y="4572"/>
                  </a:lnTo>
                  <a:close/>
                  <a:moveTo>
                    <a:pt x="7603236" y="4572"/>
                  </a:moveTo>
                  <a:lnTo>
                    <a:pt x="7628636" y="4572"/>
                  </a:lnTo>
                  <a:lnTo>
                    <a:pt x="7603236" y="4572"/>
                  </a:lnTo>
                  <a:close/>
                  <a:moveTo>
                    <a:pt x="7654036" y="4572"/>
                  </a:moveTo>
                  <a:lnTo>
                    <a:pt x="7679436" y="4572"/>
                  </a:lnTo>
                  <a:lnTo>
                    <a:pt x="7654036" y="4572"/>
                  </a:lnTo>
                  <a:close/>
                  <a:moveTo>
                    <a:pt x="7704836" y="4572"/>
                  </a:moveTo>
                  <a:lnTo>
                    <a:pt x="7730236" y="4572"/>
                  </a:lnTo>
                  <a:lnTo>
                    <a:pt x="7704836" y="4572"/>
                  </a:lnTo>
                  <a:close/>
                  <a:moveTo>
                    <a:pt x="7755636" y="4572"/>
                  </a:moveTo>
                  <a:lnTo>
                    <a:pt x="7781036" y="4572"/>
                  </a:lnTo>
                  <a:lnTo>
                    <a:pt x="7755636" y="4572"/>
                  </a:lnTo>
                  <a:close/>
                  <a:moveTo>
                    <a:pt x="7806436" y="4572"/>
                  </a:moveTo>
                  <a:lnTo>
                    <a:pt x="7831836" y="4572"/>
                  </a:lnTo>
                  <a:lnTo>
                    <a:pt x="7806436" y="4572"/>
                  </a:lnTo>
                  <a:close/>
                  <a:moveTo>
                    <a:pt x="7857236" y="4572"/>
                  </a:moveTo>
                  <a:lnTo>
                    <a:pt x="7882636" y="4572"/>
                  </a:lnTo>
                  <a:lnTo>
                    <a:pt x="7857236" y="4572"/>
                  </a:lnTo>
                  <a:close/>
                  <a:moveTo>
                    <a:pt x="7908036" y="4572"/>
                  </a:moveTo>
                  <a:lnTo>
                    <a:pt x="7933436" y="4572"/>
                  </a:lnTo>
                  <a:lnTo>
                    <a:pt x="7908036" y="4572"/>
                  </a:lnTo>
                  <a:close/>
                  <a:moveTo>
                    <a:pt x="7958836" y="4572"/>
                  </a:moveTo>
                  <a:lnTo>
                    <a:pt x="7984236" y="4572"/>
                  </a:lnTo>
                  <a:lnTo>
                    <a:pt x="7958836" y="4572"/>
                  </a:lnTo>
                  <a:close/>
                  <a:moveTo>
                    <a:pt x="8009636" y="4572"/>
                  </a:moveTo>
                  <a:lnTo>
                    <a:pt x="8035036" y="4572"/>
                  </a:lnTo>
                  <a:lnTo>
                    <a:pt x="8009636" y="4572"/>
                  </a:lnTo>
                  <a:close/>
                  <a:moveTo>
                    <a:pt x="8060436" y="4572"/>
                  </a:moveTo>
                  <a:lnTo>
                    <a:pt x="8085836" y="4572"/>
                  </a:lnTo>
                  <a:lnTo>
                    <a:pt x="8060436" y="4572"/>
                  </a:lnTo>
                  <a:close/>
                  <a:moveTo>
                    <a:pt x="8111236" y="4572"/>
                  </a:moveTo>
                  <a:lnTo>
                    <a:pt x="8136636" y="4572"/>
                  </a:lnTo>
                  <a:lnTo>
                    <a:pt x="8111236" y="4572"/>
                  </a:lnTo>
                  <a:close/>
                  <a:moveTo>
                    <a:pt x="8162036" y="4572"/>
                  </a:moveTo>
                  <a:lnTo>
                    <a:pt x="8187436" y="4572"/>
                  </a:lnTo>
                  <a:lnTo>
                    <a:pt x="8162036" y="4572"/>
                  </a:lnTo>
                  <a:close/>
                  <a:moveTo>
                    <a:pt x="8212836" y="4572"/>
                  </a:moveTo>
                  <a:lnTo>
                    <a:pt x="8238236" y="4572"/>
                  </a:lnTo>
                  <a:lnTo>
                    <a:pt x="8212836" y="4572"/>
                  </a:lnTo>
                  <a:close/>
                  <a:moveTo>
                    <a:pt x="8263636" y="4572"/>
                  </a:moveTo>
                  <a:lnTo>
                    <a:pt x="8289036" y="4572"/>
                  </a:lnTo>
                  <a:lnTo>
                    <a:pt x="8263636" y="4572"/>
                  </a:lnTo>
                  <a:close/>
                  <a:moveTo>
                    <a:pt x="8314436" y="4572"/>
                  </a:moveTo>
                  <a:lnTo>
                    <a:pt x="8339836" y="4572"/>
                  </a:lnTo>
                  <a:lnTo>
                    <a:pt x="8314436" y="4572"/>
                  </a:lnTo>
                  <a:close/>
                  <a:moveTo>
                    <a:pt x="8365236" y="4572"/>
                  </a:moveTo>
                  <a:lnTo>
                    <a:pt x="8390636" y="4572"/>
                  </a:lnTo>
                  <a:lnTo>
                    <a:pt x="8365236" y="4572"/>
                  </a:lnTo>
                  <a:close/>
                  <a:moveTo>
                    <a:pt x="8416036" y="4572"/>
                  </a:moveTo>
                  <a:lnTo>
                    <a:pt x="8441436" y="4572"/>
                  </a:lnTo>
                  <a:lnTo>
                    <a:pt x="8416036" y="4572"/>
                  </a:lnTo>
                  <a:close/>
                  <a:moveTo>
                    <a:pt x="8466836" y="4572"/>
                  </a:moveTo>
                  <a:lnTo>
                    <a:pt x="8492236" y="4572"/>
                  </a:lnTo>
                  <a:lnTo>
                    <a:pt x="8466836" y="4572"/>
                  </a:lnTo>
                  <a:close/>
                  <a:moveTo>
                    <a:pt x="8517636" y="4572"/>
                  </a:moveTo>
                  <a:lnTo>
                    <a:pt x="8543036" y="4572"/>
                  </a:lnTo>
                  <a:lnTo>
                    <a:pt x="8517636" y="4572"/>
                  </a:lnTo>
                  <a:close/>
                  <a:moveTo>
                    <a:pt x="8568436" y="4572"/>
                  </a:moveTo>
                  <a:lnTo>
                    <a:pt x="8593836" y="4572"/>
                  </a:lnTo>
                  <a:lnTo>
                    <a:pt x="8568436" y="4572"/>
                  </a:lnTo>
                  <a:close/>
                  <a:moveTo>
                    <a:pt x="8619236" y="4572"/>
                  </a:moveTo>
                  <a:lnTo>
                    <a:pt x="8644636" y="4572"/>
                  </a:lnTo>
                  <a:lnTo>
                    <a:pt x="8619236" y="4572"/>
                  </a:lnTo>
                  <a:close/>
                  <a:moveTo>
                    <a:pt x="8670036" y="4572"/>
                  </a:moveTo>
                  <a:lnTo>
                    <a:pt x="8695436" y="4572"/>
                  </a:lnTo>
                  <a:lnTo>
                    <a:pt x="8670036" y="4572"/>
                  </a:lnTo>
                  <a:close/>
                  <a:moveTo>
                    <a:pt x="8720836" y="4572"/>
                  </a:moveTo>
                  <a:lnTo>
                    <a:pt x="8746236" y="4572"/>
                  </a:lnTo>
                  <a:lnTo>
                    <a:pt x="8720836" y="4572"/>
                  </a:lnTo>
                  <a:close/>
                  <a:moveTo>
                    <a:pt x="8771636" y="4572"/>
                  </a:moveTo>
                  <a:lnTo>
                    <a:pt x="8797036" y="4572"/>
                  </a:lnTo>
                  <a:lnTo>
                    <a:pt x="8771636" y="4572"/>
                  </a:lnTo>
                  <a:close/>
                  <a:moveTo>
                    <a:pt x="8822436" y="4572"/>
                  </a:moveTo>
                  <a:lnTo>
                    <a:pt x="8847836" y="4572"/>
                  </a:lnTo>
                  <a:lnTo>
                    <a:pt x="8822436" y="4572"/>
                  </a:lnTo>
                  <a:close/>
                  <a:moveTo>
                    <a:pt x="8873236" y="4572"/>
                  </a:moveTo>
                  <a:lnTo>
                    <a:pt x="8898636" y="4572"/>
                  </a:lnTo>
                  <a:lnTo>
                    <a:pt x="8873236" y="4572"/>
                  </a:lnTo>
                  <a:close/>
                  <a:moveTo>
                    <a:pt x="8924036" y="4572"/>
                  </a:moveTo>
                  <a:lnTo>
                    <a:pt x="8949436" y="4572"/>
                  </a:lnTo>
                  <a:lnTo>
                    <a:pt x="8924036" y="4572"/>
                  </a:lnTo>
                  <a:close/>
                  <a:moveTo>
                    <a:pt x="8974836" y="4572"/>
                  </a:moveTo>
                  <a:lnTo>
                    <a:pt x="9000236" y="4572"/>
                  </a:lnTo>
                  <a:lnTo>
                    <a:pt x="8974836" y="4572"/>
                  </a:lnTo>
                  <a:close/>
                  <a:moveTo>
                    <a:pt x="9025636" y="4572"/>
                  </a:moveTo>
                  <a:lnTo>
                    <a:pt x="9051036" y="4572"/>
                  </a:lnTo>
                  <a:lnTo>
                    <a:pt x="9025636" y="4572"/>
                  </a:lnTo>
                  <a:close/>
                  <a:moveTo>
                    <a:pt x="9076436" y="4572"/>
                  </a:moveTo>
                  <a:lnTo>
                    <a:pt x="9101836" y="4572"/>
                  </a:lnTo>
                  <a:lnTo>
                    <a:pt x="9076436" y="4572"/>
                  </a:lnTo>
                  <a:close/>
                  <a:moveTo>
                    <a:pt x="9127236" y="4572"/>
                  </a:moveTo>
                  <a:lnTo>
                    <a:pt x="9152636" y="4572"/>
                  </a:lnTo>
                  <a:lnTo>
                    <a:pt x="9127236" y="4572"/>
                  </a:lnTo>
                  <a:close/>
                  <a:moveTo>
                    <a:pt x="9178036" y="4572"/>
                  </a:moveTo>
                  <a:lnTo>
                    <a:pt x="9203436" y="4572"/>
                  </a:lnTo>
                  <a:lnTo>
                    <a:pt x="9178036" y="4572"/>
                  </a:lnTo>
                  <a:close/>
                  <a:moveTo>
                    <a:pt x="9228836" y="4572"/>
                  </a:moveTo>
                  <a:lnTo>
                    <a:pt x="9254236" y="4572"/>
                  </a:lnTo>
                  <a:lnTo>
                    <a:pt x="9228836" y="4572"/>
                  </a:lnTo>
                  <a:close/>
                  <a:moveTo>
                    <a:pt x="9279636" y="4572"/>
                  </a:moveTo>
                  <a:lnTo>
                    <a:pt x="9305036" y="4572"/>
                  </a:lnTo>
                  <a:lnTo>
                    <a:pt x="9279636" y="4572"/>
                  </a:lnTo>
                  <a:close/>
                  <a:moveTo>
                    <a:pt x="9330436" y="4572"/>
                  </a:moveTo>
                  <a:lnTo>
                    <a:pt x="9355836" y="4572"/>
                  </a:lnTo>
                  <a:lnTo>
                    <a:pt x="9330436" y="4572"/>
                  </a:lnTo>
                  <a:close/>
                  <a:moveTo>
                    <a:pt x="9381236" y="4572"/>
                  </a:moveTo>
                  <a:lnTo>
                    <a:pt x="9406636" y="4572"/>
                  </a:lnTo>
                  <a:lnTo>
                    <a:pt x="9381236" y="4572"/>
                  </a:lnTo>
                  <a:close/>
                  <a:moveTo>
                    <a:pt x="9432036" y="4572"/>
                  </a:moveTo>
                  <a:lnTo>
                    <a:pt x="9457436" y="4572"/>
                  </a:lnTo>
                  <a:lnTo>
                    <a:pt x="9432036" y="4572"/>
                  </a:lnTo>
                  <a:close/>
                  <a:moveTo>
                    <a:pt x="9482836" y="4572"/>
                  </a:moveTo>
                  <a:lnTo>
                    <a:pt x="9508236" y="4572"/>
                  </a:lnTo>
                  <a:lnTo>
                    <a:pt x="9482836" y="4572"/>
                  </a:lnTo>
                  <a:close/>
                  <a:moveTo>
                    <a:pt x="9533636" y="4572"/>
                  </a:moveTo>
                  <a:lnTo>
                    <a:pt x="9559036" y="4572"/>
                  </a:lnTo>
                  <a:lnTo>
                    <a:pt x="9533636" y="4572"/>
                  </a:lnTo>
                  <a:close/>
                  <a:moveTo>
                    <a:pt x="9584436" y="4572"/>
                  </a:moveTo>
                  <a:lnTo>
                    <a:pt x="9609836" y="4572"/>
                  </a:lnTo>
                  <a:lnTo>
                    <a:pt x="9584436" y="4572"/>
                  </a:lnTo>
                  <a:close/>
                  <a:moveTo>
                    <a:pt x="9635236" y="4572"/>
                  </a:moveTo>
                  <a:lnTo>
                    <a:pt x="9660636" y="4572"/>
                  </a:lnTo>
                  <a:lnTo>
                    <a:pt x="9635236" y="4572"/>
                  </a:lnTo>
                  <a:close/>
                  <a:moveTo>
                    <a:pt x="9686036" y="4572"/>
                  </a:moveTo>
                  <a:lnTo>
                    <a:pt x="9711436" y="4572"/>
                  </a:lnTo>
                  <a:lnTo>
                    <a:pt x="9686036" y="4572"/>
                  </a:lnTo>
                  <a:close/>
                  <a:moveTo>
                    <a:pt x="9736836" y="4572"/>
                  </a:moveTo>
                  <a:lnTo>
                    <a:pt x="9762236" y="4572"/>
                  </a:lnTo>
                  <a:lnTo>
                    <a:pt x="9736836" y="4572"/>
                  </a:lnTo>
                  <a:close/>
                  <a:moveTo>
                    <a:pt x="9787636" y="4572"/>
                  </a:moveTo>
                  <a:lnTo>
                    <a:pt x="9813036" y="4572"/>
                  </a:lnTo>
                  <a:lnTo>
                    <a:pt x="9787636" y="4572"/>
                  </a:lnTo>
                  <a:close/>
                  <a:moveTo>
                    <a:pt x="9838436" y="4572"/>
                  </a:moveTo>
                  <a:lnTo>
                    <a:pt x="9863836" y="4572"/>
                  </a:lnTo>
                  <a:lnTo>
                    <a:pt x="9838436" y="4572"/>
                  </a:lnTo>
                  <a:close/>
                  <a:moveTo>
                    <a:pt x="9889236" y="4572"/>
                  </a:moveTo>
                  <a:lnTo>
                    <a:pt x="9914636" y="4572"/>
                  </a:lnTo>
                  <a:lnTo>
                    <a:pt x="9889236" y="4572"/>
                  </a:lnTo>
                  <a:close/>
                  <a:moveTo>
                    <a:pt x="9940036" y="4572"/>
                  </a:moveTo>
                  <a:lnTo>
                    <a:pt x="9965436" y="4572"/>
                  </a:lnTo>
                  <a:lnTo>
                    <a:pt x="9940036" y="4572"/>
                  </a:lnTo>
                  <a:close/>
                  <a:moveTo>
                    <a:pt x="9990836" y="4572"/>
                  </a:moveTo>
                  <a:lnTo>
                    <a:pt x="10016236" y="4572"/>
                  </a:lnTo>
                  <a:lnTo>
                    <a:pt x="9990836" y="4572"/>
                  </a:lnTo>
                  <a:close/>
                  <a:moveTo>
                    <a:pt x="10041636" y="4572"/>
                  </a:moveTo>
                  <a:lnTo>
                    <a:pt x="10067036" y="4572"/>
                  </a:lnTo>
                  <a:lnTo>
                    <a:pt x="10041636" y="4572"/>
                  </a:lnTo>
                  <a:close/>
                  <a:moveTo>
                    <a:pt x="10092436" y="4572"/>
                  </a:moveTo>
                  <a:lnTo>
                    <a:pt x="10117836" y="4572"/>
                  </a:lnTo>
                  <a:lnTo>
                    <a:pt x="10092436" y="4572"/>
                  </a:lnTo>
                  <a:close/>
                  <a:moveTo>
                    <a:pt x="10143236" y="4572"/>
                  </a:moveTo>
                  <a:lnTo>
                    <a:pt x="10168636" y="4572"/>
                  </a:lnTo>
                  <a:lnTo>
                    <a:pt x="10143236" y="4572"/>
                  </a:lnTo>
                  <a:close/>
                  <a:moveTo>
                    <a:pt x="10194036" y="4572"/>
                  </a:moveTo>
                  <a:lnTo>
                    <a:pt x="10219436" y="4572"/>
                  </a:lnTo>
                  <a:lnTo>
                    <a:pt x="10194036" y="4572"/>
                  </a:lnTo>
                  <a:close/>
                  <a:moveTo>
                    <a:pt x="10244836" y="4572"/>
                  </a:moveTo>
                  <a:lnTo>
                    <a:pt x="10270236" y="4572"/>
                  </a:lnTo>
                  <a:lnTo>
                    <a:pt x="10244836" y="4572"/>
                  </a:lnTo>
                  <a:close/>
                  <a:moveTo>
                    <a:pt x="10295636" y="4572"/>
                  </a:moveTo>
                  <a:lnTo>
                    <a:pt x="10321036" y="4572"/>
                  </a:lnTo>
                  <a:lnTo>
                    <a:pt x="10295636" y="4572"/>
                  </a:lnTo>
                  <a:close/>
                  <a:moveTo>
                    <a:pt x="10335768" y="19812"/>
                  </a:moveTo>
                  <a:lnTo>
                    <a:pt x="10335768" y="45212"/>
                  </a:lnTo>
                  <a:lnTo>
                    <a:pt x="10331196" y="45212"/>
                  </a:lnTo>
                  <a:lnTo>
                    <a:pt x="10331196" y="19812"/>
                  </a:lnTo>
                  <a:close/>
                  <a:moveTo>
                    <a:pt x="10331196" y="70612"/>
                  </a:moveTo>
                  <a:lnTo>
                    <a:pt x="10331196" y="96012"/>
                  </a:lnTo>
                  <a:lnTo>
                    <a:pt x="10326624" y="96012"/>
                  </a:lnTo>
                  <a:lnTo>
                    <a:pt x="10326624" y="70612"/>
                  </a:lnTo>
                  <a:close/>
                  <a:moveTo>
                    <a:pt x="10326624" y="121412"/>
                  </a:moveTo>
                  <a:lnTo>
                    <a:pt x="10326624" y="146812"/>
                  </a:lnTo>
                  <a:lnTo>
                    <a:pt x="10322052" y="146812"/>
                  </a:lnTo>
                  <a:lnTo>
                    <a:pt x="10322052" y="121412"/>
                  </a:lnTo>
                  <a:close/>
                  <a:moveTo>
                    <a:pt x="10322052" y="172212"/>
                  </a:moveTo>
                  <a:lnTo>
                    <a:pt x="10322052" y="197612"/>
                  </a:lnTo>
                  <a:lnTo>
                    <a:pt x="10317480" y="197612"/>
                  </a:lnTo>
                  <a:lnTo>
                    <a:pt x="10317480" y="172212"/>
                  </a:lnTo>
                  <a:close/>
                  <a:moveTo>
                    <a:pt x="10317480" y="223012"/>
                  </a:moveTo>
                  <a:lnTo>
                    <a:pt x="10317480" y="248412"/>
                  </a:lnTo>
                  <a:lnTo>
                    <a:pt x="10312908" y="248412"/>
                  </a:lnTo>
                  <a:lnTo>
                    <a:pt x="10312908" y="223012"/>
                  </a:lnTo>
                  <a:close/>
                  <a:moveTo>
                    <a:pt x="10312908" y="273812"/>
                  </a:moveTo>
                  <a:lnTo>
                    <a:pt x="10312908" y="299212"/>
                  </a:lnTo>
                  <a:lnTo>
                    <a:pt x="10308336" y="299212"/>
                  </a:lnTo>
                  <a:lnTo>
                    <a:pt x="10308336" y="273812"/>
                  </a:lnTo>
                  <a:close/>
                  <a:moveTo>
                    <a:pt x="10308336" y="324612"/>
                  </a:moveTo>
                  <a:lnTo>
                    <a:pt x="10308336" y="350012"/>
                  </a:lnTo>
                  <a:lnTo>
                    <a:pt x="10303764" y="350012"/>
                  </a:lnTo>
                  <a:lnTo>
                    <a:pt x="10303764" y="324612"/>
                  </a:lnTo>
                  <a:close/>
                  <a:moveTo>
                    <a:pt x="10303764" y="375412"/>
                  </a:moveTo>
                  <a:lnTo>
                    <a:pt x="10303764" y="400812"/>
                  </a:lnTo>
                  <a:lnTo>
                    <a:pt x="10299192" y="400812"/>
                  </a:lnTo>
                  <a:lnTo>
                    <a:pt x="10299192" y="375412"/>
                  </a:lnTo>
                  <a:close/>
                  <a:moveTo>
                    <a:pt x="10299192" y="426212"/>
                  </a:moveTo>
                  <a:lnTo>
                    <a:pt x="10299192" y="451612"/>
                  </a:lnTo>
                  <a:lnTo>
                    <a:pt x="10294620" y="451612"/>
                  </a:lnTo>
                  <a:lnTo>
                    <a:pt x="10294620" y="426212"/>
                  </a:lnTo>
                  <a:close/>
                  <a:moveTo>
                    <a:pt x="10294620" y="477012"/>
                  </a:moveTo>
                  <a:lnTo>
                    <a:pt x="10294620" y="502412"/>
                  </a:lnTo>
                  <a:lnTo>
                    <a:pt x="10290048" y="502412"/>
                  </a:lnTo>
                  <a:lnTo>
                    <a:pt x="10290048" y="477012"/>
                  </a:lnTo>
                  <a:close/>
                  <a:moveTo>
                    <a:pt x="10290048" y="527812"/>
                  </a:moveTo>
                  <a:lnTo>
                    <a:pt x="10290048" y="553212"/>
                  </a:lnTo>
                  <a:lnTo>
                    <a:pt x="10285476" y="553212"/>
                  </a:lnTo>
                  <a:lnTo>
                    <a:pt x="10285476" y="527812"/>
                  </a:lnTo>
                  <a:close/>
                  <a:moveTo>
                    <a:pt x="10285476" y="578612"/>
                  </a:moveTo>
                  <a:lnTo>
                    <a:pt x="10285476" y="604012"/>
                  </a:lnTo>
                  <a:lnTo>
                    <a:pt x="10280904" y="604012"/>
                  </a:lnTo>
                  <a:lnTo>
                    <a:pt x="10280904" y="578612"/>
                  </a:lnTo>
                  <a:close/>
                  <a:moveTo>
                    <a:pt x="10280904" y="629412"/>
                  </a:moveTo>
                  <a:lnTo>
                    <a:pt x="10280904" y="654812"/>
                  </a:lnTo>
                  <a:lnTo>
                    <a:pt x="10276332" y="654812"/>
                  </a:lnTo>
                  <a:lnTo>
                    <a:pt x="10276332" y="629412"/>
                  </a:lnTo>
                  <a:close/>
                  <a:moveTo>
                    <a:pt x="10276332" y="680212"/>
                  </a:moveTo>
                  <a:lnTo>
                    <a:pt x="10276332" y="705612"/>
                  </a:lnTo>
                  <a:lnTo>
                    <a:pt x="10271760" y="705612"/>
                  </a:lnTo>
                  <a:lnTo>
                    <a:pt x="10271760" y="680212"/>
                  </a:lnTo>
                  <a:close/>
                  <a:moveTo>
                    <a:pt x="10271760" y="731012"/>
                  </a:moveTo>
                  <a:lnTo>
                    <a:pt x="10271760" y="756412"/>
                  </a:lnTo>
                  <a:lnTo>
                    <a:pt x="10267188" y="756412"/>
                  </a:lnTo>
                  <a:lnTo>
                    <a:pt x="10267188" y="731012"/>
                  </a:lnTo>
                  <a:close/>
                  <a:moveTo>
                    <a:pt x="10267188" y="781812"/>
                  </a:moveTo>
                  <a:lnTo>
                    <a:pt x="10267188" y="807212"/>
                  </a:lnTo>
                  <a:lnTo>
                    <a:pt x="10262616" y="807212"/>
                  </a:lnTo>
                  <a:lnTo>
                    <a:pt x="10262616" y="781812"/>
                  </a:lnTo>
                  <a:close/>
                  <a:moveTo>
                    <a:pt x="10262616" y="832612"/>
                  </a:moveTo>
                  <a:lnTo>
                    <a:pt x="10262616" y="858012"/>
                  </a:lnTo>
                  <a:lnTo>
                    <a:pt x="10258044" y="858012"/>
                  </a:lnTo>
                  <a:lnTo>
                    <a:pt x="10258044" y="832612"/>
                  </a:lnTo>
                  <a:close/>
                  <a:moveTo>
                    <a:pt x="10258044" y="883412"/>
                  </a:moveTo>
                  <a:lnTo>
                    <a:pt x="10258044" y="908812"/>
                  </a:lnTo>
                  <a:lnTo>
                    <a:pt x="10253472" y="908812"/>
                  </a:lnTo>
                  <a:lnTo>
                    <a:pt x="10253472" y="883412"/>
                  </a:lnTo>
                  <a:close/>
                  <a:moveTo>
                    <a:pt x="10253472" y="934212"/>
                  </a:moveTo>
                  <a:lnTo>
                    <a:pt x="10253472" y="959612"/>
                  </a:lnTo>
                  <a:lnTo>
                    <a:pt x="10248900" y="959612"/>
                  </a:lnTo>
                  <a:lnTo>
                    <a:pt x="10248900" y="934212"/>
                  </a:lnTo>
                  <a:close/>
                  <a:moveTo>
                    <a:pt x="10248900" y="985012"/>
                  </a:moveTo>
                  <a:lnTo>
                    <a:pt x="10248900" y="1010412"/>
                  </a:lnTo>
                  <a:lnTo>
                    <a:pt x="10244328" y="1010412"/>
                  </a:lnTo>
                  <a:lnTo>
                    <a:pt x="10244328" y="985012"/>
                  </a:lnTo>
                  <a:close/>
                  <a:moveTo>
                    <a:pt x="10244328" y="1035812"/>
                  </a:moveTo>
                  <a:lnTo>
                    <a:pt x="10244328" y="1061212"/>
                  </a:lnTo>
                  <a:lnTo>
                    <a:pt x="10239756" y="1061212"/>
                  </a:lnTo>
                  <a:lnTo>
                    <a:pt x="10239756" y="1035812"/>
                  </a:lnTo>
                  <a:close/>
                  <a:moveTo>
                    <a:pt x="10239756" y="1086612"/>
                  </a:moveTo>
                  <a:lnTo>
                    <a:pt x="10239756" y="1112012"/>
                  </a:lnTo>
                  <a:lnTo>
                    <a:pt x="10235184" y="1112012"/>
                  </a:lnTo>
                  <a:lnTo>
                    <a:pt x="10235184" y="1086612"/>
                  </a:lnTo>
                  <a:close/>
                  <a:moveTo>
                    <a:pt x="10235184" y="1137412"/>
                  </a:moveTo>
                  <a:lnTo>
                    <a:pt x="10235184" y="1162812"/>
                  </a:lnTo>
                  <a:lnTo>
                    <a:pt x="10230612" y="1162812"/>
                  </a:lnTo>
                  <a:lnTo>
                    <a:pt x="10230612" y="1137412"/>
                  </a:lnTo>
                  <a:close/>
                  <a:moveTo>
                    <a:pt x="10230612" y="1188212"/>
                  </a:moveTo>
                  <a:lnTo>
                    <a:pt x="10230612" y="1200658"/>
                  </a:lnTo>
                  <a:cubicBezTo>
                    <a:pt x="10230612" y="1201928"/>
                    <a:pt x="10229596" y="1202944"/>
                    <a:pt x="10228326" y="1202944"/>
                  </a:cubicBezTo>
                  <a:lnTo>
                    <a:pt x="10215372" y="1202944"/>
                  </a:lnTo>
                  <a:lnTo>
                    <a:pt x="10215372" y="1193800"/>
                  </a:lnTo>
                  <a:lnTo>
                    <a:pt x="10228326" y="1193800"/>
                  </a:lnTo>
                  <a:lnTo>
                    <a:pt x="10228326" y="1196086"/>
                  </a:lnTo>
                  <a:lnTo>
                    <a:pt x="10226040" y="1196086"/>
                  </a:lnTo>
                  <a:lnTo>
                    <a:pt x="10226040" y="1183640"/>
                  </a:lnTo>
                  <a:close/>
                  <a:moveTo>
                    <a:pt x="10185400" y="1198372"/>
                  </a:moveTo>
                  <a:lnTo>
                    <a:pt x="10160000" y="1198372"/>
                  </a:lnTo>
                  <a:lnTo>
                    <a:pt x="10160000" y="1193800"/>
                  </a:lnTo>
                  <a:lnTo>
                    <a:pt x="10185400" y="1193800"/>
                  </a:lnTo>
                  <a:close/>
                  <a:moveTo>
                    <a:pt x="10134600" y="1193800"/>
                  </a:moveTo>
                  <a:lnTo>
                    <a:pt x="10109200" y="1193800"/>
                  </a:lnTo>
                  <a:lnTo>
                    <a:pt x="10134600" y="1193800"/>
                  </a:lnTo>
                  <a:close/>
                  <a:moveTo>
                    <a:pt x="10083800" y="1193800"/>
                  </a:moveTo>
                  <a:lnTo>
                    <a:pt x="10058400" y="1193800"/>
                  </a:lnTo>
                  <a:lnTo>
                    <a:pt x="10083800" y="1193800"/>
                  </a:lnTo>
                  <a:close/>
                  <a:moveTo>
                    <a:pt x="10033000" y="1193800"/>
                  </a:moveTo>
                  <a:lnTo>
                    <a:pt x="10007600" y="1193800"/>
                  </a:lnTo>
                  <a:lnTo>
                    <a:pt x="10033000" y="1193800"/>
                  </a:lnTo>
                  <a:close/>
                  <a:moveTo>
                    <a:pt x="9982200" y="1193800"/>
                  </a:moveTo>
                  <a:lnTo>
                    <a:pt x="9956800" y="1193800"/>
                  </a:lnTo>
                  <a:lnTo>
                    <a:pt x="9982200" y="1193800"/>
                  </a:lnTo>
                  <a:close/>
                  <a:moveTo>
                    <a:pt x="9931400" y="1193800"/>
                  </a:moveTo>
                  <a:lnTo>
                    <a:pt x="9906000" y="1193800"/>
                  </a:lnTo>
                  <a:lnTo>
                    <a:pt x="9931400" y="1193800"/>
                  </a:lnTo>
                  <a:close/>
                  <a:moveTo>
                    <a:pt x="9880600" y="1193800"/>
                  </a:moveTo>
                  <a:lnTo>
                    <a:pt x="9855200" y="1193800"/>
                  </a:lnTo>
                  <a:lnTo>
                    <a:pt x="9880600" y="1193800"/>
                  </a:lnTo>
                  <a:close/>
                  <a:moveTo>
                    <a:pt x="9829800" y="1193800"/>
                  </a:moveTo>
                  <a:lnTo>
                    <a:pt x="9804400" y="1193800"/>
                  </a:lnTo>
                  <a:lnTo>
                    <a:pt x="9829800" y="1193800"/>
                  </a:lnTo>
                  <a:close/>
                  <a:moveTo>
                    <a:pt x="9779000" y="1193800"/>
                  </a:moveTo>
                  <a:lnTo>
                    <a:pt x="9753600" y="1193800"/>
                  </a:lnTo>
                  <a:lnTo>
                    <a:pt x="9779000" y="1193800"/>
                  </a:lnTo>
                  <a:close/>
                  <a:moveTo>
                    <a:pt x="9728200" y="1193800"/>
                  </a:moveTo>
                  <a:lnTo>
                    <a:pt x="9702800" y="1193800"/>
                  </a:lnTo>
                  <a:lnTo>
                    <a:pt x="9728200" y="1193800"/>
                  </a:lnTo>
                  <a:close/>
                  <a:moveTo>
                    <a:pt x="9677400" y="1193800"/>
                  </a:moveTo>
                  <a:lnTo>
                    <a:pt x="9652000" y="1193800"/>
                  </a:lnTo>
                  <a:lnTo>
                    <a:pt x="9677400" y="1193800"/>
                  </a:lnTo>
                  <a:close/>
                  <a:moveTo>
                    <a:pt x="9626600" y="1193800"/>
                  </a:moveTo>
                  <a:lnTo>
                    <a:pt x="9601200" y="1193800"/>
                  </a:lnTo>
                  <a:lnTo>
                    <a:pt x="9626600" y="1193800"/>
                  </a:lnTo>
                  <a:close/>
                  <a:moveTo>
                    <a:pt x="9575800" y="1193800"/>
                  </a:moveTo>
                  <a:lnTo>
                    <a:pt x="9550400" y="1193800"/>
                  </a:lnTo>
                  <a:lnTo>
                    <a:pt x="9575800" y="1193800"/>
                  </a:lnTo>
                  <a:close/>
                  <a:moveTo>
                    <a:pt x="9525000" y="1193800"/>
                  </a:moveTo>
                  <a:lnTo>
                    <a:pt x="9499600" y="1193800"/>
                  </a:lnTo>
                  <a:lnTo>
                    <a:pt x="9525000" y="1193800"/>
                  </a:lnTo>
                  <a:close/>
                  <a:moveTo>
                    <a:pt x="9474200" y="1193800"/>
                  </a:moveTo>
                  <a:lnTo>
                    <a:pt x="9448800" y="1193800"/>
                  </a:lnTo>
                  <a:lnTo>
                    <a:pt x="9474200" y="1193800"/>
                  </a:lnTo>
                  <a:close/>
                  <a:moveTo>
                    <a:pt x="9423400" y="1193800"/>
                  </a:moveTo>
                  <a:lnTo>
                    <a:pt x="9398000" y="1193800"/>
                  </a:lnTo>
                  <a:lnTo>
                    <a:pt x="9423400" y="1193800"/>
                  </a:lnTo>
                  <a:close/>
                  <a:moveTo>
                    <a:pt x="9372600" y="1193800"/>
                  </a:moveTo>
                  <a:lnTo>
                    <a:pt x="9347200" y="1193800"/>
                  </a:lnTo>
                  <a:lnTo>
                    <a:pt x="9372600" y="1193800"/>
                  </a:lnTo>
                  <a:close/>
                  <a:moveTo>
                    <a:pt x="9321800" y="1193800"/>
                  </a:moveTo>
                  <a:lnTo>
                    <a:pt x="9296400" y="1193800"/>
                  </a:lnTo>
                  <a:lnTo>
                    <a:pt x="9321800" y="1193800"/>
                  </a:lnTo>
                  <a:close/>
                  <a:moveTo>
                    <a:pt x="9271000" y="1193800"/>
                  </a:moveTo>
                  <a:lnTo>
                    <a:pt x="9245600" y="1193800"/>
                  </a:lnTo>
                  <a:lnTo>
                    <a:pt x="9271000" y="1193800"/>
                  </a:lnTo>
                  <a:close/>
                  <a:moveTo>
                    <a:pt x="9220200" y="1193800"/>
                  </a:moveTo>
                  <a:lnTo>
                    <a:pt x="9194800" y="1193800"/>
                  </a:lnTo>
                  <a:lnTo>
                    <a:pt x="9220200" y="1193800"/>
                  </a:lnTo>
                  <a:close/>
                  <a:moveTo>
                    <a:pt x="9169400" y="1193800"/>
                  </a:moveTo>
                  <a:lnTo>
                    <a:pt x="9144000" y="1193800"/>
                  </a:lnTo>
                  <a:lnTo>
                    <a:pt x="9169400" y="1193800"/>
                  </a:lnTo>
                  <a:close/>
                  <a:moveTo>
                    <a:pt x="9118600" y="1193800"/>
                  </a:moveTo>
                  <a:lnTo>
                    <a:pt x="9093200" y="1193800"/>
                  </a:lnTo>
                  <a:lnTo>
                    <a:pt x="9118600" y="1193800"/>
                  </a:lnTo>
                  <a:close/>
                  <a:moveTo>
                    <a:pt x="9067800" y="1193800"/>
                  </a:moveTo>
                  <a:lnTo>
                    <a:pt x="9042400" y="1193800"/>
                  </a:lnTo>
                  <a:lnTo>
                    <a:pt x="9067800" y="1193800"/>
                  </a:lnTo>
                  <a:close/>
                  <a:moveTo>
                    <a:pt x="9017000" y="1193800"/>
                  </a:moveTo>
                  <a:lnTo>
                    <a:pt x="8991600" y="1193800"/>
                  </a:lnTo>
                  <a:lnTo>
                    <a:pt x="9017000" y="1193800"/>
                  </a:lnTo>
                  <a:close/>
                  <a:moveTo>
                    <a:pt x="8966200" y="1193800"/>
                  </a:moveTo>
                  <a:lnTo>
                    <a:pt x="8940800" y="1193800"/>
                  </a:lnTo>
                  <a:lnTo>
                    <a:pt x="8966200" y="1193800"/>
                  </a:lnTo>
                  <a:close/>
                  <a:moveTo>
                    <a:pt x="8915400" y="1193800"/>
                  </a:moveTo>
                  <a:lnTo>
                    <a:pt x="8890000" y="1193800"/>
                  </a:lnTo>
                  <a:lnTo>
                    <a:pt x="8915400" y="1193800"/>
                  </a:lnTo>
                  <a:close/>
                  <a:moveTo>
                    <a:pt x="8864600" y="1193800"/>
                  </a:moveTo>
                  <a:lnTo>
                    <a:pt x="8839200" y="1193800"/>
                  </a:lnTo>
                  <a:lnTo>
                    <a:pt x="8864600" y="1193800"/>
                  </a:lnTo>
                  <a:close/>
                  <a:moveTo>
                    <a:pt x="8813800" y="1193800"/>
                  </a:moveTo>
                  <a:lnTo>
                    <a:pt x="8788400" y="1193800"/>
                  </a:lnTo>
                  <a:lnTo>
                    <a:pt x="8813800" y="1193800"/>
                  </a:lnTo>
                  <a:close/>
                  <a:moveTo>
                    <a:pt x="8763000" y="1193800"/>
                  </a:moveTo>
                  <a:lnTo>
                    <a:pt x="8737600" y="1193800"/>
                  </a:lnTo>
                  <a:lnTo>
                    <a:pt x="8763000" y="1193800"/>
                  </a:lnTo>
                  <a:close/>
                  <a:moveTo>
                    <a:pt x="8712200" y="1193800"/>
                  </a:moveTo>
                  <a:lnTo>
                    <a:pt x="8686800" y="1193800"/>
                  </a:lnTo>
                  <a:lnTo>
                    <a:pt x="8712200" y="1193800"/>
                  </a:lnTo>
                  <a:close/>
                  <a:moveTo>
                    <a:pt x="8661400" y="1193800"/>
                  </a:moveTo>
                  <a:lnTo>
                    <a:pt x="8636000" y="1193800"/>
                  </a:lnTo>
                  <a:lnTo>
                    <a:pt x="8661400" y="1193800"/>
                  </a:lnTo>
                  <a:close/>
                  <a:moveTo>
                    <a:pt x="8610600" y="1193800"/>
                  </a:moveTo>
                  <a:lnTo>
                    <a:pt x="8585200" y="1193800"/>
                  </a:lnTo>
                  <a:lnTo>
                    <a:pt x="8610600" y="1193800"/>
                  </a:lnTo>
                  <a:close/>
                  <a:moveTo>
                    <a:pt x="8559800" y="1193800"/>
                  </a:moveTo>
                  <a:lnTo>
                    <a:pt x="8534400" y="1193800"/>
                  </a:lnTo>
                  <a:lnTo>
                    <a:pt x="8559800" y="1193800"/>
                  </a:lnTo>
                  <a:close/>
                  <a:moveTo>
                    <a:pt x="8509000" y="1193800"/>
                  </a:moveTo>
                  <a:lnTo>
                    <a:pt x="8483600" y="1193800"/>
                  </a:lnTo>
                  <a:lnTo>
                    <a:pt x="8509000" y="1193800"/>
                  </a:lnTo>
                  <a:close/>
                  <a:moveTo>
                    <a:pt x="8458200" y="1193800"/>
                  </a:moveTo>
                  <a:lnTo>
                    <a:pt x="8432800" y="1193800"/>
                  </a:lnTo>
                  <a:lnTo>
                    <a:pt x="8458200" y="1193800"/>
                  </a:lnTo>
                  <a:close/>
                  <a:moveTo>
                    <a:pt x="8407400" y="1193800"/>
                  </a:moveTo>
                  <a:lnTo>
                    <a:pt x="8382000" y="1193800"/>
                  </a:lnTo>
                  <a:lnTo>
                    <a:pt x="8407400" y="1193800"/>
                  </a:lnTo>
                  <a:close/>
                  <a:moveTo>
                    <a:pt x="8356600" y="1193800"/>
                  </a:moveTo>
                  <a:lnTo>
                    <a:pt x="8331200" y="1193800"/>
                  </a:lnTo>
                  <a:lnTo>
                    <a:pt x="8356600" y="1193800"/>
                  </a:lnTo>
                  <a:close/>
                  <a:moveTo>
                    <a:pt x="8305800" y="1193800"/>
                  </a:moveTo>
                  <a:lnTo>
                    <a:pt x="8280400" y="1193800"/>
                  </a:lnTo>
                  <a:lnTo>
                    <a:pt x="8305800" y="1193800"/>
                  </a:lnTo>
                  <a:close/>
                  <a:moveTo>
                    <a:pt x="8255000" y="1193800"/>
                  </a:moveTo>
                  <a:lnTo>
                    <a:pt x="8229600" y="1193800"/>
                  </a:lnTo>
                  <a:lnTo>
                    <a:pt x="8255000" y="1193800"/>
                  </a:lnTo>
                  <a:close/>
                  <a:moveTo>
                    <a:pt x="8204200" y="1193800"/>
                  </a:moveTo>
                  <a:lnTo>
                    <a:pt x="8178800" y="1193800"/>
                  </a:lnTo>
                  <a:lnTo>
                    <a:pt x="8204200" y="1193800"/>
                  </a:lnTo>
                  <a:close/>
                  <a:moveTo>
                    <a:pt x="8153400" y="1193800"/>
                  </a:moveTo>
                  <a:lnTo>
                    <a:pt x="8128000" y="1193800"/>
                  </a:lnTo>
                  <a:lnTo>
                    <a:pt x="8153400" y="1193800"/>
                  </a:lnTo>
                  <a:close/>
                  <a:moveTo>
                    <a:pt x="8102600" y="1193800"/>
                  </a:moveTo>
                  <a:lnTo>
                    <a:pt x="8077200" y="1193800"/>
                  </a:lnTo>
                  <a:lnTo>
                    <a:pt x="8102600" y="1193800"/>
                  </a:lnTo>
                  <a:close/>
                  <a:moveTo>
                    <a:pt x="8051800" y="1193800"/>
                  </a:moveTo>
                  <a:lnTo>
                    <a:pt x="8026400" y="1193800"/>
                  </a:lnTo>
                  <a:lnTo>
                    <a:pt x="8051800" y="1193800"/>
                  </a:lnTo>
                  <a:close/>
                  <a:moveTo>
                    <a:pt x="8001000" y="1193800"/>
                  </a:moveTo>
                  <a:lnTo>
                    <a:pt x="7975600" y="1193800"/>
                  </a:lnTo>
                  <a:lnTo>
                    <a:pt x="8001000" y="1193800"/>
                  </a:lnTo>
                  <a:close/>
                  <a:moveTo>
                    <a:pt x="7950200" y="1193800"/>
                  </a:moveTo>
                  <a:lnTo>
                    <a:pt x="7924800" y="1193800"/>
                  </a:lnTo>
                  <a:lnTo>
                    <a:pt x="7950200" y="1193800"/>
                  </a:lnTo>
                  <a:close/>
                  <a:moveTo>
                    <a:pt x="7899400" y="1193800"/>
                  </a:moveTo>
                  <a:lnTo>
                    <a:pt x="7874000" y="1193800"/>
                  </a:lnTo>
                  <a:lnTo>
                    <a:pt x="7899400" y="1193800"/>
                  </a:lnTo>
                  <a:close/>
                  <a:moveTo>
                    <a:pt x="7848600" y="1193800"/>
                  </a:moveTo>
                  <a:lnTo>
                    <a:pt x="7823200" y="1193800"/>
                  </a:lnTo>
                  <a:lnTo>
                    <a:pt x="7848600" y="1193800"/>
                  </a:lnTo>
                  <a:close/>
                  <a:moveTo>
                    <a:pt x="7797800" y="1193800"/>
                  </a:moveTo>
                  <a:lnTo>
                    <a:pt x="7772400" y="1193800"/>
                  </a:lnTo>
                  <a:lnTo>
                    <a:pt x="7797800" y="1193800"/>
                  </a:lnTo>
                  <a:close/>
                  <a:moveTo>
                    <a:pt x="7747000" y="1193800"/>
                  </a:moveTo>
                  <a:lnTo>
                    <a:pt x="7721600" y="1193800"/>
                  </a:lnTo>
                  <a:lnTo>
                    <a:pt x="7747000" y="1193800"/>
                  </a:lnTo>
                  <a:close/>
                  <a:moveTo>
                    <a:pt x="7696200" y="1193800"/>
                  </a:moveTo>
                  <a:lnTo>
                    <a:pt x="7670800" y="1193800"/>
                  </a:lnTo>
                  <a:lnTo>
                    <a:pt x="7696200" y="1193800"/>
                  </a:lnTo>
                  <a:close/>
                  <a:moveTo>
                    <a:pt x="7645400" y="1193800"/>
                  </a:moveTo>
                  <a:lnTo>
                    <a:pt x="7620000" y="1193800"/>
                  </a:lnTo>
                  <a:lnTo>
                    <a:pt x="7645400" y="1193800"/>
                  </a:lnTo>
                  <a:close/>
                  <a:moveTo>
                    <a:pt x="7594600" y="1193800"/>
                  </a:moveTo>
                  <a:lnTo>
                    <a:pt x="7569200" y="1193800"/>
                  </a:lnTo>
                  <a:lnTo>
                    <a:pt x="7594600" y="1193800"/>
                  </a:lnTo>
                  <a:close/>
                  <a:moveTo>
                    <a:pt x="7543800" y="1193800"/>
                  </a:moveTo>
                  <a:lnTo>
                    <a:pt x="7518400" y="1193800"/>
                  </a:lnTo>
                  <a:lnTo>
                    <a:pt x="7543800" y="1193800"/>
                  </a:lnTo>
                  <a:close/>
                  <a:moveTo>
                    <a:pt x="7493000" y="1193800"/>
                  </a:moveTo>
                  <a:lnTo>
                    <a:pt x="7467600" y="1193800"/>
                  </a:lnTo>
                  <a:lnTo>
                    <a:pt x="7493000" y="1193800"/>
                  </a:lnTo>
                  <a:close/>
                  <a:moveTo>
                    <a:pt x="7442200" y="1193800"/>
                  </a:moveTo>
                  <a:lnTo>
                    <a:pt x="7416800" y="1193800"/>
                  </a:lnTo>
                  <a:lnTo>
                    <a:pt x="7442200" y="1193800"/>
                  </a:lnTo>
                  <a:close/>
                  <a:moveTo>
                    <a:pt x="7391400" y="1193800"/>
                  </a:moveTo>
                  <a:lnTo>
                    <a:pt x="7366000" y="1193800"/>
                  </a:lnTo>
                  <a:lnTo>
                    <a:pt x="7391400" y="1193800"/>
                  </a:lnTo>
                  <a:close/>
                  <a:moveTo>
                    <a:pt x="7340600" y="1193800"/>
                  </a:moveTo>
                  <a:lnTo>
                    <a:pt x="7315200" y="1193800"/>
                  </a:lnTo>
                  <a:lnTo>
                    <a:pt x="7340600" y="1193800"/>
                  </a:lnTo>
                  <a:close/>
                  <a:moveTo>
                    <a:pt x="7289800" y="1193800"/>
                  </a:moveTo>
                  <a:lnTo>
                    <a:pt x="7264400" y="1193800"/>
                  </a:lnTo>
                  <a:lnTo>
                    <a:pt x="7289800" y="1193800"/>
                  </a:lnTo>
                  <a:close/>
                  <a:moveTo>
                    <a:pt x="7239000" y="1193800"/>
                  </a:moveTo>
                  <a:lnTo>
                    <a:pt x="7213600" y="1193800"/>
                  </a:lnTo>
                  <a:lnTo>
                    <a:pt x="7239000" y="1193800"/>
                  </a:lnTo>
                  <a:close/>
                  <a:moveTo>
                    <a:pt x="7188200" y="1193800"/>
                  </a:moveTo>
                  <a:lnTo>
                    <a:pt x="7162800" y="1193800"/>
                  </a:lnTo>
                  <a:lnTo>
                    <a:pt x="7188200" y="1193800"/>
                  </a:lnTo>
                  <a:close/>
                  <a:moveTo>
                    <a:pt x="7137400" y="1193800"/>
                  </a:moveTo>
                  <a:lnTo>
                    <a:pt x="7112000" y="1193800"/>
                  </a:lnTo>
                  <a:lnTo>
                    <a:pt x="7137400" y="1193800"/>
                  </a:lnTo>
                  <a:close/>
                  <a:moveTo>
                    <a:pt x="7086600" y="1193800"/>
                  </a:moveTo>
                  <a:lnTo>
                    <a:pt x="7061200" y="1193800"/>
                  </a:lnTo>
                  <a:lnTo>
                    <a:pt x="7086600" y="1193800"/>
                  </a:lnTo>
                  <a:close/>
                  <a:moveTo>
                    <a:pt x="7035800" y="1193800"/>
                  </a:moveTo>
                  <a:lnTo>
                    <a:pt x="7010400" y="1193800"/>
                  </a:lnTo>
                  <a:lnTo>
                    <a:pt x="7035800" y="1193800"/>
                  </a:lnTo>
                  <a:close/>
                  <a:moveTo>
                    <a:pt x="6985000" y="1193800"/>
                  </a:moveTo>
                  <a:lnTo>
                    <a:pt x="6959600" y="1193800"/>
                  </a:lnTo>
                  <a:lnTo>
                    <a:pt x="6985000" y="1193800"/>
                  </a:lnTo>
                  <a:close/>
                  <a:moveTo>
                    <a:pt x="6934200" y="1193800"/>
                  </a:moveTo>
                  <a:lnTo>
                    <a:pt x="6908800" y="1193800"/>
                  </a:lnTo>
                  <a:lnTo>
                    <a:pt x="6934200" y="1193800"/>
                  </a:lnTo>
                  <a:close/>
                  <a:moveTo>
                    <a:pt x="6883400" y="1193800"/>
                  </a:moveTo>
                  <a:lnTo>
                    <a:pt x="6858000" y="1193800"/>
                  </a:lnTo>
                  <a:lnTo>
                    <a:pt x="6883400" y="1193800"/>
                  </a:lnTo>
                  <a:close/>
                  <a:moveTo>
                    <a:pt x="6832600" y="1193800"/>
                  </a:moveTo>
                  <a:lnTo>
                    <a:pt x="6807200" y="1193800"/>
                  </a:lnTo>
                  <a:lnTo>
                    <a:pt x="6832600" y="1193800"/>
                  </a:lnTo>
                  <a:close/>
                  <a:moveTo>
                    <a:pt x="6781800" y="1193800"/>
                  </a:moveTo>
                  <a:lnTo>
                    <a:pt x="6756400" y="1193800"/>
                  </a:lnTo>
                  <a:lnTo>
                    <a:pt x="6781800" y="1193800"/>
                  </a:lnTo>
                  <a:close/>
                  <a:moveTo>
                    <a:pt x="6731000" y="1193800"/>
                  </a:moveTo>
                  <a:lnTo>
                    <a:pt x="6705600" y="1193800"/>
                  </a:lnTo>
                  <a:lnTo>
                    <a:pt x="6731000" y="1193800"/>
                  </a:lnTo>
                  <a:close/>
                  <a:moveTo>
                    <a:pt x="6680200" y="1193800"/>
                  </a:moveTo>
                  <a:lnTo>
                    <a:pt x="6654800" y="1193800"/>
                  </a:lnTo>
                  <a:lnTo>
                    <a:pt x="6680200" y="1193800"/>
                  </a:lnTo>
                  <a:close/>
                  <a:moveTo>
                    <a:pt x="6629400" y="1193800"/>
                  </a:moveTo>
                  <a:lnTo>
                    <a:pt x="6604000" y="1193800"/>
                  </a:lnTo>
                  <a:lnTo>
                    <a:pt x="6629400" y="1193800"/>
                  </a:lnTo>
                  <a:close/>
                  <a:moveTo>
                    <a:pt x="6578600" y="1193800"/>
                  </a:moveTo>
                  <a:lnTo>
                    <a:pt x="6553200" y="1193800"/>
                  </a:lnTo>
                  <a:lnTo>
                    <a:pt x="6578600" y="1193800"/>
                  </a:lnTo>
                  <a:close/>
                  <a:moveTo>
                    <a:pt x="6527800" y="1193800"/>
                  </a:moveTo>
                  <a:lnTo>
                    <a:pt x="6502400" y="1193800"/>
                  </a:lnTo>
                  <a:lnTo>
                    <a:pt x="6527800" y="1193800"/>
                  </a:lnTo>
                  <a:close/>
                  <a:moveTo>
                    <a:pt x="6477000" y="1193800"/>
                  </a:moveTo>
                  <a:lnTo>
                    <a:pt x="6451600" y="1193800"/>
                  </a:lnTo>
                  <a:lnTo>
                    <a:pt x="6477000" y="1193800"/>
                  </a:lnTo>
                  <a:close/>
                  <a:moveTo>
                    <a:pt x="6426200" y="1193800"/>
                  </a:moveTo>
                  <a:lnTo>
                    <a:pt x="6400800" y="1193800"/>
                  </a:lnTo>
                  <a:lnTo>
                    <a:pt x="6426200" y="1193800"/>
                  </a:lnTo>
                  <a:close/>
                  <a:moveTo>
                    <a:pt x="6375400" y="1193800"/>
                  </a:moveTo>
                  <a:lnTo>
                    <a:pt x="6350000" y="1193800"/>
                  </a:lnTo>
                  <a:lnTo>
                    <a:pt x="6375400" y="1193800"/>
                  </a:lnTo>
                  <a:close/>
                  <a:moveTo>
                    <a:pt x="6324600" y="1193800"/>
                  </a:moveTo>
                  <a:lnTo>
                    <a:pt x="6299200" y="1193800"/>
                  </a:lnTo>
                  <a:lnTo>
                    <a:pt x="6324600" y="1193800"/>
                  </a:lnTo>
                  <a:close/>
                  <a:moveTo>
                    <a:pt x="6273800" y="1193800"/>
                  </a:moveTo>
                  <a:lnTo>
                    <a:pt x="6248400" y="1193800"/>
                  </a:lnTo>
                  <a:lnTo>
                    <a:pt x="6273800" y="1193800"/>
                  </a:lnTo>
                  <a:close/>
                  <a:moveTo>
                    <a:pt x="6223000" y="1193800"/>
                  </a:moveTo>
                  <a:lnTo>
                    <a:pt x="6197600" y="1193800"/>
                  </a:lnTo>
                  <a:lnTo>
                    <a:pt x="6223000" y="1193800"/>
                  </a:lnTo>
                  <a:close/>
                  <a:moveTo>
                    <a:pt x="6172200" y="1193800"/>
                  </a:moveTo>
                  <a:lnTo>
                    <a:pt x="6146800" y="1193800"/>
                  </a:lnTo>
                  <a:lnTo>
                    <a:pt x="6172200" y="1193800"/>
                  </a:lnTo>
                  <a:close/>
                  <a:moveTo>
                    <a:pt x="6121400" y="1193800"/>
                  </a:moveTo>
                  <a:lnTo>
                    <a:pt x="6096000" y="1193800"/>
                  </a:lnTo>
                  <a:lnTo>
                    <a:pt x="6121400" y="1193800"/>
                  </a:lnTo>
                  <a:close/>
                  <a:moveTo>
                    <a:pt x="6070600" y="1193800"/>
                  </a:moveTo>
                  <a:lnTo>
                    <a:pt x="6045200" y="1193800"/>
                  </a:lnTo>
                  <a:lnTo>
                    <a:pt x="6070600" y="1193800"/>
                  </a:lnTo>
                  <a:close/>
                  <a:moveTo>
                    <a:pt x="6019800" y="1193800"/>
                  </a:moveTo>
                  <a:lnTo>
                    <a:pt x="5994400" y="1193800"/>
                  </a:lnTo>
                  <a:lnTo>
                    <a:pt x="6019800" y="1193800"/>
                  </a:lnTo>
                  <a:close/>
                  <a:moveTo>
                    <a:pt x="5969000" y="1193800"/>
                  </a:moveTo>
                  <a:lnTo>
                    <a:pt x="5943600" y="1193800"/>
                  </a:lnTo>
                  <a:lnTo>
                    <a:pt x="5969000" y="1193800"/>
                  </a:lnTo>
                  <a:close/>
                  <a:moveTo>
                    <a:pt x="5918200" y="1193800"/>
                  </a:moveTo>
                  <a:lnTo>
                    <a:pt x="5892800" y="1193800"/>
                  </a:lnTo>
                  <a:lnTo>
                    <a:pt x="5918200" y="1193800"/>
                  </a:lnTo>
                  <a:close/>
                  <a:moveTo>
                    <a:pt x="5867400" y="1193800"/>
                  </a:moveTo>
                  <a:lnTo>
                    <a:pt x="5842000" y="1193800"/>
                  </a:lnTo>
                  <a:lnTo>
                    <a:pt x="5867400" y="1193800"/>
                  </a:lnTo>
                  <a:close/>
                  <a:moveTo>
                    <a:pt x="5816600" y="1193800"/>
                  </a:moveTo>
                  <a:lnTo>
                    <a:pt x="5791200" y="1193800"/>
                  </a:lnTo>
                  <a:lnTo>
                    <a:pt x="5816600" y="1193800"/>
                  </a:lnTo>
                  <a:close/>
                  <a:moveTo>
                    <a:pt x="5765800" y="1193800"/>
                  </a:moveTo>
                  <a:lnTo>
                    <a:pt x="5740400" y="1193800"/>
                  </a:lnTo>
                  <a:lnTo>
                    <a:pt x="5765800" y="1193800"/>
                  </a:lnTo>
                  <a:close/>
                  <a:moveTo>
                    <a:pt x="5715000" y="1193800"/>
                  </a:moveTo>
                  <a:lnTo>
                    <a:pt x="5689600" y="1193800"/>
                  </a:lnTo>
                  <a:lnTo>
                    <a:pt x="5715000" y="1193800"/>
                  </a:lnTo>
                  <a:close/>
                  <a:moveTo>
                    <a:pt x="5664200" y="1193800"/>
                  </a:moveTo>
                  <a:lnTo>
                    <a:pt x="5638800" y="1193800"/>
                  </a:lnTo>
                  <a:lnTo>
                    <a:pt x="5664200" y="1193800"/>
                  </a:lnTo>
                  <a:close/>
                  <a:moveTo>
                    <a:pt x="5613400" y="1193800"/>
                  </a:moveTo>
                  <a:lnTo>
                    <a:pt x="5588000" y="1193800"/>
                  </a:lnTo>
                  <a:lnTo>
                    <a:pt x="5613400" y="1193800"/>
                  </a:lnTo>
                  <a:close/>
                  <a:moveTo>
                    <a:pt x="5562600" y="1193800"/>
                  </a:moveTo>
                  <a:lnTo>
                    <a:pt x="5537200" y="1193800"/>
                  </a:lnTo>
                  <a:lnTo>
                    <a:pt x="5562600" y="1193800"/>
                  </a:lnTo>
                  <a:close/>
                  <a:moveTo>
                    <a:pt x="5511800" y="1193800"/>
                  </a:moveTo>
                  <a:lnTo>
                    <a:pt x="5486400" y="1193800"/>
                  </a:lnTo>
                  <a:lnTo>
                    <a:pt x="5511800" y="1193800"/>
                  </a:lnTo>
                  <a:close/>
                  <a:moveTo>
                    <a:pt x="5461000" y="1193800"/>
                  </a:moveTo>
                  <a:lnTo>
                    <a:pt x="5435600" y="1193800"/>
                  </a:lnTo>
                  <a:lnTo>
                    <a:pt x="5461000" y="1193800"/>
                  </a:lnTo>
                  <a:close/>
                  <a:moveTo>
                    <a:pt x="5410200" y="1193800"/>
                  </a:moveTo>
                  <a:lnTo>
                    <a:pt x="5384800" y="1193800"/>
                  </a:lnTo>
                  <a:lnTo>
                    <a:pt x="5410200" y="1193800"/>
                  </a:lnTo>
                  <a:close/>
                  <a:moveTo>
                    <a:pt x="5359400" y="1193800"/>
                  </a:moveTo>
                  <a:lnTo>
                    <a:pt x="5334000" y="1193800"/>
                  </a:lnTo>
                  <a:lnTo>
                    <a:pt x="5359400" y="1193800"/>
                  </a:lnTo>
                  <a:close/>
                  <a:moveTo>
                    <a:pt x="5308600" y="1193800"/>
                  </a:moveTo>
                  <a:lnTo>
                    <a:pt x="5283200" y="1193800"/>
                  </a:lnTo>
                  <a:lnTo>
                    <a:pt x="5308600" y="1193800"/>
                  </a:lnTo>
                  <a:close/>
                  <a:moveTo>
                    <a:pt x="5257800" y="1193800"/>
                  </a:moveTo>
                  <a:lnTo>
                    <a:pt x="5232400" y="1193800"/>
                  </a:lnTo>
                  <a:lnTo>
                    <a:pt x="5257800" y="1193800"/>
                  </a:lnTo>
                  <a:close/>
                  <a:moveTo>
                    <a:pt x="5207000" y="1193800"/>
                  </a:moveTo>
                  <a:lnTo>
                    <a:pt x="5181600" y="1193800"/>
                  </a:lnTo>
                  <a:lnTo>
                    <a:pt x="5207000" y="1193800"/>
                  </a:lnTo>
                  <a:close/>
                  <a:moveTo>
                    <a:pt x="5156200" y="1193800"/>
                  </a:moveTo>
                  <a:lnTo>
                    <a:pt x="5130800" y="1193800"/>
                  </a:lnTo>
                  <a:lnTo>
                    <a:pt x="5156200" y="1193800"/>
                  </a:lnTo>
                  <a:close/>
                  <a:moveTo>
                    <a:pt x="5105400" y="1193800"/>
                  </a:moveTo>
                  <a:lnTo>
                    <a:pt x="5080000" y="1193800"/>
                  </a:lnTo>
                  <a:lnTo>
                    <a:pt x="5105400" y="1193800"/>
                  </a:lnTo>
                  <a:close/>
                  <a:moveTo>
                    <a:pt x="5054600" y="1193800"/>
                  </a:moveTo>
                  <a:lnTo>
                    <a:pt x="5029200" y="1193800"/>
                  </a:lnTo>
                  <a:lnTo>
                    <a:pt x="5054600" y="1193800"/>
                  </a:lnTo>
                  <a:close/>
                  <a:moveTo>
                    <a:pt x="5003800" y="1193800"/>
                  </a:moveTo>
                  <a:lnTo>
                    <a:pt x="4978400" y="1193800"/>
                  </a:lnTo>
                  <a:lnTo>
                    <a:pt x="5003800" y="1193800"/>
                  </a:lnTo>
                  <a:close/>
                  <a:moveTo>
                    <a:pt x="4953000" y="1193800"/>
                  </a:moveTo>
                  <a:lnTo>
                    <a:pt x="4927600" y="1193800"/>
                  </a:lnTo>
                  <a:lnTo>
                    <a:pt x="4953000" y="1193800"/>
                  </a:lnTo>
                  <a:close/>
                  <a:moveTo>
                    <a:pt x="4902200" y="1193800"/>
                  </a:moveTo>
                  <a:lnTo>
                    <a:pt x="4876800" y="1193800"/>
                  </a:lnTo>
                  <a:lnTo>
                    <a:pt x="4902200" y="1193800"/>
                  </a:lnTo>
                  <a:close/>
                  <a:moveTo>
                    <a:pt x="4851400" y="1193800"/>
                  </a:moveTo>
                  <a:lnTo>
                    <a:pt x="4826000" y="1193800"/>
                  </a:lnTo>
                  <a:lnTo>
                    <a:pt x="4851400" y="1193800"/>
                  </a:lnTo>
                  <a:close/>
                  <a:moveTo>
                    <a:pt x="4800600" y="1193800"/>
                  </a:moveTo>
                  <a:lnTo>
                    <a:pt x="4775200" y="1193800"/>
                  </a:lnTo>
                  <a:lnTo>
                    <a:pt x="4800600" y="1193800"/>
                  </a:lnTo>
                  <a:close/>
                  <a:moveTo>
                    <a:pt x="4749800" y="1193800"/>
                  </a:moveTo>
                  <a:lnTo>
                    <a:pt x="4724400" y="1193800"/>
                  </a:lnTo>
                  <a:lnTo>
                    <a:pt x="4749800" y="1193800"/>
                  </a:lnTo>
                  <a:close/>
                  <a:moveTo>
                    <a:pt x="4699000" y="1193800"/>
                  </a:moveTo>
                  <a:lnTo>
                    <a:pt x="4673600" y="1193800"/>
                  </a:lnTo>
                  <a:lnTo>
                    <a:pt x="4699000" y="1193800"/>
                  </a:lnTo>
                  <a:close/>
                  <a:moveTo>
                    <a:pt x="4648200" y="1193800"/>
                  </a:moveTo>
                  <a:lnTo>
                    <a:pt x="4622800" y="1193800"/>
                  </a:lnTo>
                  <a:lnTo>
                    <a:pt x="4648200" y="1193800"/>
                  </a:lnTo>
                  <a:close/>
                  <a:moveTo>
                    <a:pt x="4597400" y="1193800"/>
                  </a:moveTo>
                  <a:lnTo>
                    <a:pt x="4572000" y="1193800"/>
                  </a:lnTo>
                  <a:lnTo>
                    <a:pt x="4597400" y="1193800"/>
                  </a:lnTo>
                  <a:close/>
                  <a:moveTo>
                    <a:pt x="4546600" y="1193800"/>
                  </a:moveTo>
                  <a:lnTo>
                    <a:pt x="4521200" y="1193800"/>
                  </a:lnTo>
                  <a:lnTo>
                    <a:pt x="4546600" y="1193800"/>
                  </a:lnTo>
                  <a:close/>
                  <a:moveTo>
                    <a:pt x="4495800" y="1193800"/>
                  </a:moveTo>
                  <a:lnTo>
                    <a:pt x="4470400" y="1193800"/>
                  </a:lnTo>
                  <a:lnTo>
                    <a:pt x="4495800" y="1193800"/>
                  </a:lnTo>
                  <a:close/>
                  <a:moveTo>
                    <a:pt x="4445000" y="1193800"/>
                  </a:moveTo>
                  <a:lnTo>
                    <a:pt x="4419600" y="1193800"/>
                  </a:lnTo>
                  <a:lnTo>
                    <a:pt x="4445000" y="1193800"/>
                  </a:lnTo>
                  <a:close/>
                  <a:moveTo>
                    <a:pt x="4394200" y="1193800"/>
                  </a:moveTo>
                  <a:lnTo>
                    <a:pt x="4368800" y="1193800"/>
                  </a:lnTo>
                  <a:lnTo>
                    <a:pt x="4394200" y="1193800"/>
                  </a:lnTo>
                  <a:close/>
                  <a:moveTo>
                    <a:pt x="4343400" y="1193800"/>
                  </a:moveTo>
                  <a:lnTo>
                    <a:pt x="4318000" y="1193800"/>
                  </a:lnTo>
                  <a:lnTo>
                    <a:pt x="4343400" y="1193800"/>
                  </a:lnTo>
                  <a:close/>
                  <a:moveTo>
                    <a:pt x="4292600" y="1193800"/>
                  </a:moveTo>
                  <a:lnTo>
                    <a:pt x="4267200" y="1193800"/>
                  </a:lnTo>
                  <a:lnTo>
                    <a:pt x="4292600" y="1193800"/>
                  </a:lnTo>
                  <a:close/>
                  <a:moveTo>
                    <a:pt x="4241800" y="1193800"/>
                  </a:moveTo>
                  <a:lnTo>
                    <a:pt x="4216400" y="1193800"/>
                  </a:lnTo>
                  <a:lnTo>
                    <a:pt x="4241800" y="1193800"/>
                  </a:lnTo>
                  <a:close/>
                  <a:moveTo>
                    <a:pt x="4191000" y="1193800"/>
                  </a:moveTo>
                  <a:lnTo>
                    <a:pt x="4165600" y="1193800"/>
                  </a:lnTo>
                  <a:lnTo>
                    <a:pt x="4191000" y="1193800"/>
                  </a:lnTo>
                  <a:close/>
                  <a:moveTo>
                    <a:pt x="4140200" y="1193800"/>
                  </a:moveTo>
                  <a:lnTo>
                    <a:pt x="4114800" y="1193800"/>
                  </a:lnTo>
                  <a:lnTo>
                    <a:pt x="4140200" y="1193800"/>
                  </a:lnTo>
                  <a:close/>
                  <a:moveTo>
                    <a:pt x="4089400" y="1193800"/>
                  </a:moveTo>
                  <a:lnTo>
                    <a:pt x="4064000" y="1193800"/>
                  </a:lnTo>
                  <a:lnTo>
                    <a:pt x="4089400" y="1193800"/>
                  </a:lnTo>
                  <a:close/>
                  <a:moveTo>
                    <a:pt x="4038600" y="1193800"/>
                  </a:moveTo>
                  <a:lnTo>
                    <a:pt x="4013200" y="1193800"/>
                  </a:lnTo>
                  <a:lnTo>
                    <a:pt x="4038600" y="1193800"/>
                  </a:lnTo>
                  <a:close/>
                  <a:moveTo>
                    <a:pt x="3987800" y="1193800"/>
                  </a:moveTo>
                  <a:lnTo>
                    <a:pt x="3962400" y="1193800"/>
                  </a:lnTo>
                  <a:lnTo>
                    <a:pt x="3987800" y="1193800"/>
                  </a:lnTo>
                  <a:close/>
                  <a:moveTo>
                    <a:pt x="3937000" y="1193800"/>
                  </a:moveTo>
                  <a:lnTo>
                    <a:pt x="3911600" y="1193800"/>
                  </a:lnTo>
                  <a:lnTo>
                    <a:pt x="3937000" y="1193800"/>
                  </a:lnTo>
                  <a:close/>
                  <a:moveTo>
                    <a:pt x="3886200" y="1193800"/>
                  </a:moveTo>
                  <a:lnTo>
                    <a:pt x="3860800" y="1193800"/>
                  </a:lnTo>
                  <a:lnTo>
                    <a:pt x="3886200" y="1193800"/>
                  </a:lnTo>
                  <a:close/>
                  <a:moveTo>
                    <a:pt x="3835400" y="1193800"/>
                  </a:moveTo>
                  <a:lnTo>
                    <a:pt x="3810000" y="1193800"/>
                  </a:lnTo>
                  <a:lnTo>
                    <a:pt x="3835400" y="1193800"/>
                  </a:lnTo>
                  <a:close/>
                  <a:moveTo>
                    <a:pt x="3784600" y="1193800"/>
                  </a:moveTo>
                  <a:lnTo>
                    <a:pt x="3759200" y="1193800"/>
                  </a:lnTo>
                  <a:lnTo>
                    <a:pt x="3784600" y="1193800"/>
                  </a:lnTo>
                  <a:close/>
                  <a:moveTo>
                    <a:pt x="3733800" y="1193800"/>
                  </a:moveTo>
                  <a:lnTo>
                    <a:pt x="3708400" y="1193800"/>
                  </a:lnTo>
                  <a:lnTo>
                    <a:pt x="3733800" y="1193800"/>
                  </a:lnTo>
                  <a:close/>
                  <a:moveTo>
                    <a:pt x="3683000" y="1193800"/>
                  </a:moveTo>
                  <a:lnTo>
                    <a:pt x="3657600" y="1193800"/>
                  </a:lnTo>
                  <a:lnTo>
                    <a:pt x="3683000" y="1193800"/>
                  </a:lnTo>
                  <a:close/>
                  <a:moveTo>
                    <a:pt x="3632200" y="1193800"/>
                  </a:moveTo>
                  <a:lnTo>
                    <a:pt x="3606800" y="1193800"/>
                  </a:lnTo>
                  <a:lnTo>
                    <a:pt x="3632200" y="1193800"/>
                  </a:lnTo>
                  <a:close/>
                  <a:moveTo>
                    <a:pt x="3581400" y="1193800"/>
                  </a:moveTo>
                  <a:lnTo>
                    <a:pt x="3556000" y="1193800"/>
                  </a:lnTo>
                  <a:lnTo>
                    <a:pt x="3581400" y="1193800"/>
                  </a:lnTo>
                  <a:close/>
                  <a:moveTo>
                    <a:pt x="3530600" y="1193800"/>
                  </a:moveTo>
                  <a:lnTo>
                    <a:pt x="3505200" y="1193800"/>
                  </a:lnTo>
                  <a:lnTo>
                    <a:pt x="3530600" y="1193800"/>
                  </a:lnTo>
                  <a:close/>
                  <a:moveTo>
                    <a:pt x="3479800" y="1193800"/>
                  </a:moveTo>
                  <a:lnTo>
                    <a:pt x="3454400" y="1193800"/>
                  </a:lnTo>
                  <a:lnTo>
                    <a:pt x="3479800" y="1193800"/>
                  </a:lnTo>
                  <a:close/>
                  <a:moveTo>
                    <a:pt x="3429000" y="1193800"/>
                  </a:moveTo>
                  <a:lnTo>
                    <a:pt x="3403600" y="1193800"/>
                  </a:lnTo>
                  <a:lnTo>
                    <a:pt x="3429000" y="1193800"/>
                  </a:lnTo>
                  <a:close/>
                  <a:moveTo>
                    <a:pt x="3378200" y="1193800"/>
                  </a:moveTo>
                  <a:lnTo>
                    <a:pt x="3352800" y="1193800"/>
                  </a:lnTo>
                  <a:lnTo>
                    <a:pt x="3378200" y="1193800"/>
                  </a:lnTo>
                  <a:close/>
                  <a:moveTo>
                    <a:pt x="3327400" y="1193800"/>
                  </a:moveTo>
                  <a:lnTo>
                    <a:pt x="3302000" y="1193800"/>
                  </a:lnTo>
                  <a:lnTo>
                    <a:pt x="3327400" y="1193800"/>
                  </a:lnTo>
                  <a:close/>
                  <a:moveTo>
                    <a:pt x="3276600" y="1193800"/>
                  </a:moveTo>
                  <a:lnTo>
                    <a:pt x="3251200" y="1193800"/>
                  </a:lnTo>
                  <a:lnTo>
                    <a:pt x="3276600" y="1193800"/>
                  </a:lnTo>
                  <a:close/>
                  <a:moveTo>
                    <a:pt x="3225800" y="1193800"/>
                  </a:moveTo>
                  <a:lnTo>
                    <a:pt x="3200400" y="1193800"/>
                  </a:lnTo>
                  <a:lnTo>
                    <a:pt x="3225800" y="1193800"/>
                  </a:lnTo>
                  <a:close/>
                  <a:moveTo>
                    <a:pt x="3175000" y="1193800"/>
                  </a:moveTo>
                  <a:lnTo>
                    <a:pt x="3149600" y="1193800"/>
                  </a:lnTo>
                  <a:lnTo>
                    <a:pt x="3175000" y="1193800"/>
                  </a:lnTo>
                  <a:close/>
                  <a:moveTo>
                    <a:pt x="3124200" y="1193800"/>
                  </a:moveTo>
                  <a:lnTo>
                    <a:pt x="3098800" y="1193800"/>
                  </a:lnTo>
                  <a:lnTo>
                    <a:pt x="3124200" y="1193800"/>
                  </a:lnTo>
                  <a:close/>
                  <a:moveTo>
                    <a:pt x="3073400" y="1193800"/>
                  </a:moveTo>
                  <a:lnTo>
                    <a:pt x="3048000" y="1193800"/>
                  </a:lnTo>
                  <a:lnTo>
                    <a:pt x="3073400" y="1193800"/>
                  </a:lnTo>
                  <a:close/>
                  <a:moveTo>
                    <a:pt x="3022600" y="1193800"/>
                  </a:moveTo>
                  <a:lnTo>
                    <a:pt x="2997200" y="1193800"/>
                  </a:lnTo>
                  <a:lnTo>
                    <a:pt x="3022600" y="1193800"/>
                  </a:lnTo>
                  <a:close/>
                  <a:moveTo>
                    <a:pt x="2971800" y="1193800"/>
                  </a:moveTo>
                  <a:lnTo>
                    <a:pt x="2946400" y="1193800"/>
                  </a:lnTo>
                  <a:lnTo>
                    <a:pt x="2971800" y="1193800"/>
                  </a:lnTo>
                  <a:close/>
                  <a:moveTo>
                    <a:pt x="2921000" y="1193800"/>
                  </a:moveTo>
                  <a:lnTo>
                    <a:pt x="2895600" y="1193800"/>
                  </a:lnTo>
                  <a:lnTo>
                    <a:pt x="2921000" y="1193800"/>
                  </a:lnTo>
                  <a:close/>
                  <a:moveTo>
                    <a:pt x="2870200" y="1193800"/>
                  </a:moveTo>
                  <a:lnTo>
                    <a:pt x="2844800" y="1193800"/>
                  </a:lnTo>
                  <a:lnTo>
                    <a:pt x="2870200" y="1193800"/>
                  </a:lnTo>
                  <a:close/>
                  <a:moveTo>
                    <a:pt x="2819400" y="1193800"/>
                  </a:moveTo>
                  <a:lnTo>
                    <a:pt x="2794000" y="1193800"/>
                  </a:lnTo>
                  <a:lnTo>
                    <a:pt x="2819400" y="1193800"/>
                  </a:lnTo>
                  <a:close/>
                  <a:moveTo>
                    <a:pt x="2768600" y="1193800"/>
                  </a:moveTo>
                  <a:lnTo>
                    <a:pt x="2743200" y="1193800"/>
                  </a:lnTo>
                  <a:lnTo>
                    <a:pt x="2768600" y="1193800"/>
                  </a:lnTo>
                  <a:close/>
                  <a:moveTo>
                    <a:pt x="2717800" y="1193800"/>
                  </a:moveTo>
                  <a:lnTo>
                    <a:pt x="2692400" y="1193800"/>
                  </a:lnTo>
                  <a:lnTo>
                    <a:pt x="2717800" y="1193800"/>
                  </a:lnTo>
                  <a:close/>
                  <a:moveTo>
                    <a:pt x="2667000" y="1193800"/>
                  </a:moveTo>
                  <a:lnTo>
                    <a:pt x="2641600" y="1193800"/>
                  </a:lnTo>
                  <a:lnTo>
                    <a:pt x="2667000" y="1193800"/>
                  </a:lnTo>
                  <a:close/>
                  <a:moveTo>
                    <a:pt x="2616200" y="1193800"/>
                  </a:moveTo>
                  <a:lnTo>
                    <a:pt x="2590800" y="1193800"/>
                  </a:lnTo>
                  <a:lnTo>
                    <a:pt x="2616200" y="1193800"/>
                  </a:lnTo>
                  <a:close/>
                  <a:moveTo>
                    <a:pt x="2565400" y="1193800"/>
                  </a:moveTo>
                  <a:lnTo>
                    <a:pt x="2540000" y="1193800"/>
                  </a:lnTo>
                  <a:lnTo>
                    <a:pt x="2565400" y="1193800"/>
                  </a:lnTo>
                  <a:close/>
                  <a:moveTo>
                    <a:pt x="2514600" y="1193800"/>
                  </a:moveTo>
                  <a:lnTo>
                    <a:pt x="2489200" y="1193800"/>
                  </a:lnTo>
                  <a:lnTo>
                    <a:pt x="2514600" y="1193800"/>
                  </a:lnTo>
                  <a:close/>
                  <a:moveTo>
                    <a:pt x="2463800" y="1193800"/>
                  </a:moveTo>
                  <a:lnTo>
                    <a:pt x="2438400" y="1193800"/>
                  </a:lnTo>
                  <a:lnTo>
                    <a:pt x="2463800" y="1193800"/>
                  </a:lnTo>
                  <a:close/>
                  <a:moveTo>
                    <a:pt x="2413000" y="1193800"/>
                  </a:moveTo>
                  <a:lnTo>
                    <a:pt x="2387600" y="1193800"/>
                  </a:lnTo>
                  <a:lnTo>
                    <a:pt x="2413000" y="1193800"/>
                  </a:lnTo>
                  <a:close/>
                  <a:moveTo>
                    <a:pt x="2362200" y="1193800"/>
                  </a:moveTo>
                  <a:lnTo>
                    <a:pt x="2336800" y="1193800"/>
                  </a:lnTo>
                  <a:lnTo>
                    <a:pt x="2362200" y="1193800"/>
                  </a:lnTo>
                  <a:close/>
                  <a:moveTo>
                    <a:pt x="2311400" y="1193800"/>
                  </a:moveTo>
                  <a:lnTo>
                    <a:pt x="2286000" y="1193800"/>
                  </a:lnTo>
                  <a:lnTo>
                    <a:pt x="2311400" y="1193800"/>
                  </a:lnTo>
                  <a:close/>
                  <a:moveTo>
                    <a:pt x="2260600" y="1193800"/>
                  </a:moveTo>
                  <a:lnTo>
                    <a:pt x="2235200" y="1193800"/>
                  </a:lnTo>
                  <a:lnTo>
                    <a:pt x="2260600" y="1193800"/>
                  </a:lnTo>
                  <a:close/>
                  <a:moveTo>
                    <a:pt x="2209800" y="1193800"/>
                  </a:moveTo>
                  <a:lnTo>
                    <a:pt x="2184400" y="1193800"/>
                  </a:lnTo>
                  <a:lnTo>
                    <a:pt x="2209800" y="1193800"/>
                  </a:lnTo>
                  <a:close/>
                  <a:moveTo>
                    <a:pt x="2159000" y="1193800"/>
                  </a:moveTo>
                  <a:lnTo>
                    <a:pt x="2133600" y="1193800"/>
                  </a:lnTo>
                  <a:lnTo>
                    <a:pt x="2159000" y="1193800"/>
                  </a:lnTo>
                  <a:close/>
                  <a:moveTo>
                    <a:pt x="2108200" y="1193800"/>
                  </a:moveTo>
                  <a:lnTo>
                    <a:pt x="2082800" y="1193800"/>
                  </a:lnTo>
                  <a:lnTo>
                    <a:pt x="2108200" y="1193800"/>
                  </a:lnTo>
                  <a:close/>
                  <a:moveTo>
                    <a:pt x="2057400" y="1193800"/>
                  </a:moveTo>
                  <a:lnTo>
                    <a:pt x="2032000" y="1193800"/>
                  </a:lnTo>
                  <a:lnTo>
                    <a:pt x="2057400" y="1193800"/>
                  </a:lnTo>
                  <a:close/>
                  <a:moveTo>
                    <a:pt x="2006600" y="1193800"/>
                  </a:moveTo>
                  <a:lnTo>
                    <a:pt x="1981200" y="1193800"/>
                  </a:lnTo>
                  <a:lnTo>
                    <a:pt x="2006600" y="1193800"/>
                  </a:lnTo>
                  <a:close/>
                  <a:moveTo>
                    <a:pt x="1955800" y="1193800"/>
                  </a:moveTo>
                  <a:lnTo>
                    <a:pt x="1930400" y="1193800"/>
                  </a:lnTo>
                  <a:lnTo>
                    <a:pt x="1955800" y="1193800"/>
                  </a:lnTo>
                  <a:close/>
                  <a:moveTo>
                    <a:pt x="1905000" y="1193800"/>
                  </a:moveTo>
                  <a:lnTo>
                    <a:pt x="1879600" y="1193800"/>
                  </a:lnTo>
                  <a:lnTo>
                    <a:pt x="1905000" y="1193800"/>
                  </a:lnTo>
                  <a:close/>
                  <a:moveTo>
                    <a:pt x="1854200" y="1193800"/>
                  </a:moveTo>
                  <a:lnTo>
                    <a:pt x="1828800" y="1193800"/>
                  </a:lnTo>
                  <a:lnTo>
                    <a:pt x="1854200" y="1193800"/>
                  </a:lnTo>
                  <a:close/>
                  <a:moveTo>
                    <a:pt x="1803400" y="1193800"/>
                  </a:moveTo>
                  <a:lnTo>
                    <a:pt x="1778000" y="1193800"/>
                  </a:lnTo>
                  <a:lnTo>
                    <a:pt x="1803400" y="1193800"/>
                  </a:lnTo>
                  <a:close/>
                  <a:moveTo>
                    <a:pt x="1752600" y="1193800"/>
                  </a:moveTo>
                  <a:lnTo>
                    <a:pt x="1727200" y="1193800"/>
                  </a:lnTo>
                  <a:lnTo>
                    <a:pt x="1752600" y="1193800"/>
                  </a:lnTo>
                  <a:close/>
                  <a:moveTo>
                    <a:pt x="1701800" y="1193800"/>
                  </a:moveTo>
                  <a:lnTo>
                    <a:pt x="1676400" y="1193800"/>
                  </a:lnTo>
                  <a:lnTo>
                    <a:pt x="1701800" y="1193800"/>
                  </a:lnTo>
                  <a:close/>
                  <a:moveTo>
                    <a:pt x="1651000" y="1193800"/>
                  </a:moveTo>
                  <a:lnTo>
                    <a:pt x="1625600" y="1193800"/>
                  </a:lnTo>
                  <a:lnTo>
                    <a:pt x="1651000" y="1193800"/>
                  </a:lnTo>
                  <a:close/>
                  <a:moveTo>
                    <a:pt x="1600200" y="1193800"/>
                  </a:moveTo>
                  <a:lnTo>
                    <a:pt x="1574800" y="1193800"/>
                  </a:lnTo>
                  <a:lnTo>
                    <a:pt x="1600200" y="1193800"/>
                  </a:lnTo>
                  <a:close/>
                  <a:moveTo>
                    <a:pt x="1549400" y="1193800"/>
                  </a:moveTo>
                  <a:lnTo>
                    <a:pt x="1524000" y="1193800"/>
                  </a:lnTo>
                  <a:lnTo>
                    <a:pt x="1549400" y="1193800"/>
                  </a:lnTo>
                  <a:close/>
                  <a:moveTo>
                    <a:pt x="1498600" y="1193800"/>
                  </a:moveTo>
                  <a:lnTo>
                    <a:pt x="1473200" y="1193800"/>
                  </a:lnTo>
                  <a:lnTo>
                    <a:pt x="1498600" y="1193800"/>
                  </a:lnTo>
                  <a:close/>
                  <a:moveTo>
                    <a:pt x="1447800" y="1193800"/>
                  </a:moveTo>
                  <a:lnTo>
                    <a:pt x="1422400" y="1193800"/>
                  </a:lnTo>
                  <a:lnTo>
                    <a:pt x="1447800" y="1193800"/>
                  </a:lnTo>
                  <a:close/>
                  <a:moveTo>
                    <a:pt x="1397000" y="1193800"/>
                  </a:moveTo>
                  <a:lnTo>
                    <a:pt x="1371600" y="1193800"/>
                  </a:lnTo>
                  <a:lnTo>
                    <a:pt x="1397000" y="1193800"/>
                  </a:lnTo>
                  <a:close/>
                  <a:moveTo>
                    <a:pt x="1346200" y="1193800"/>
                  </a:moveTo>
                  <a:lnTo>
                    <a:pt x="1320800" y="1193800"/>
                  </a:lnTo>
                  <a:lnTo>
                    <a:pt x="1346200" y="1193800"/>
                  </a:lnTo>
                  <a:close/>
                  <a:moveTo>
                    <a:pt x="1295400" y="1193800"/>
                  </a:moveTo>
                  <a:lnTo>
                    <a:pt x="1270000" y="1193800"/>
                  </a:lnTo>
                  <a:lnTo>
                    <a:pt x="1295400" y="1193800"/>
                  </a:lnTo>
                  <a:close/>
                  <a:moveTo>
                    <a:pt x="1244600" y="1193800"/>
                  </a:moveTo>
                  <a:lnTo>
                    <a:pt x="1219200" y="1193800"/>
                  </a:lnTo>
                  <a:lnTo>
                    <a:pt x="1244600" y="1193800"/>
                  </a:lnTo>
                  <a:close/>
                  <a:moveTo>
                    <a:pt x="1193800" y="1193800"/>
                  </a:moveTo>
                  <a:lnTo>
                    <a:pt x="1168400" y="1193800"/>
                  </a:lnTo>
                  <a:lnTo>
                    <a:pt x="1193800" y="1193800"/>
                  </a:lnTo>
                  <a:close/>
                  <a:moveTo>
                    <a:pt x="1143000" y="1193800"/>
                  </a:moveTo>
                  <a:lnTo>
                    <a:pt x="1117600" y="1193800"/>
                  </a:lnTo>
                  <a:lnTo>
                    <a:pt x="1143000" y="1193800"/>
                  </a:lnTo>
                  <a:close/>
                  <a:moveTo>
                    <a:pt x="1092200" y="1193800"/>
                  </a:moveTo>
                  <a:lnTo>
                    <a:pt x="1066800" y="1193800"/>
                  </a:lnTo>
                  <a:lnTo>
                    <a:pt x="1092200" y="1193800"/>
                  </a:lnTo>
                  <a:close/>
                  <a:moveTo>
                    <a:pt x="1041400" y="1193800"/>
                  </a:moveTo>
                  <a:lnTo>
                    <a:pt x="1016000" y="1193800"/>
                  </a:lnTo>
                  <a:lnTo>
                    <a:pt x="1041400" y="1193800"/>
                  </a:lnTo>
                  <a:close/>
                  <a:moveTo>
                    <a:pt x="990600" y="1193800"/>
                  </a:moveTo>
                  <a:lnTo>
                    <a:pt x="965200" y="1193800"/>
                  </a:lnTo>
                  <a:lnTo>
                    <a:pt x="990600" y="1193800"/>
                  </a:lnTo>
                  <a:close/>
                  <a:moveTo>
                    <a:pt x="939800" y="1193800"/>
                  </a:moveTo>
                  <a:lnTo>
                    <a:pt x="914400" y="1193800"/>
                  </a:lnTo>
                  <a:lnTo>
                    <a:pt x="939800" y="1193800"/>
                  </a:lnTo>
                  <a:close/>
                  <a:moveTo>
                    <a:pt x="889000" y="1193800"/>
                  </a:moveTo>
                  <a:lnTo>
                    <a:pt x="863600" y="1193800"/>
                  </a:lnTo>
                  <a:lnTo>
                    <a:pt x="889000" y="1193800"/>
                  </a:lnTo>
                  <a:close/>
                  <a:moveTo>
                    <a:pt x="838200" y="1193800"/>
                  </a:moveTo>
                  <a:lnTo>
                    <a:pt x="812800" y="1193800"/>
                  </a:lnTo>
                  <a:lnTo>
                    <a:pt x="838200" y="1193800"/>
                  </a:lnTo>
                  <a:close/>
                  <a:moveTo>
                    <a:pt x="787400" y="1193800"/>
                  </a:moveTo>
                  <a:lnTo>
                    <a:pt x="762000" y="1193800"/>
                  </a:lnTo>
                  <a:lnTo>
                    <a:pt x="787400" y="1193800"/>
                  </a:lnTo>
                  <a:close/>
                  <a:moveTo>
                    <a:pt x="736600" y="1193800"/>
                  </a:moveTo>
                  <a:lnTo>
                    <a:pt x="711200" y="1193800"/>
                  </a:lnTo>
                  <a:lnTo>
                    <a:pt x="736600" y="1193800"/>
                  </a:lnTo>
                  <a:close/>
                  <a:moveTo>
                    <a:pt x="685800" y="1193800"/>
                  </a:moveTo>
                  <a:lnTo>
                    <a:pt x="660400" y="1193800"/>
                  </a:lnTo>
                  <a:lnTo>
                    <a:pt x="685800" y="1193800"/>
                  </a:lnTo>
                  <a:close/>
                  <a:moveTo>
                    <a:pt x="635000" y="1193800"/>
                  </a:moveTo>
                  <a:lnTo>
                    <a:pt x="609600" y="1193800"/>
                  </a:lnTo>
                  <a:lnTo>
                    <a:pt x="635000" y="1193800"/>
                  </a:lnTo>
                  <a:close/>
                  <a:moveTo>
                    <a:pt x="584200" y="1193800"/>
                  </a:moveTo>
                  <a:lnTo>
                    <a:pt x="558800" y="1193800"/>
                  </a:lnTo>
                  <a:lnTo>
                    <a:pt x="584200" y="1193800"/>
                  </a:lnTo>
                  <a:close/>
                  <a:moveTo>
                    <a:pt x="533400" y="1193800"/>
                  </a:moveTo>
                  <a:lnTo>
                    <a:pt x="508000" y="1193800"/>
                  </a:lnTo>
                  <a:lnTo>
                    <a:pt x="533400" y="1193800"/>
                  </a:lnTo>
                  <a:close/>
                  <a:moveTo>
                    <a:pt x="482600" y="1193800"/>
                  </a:moveTo>
                  <a:lnTo>
                    <a:pt x="457200" y="1193800"/>
                  </a:lnTo>
                  <a:lnTo>
                    <a:pt x="482600" y="1193800"/>
                  </a:lnTo>
                  <a:close/>
                  <a:moveTo>
                    <a:pt x="431800" y="1193800"/>
                  </a:moveTo>
                  <a:lnTo>
                    <a:pt x="406400" y="1193800"/>
                  </a:lnTo>
                  <a:lnTo>
                    <a:pt x="431800" y="1193800"/>
                  </a:lnTo>
                  <a:close/>
                  <a:moveTo>
                    <a:pt x="381000" y="1193800"/>
                  </a:moveTo>
                  <a:lnTo>
                    <a:pt x="355600" y="1193800"/>
                  </a:lnTo>
                  <a:lnTo>
                    <a:pt x="381000" y="1193800"/>
                  </a:lnTo>
                  <a:close/>
                  <a:moveTo>
                    <a:pt x="330200" y="1193800"/>
                  </a:moveTo>
                  <a:lnTo>
                    <a:pt x="304800" y="1193800"/>
                  </a:lnTo>
                  <a:lnTo>
                    <a:pt x="330200" y="1193800"/>
                  </a:lnTo>
                  <a:close/>
                  <a:moveTo>
                    <a:pt x="279400" y="1193800"/>
                  </a:moveTo>
                  <a:lnTo>
                    <a:pt x="254000" y="1193800"/>
                  </a:lnTo>
                  <a:lnTo>
                    <a:pt x="279400" y="1193800"/>
                  </a:lnTo>
                  <a:close/>
                  <a:moveTo>
                    <a:pt x="228600" y="1193800"/>
                  </a:moveTo>
                  <a:lnTo>
                    <a:pt x="203200" y="1193800"/>
                  </a:lnTo>
                  <a:lnTo>
                    <a:pt x="228600" y="1193800"/>
                  </a:lnTo>
                  <a:close/>
                  <a:moveTo>
                    <a:pt x="177800" y="1193800"/>
                  </a:moveTo>
                  <a:lnTo>
                    <a:pt x="152400" y="1193800"/>
                  </a:lnTo>
                  <a:lnTo>
                    <a:pt x="177800" y="1193800"/>
                  </a:lnTo>
                  <a:close/>
                  <a:moveTo>
                    <a:pt x="127000" y="1193800"/>
                  </a:moveTo>
                  <a:lnTo>
                    <a:pt x="101600" y="1193800"/>
                  </a:lnTo>
                  <a:lnTo>
                    <a:pt x="127000" y="1193800"/>
                  </a:lnTo>
                  <a:close/>
                  <a:moveTo>
                    <a:pt x="76200" y="1193800"/>
                  </a:moveTo>
                  <a:lnTo>
                    <a:pt x="50800" y="1193800"/>
                  </a:lnTo>
                  <a:lnTo>
                    <a:pt x="76200" y="1193800"/>
                  </a:lnTo>
                  <a:close/>
                  <a:moveTo>
                    <a:pt x="25400" y="1193800"/>
                  </a:moveTo>
                  <a:lnTo>
                    <a:pt x="0" y="1193800"/>
                  </a:lnTo>
                  <a:lnTo>
                    <a:pt x="25400" y="1193800"/>
                  </a:lnTo>
                  <a:close/>
                  <a:moveTo>
                    <a:pt x="82550" y="1195451"/>
                  </a:moveTo>
                  <a:lnTo>
                    <a:pt x="82550" y="1170051"/>
                  </a:lnTo>
                  <a:lnTo>
                    <a:pt x="87122" y="1170051"/>
                  </a:lnTo>
                  <a:lnTo>
                    <a:pt x="87122" y="1195451"/>
                  </a:lnTo>
                  <a:close/>
                  <a:moveTo>
                    <a:pt x="87122" y="1144651"/>
                  </a:moveTo>
                  <a:lnTo>
                    <a:pt x="87122" y="1119251"/>
                  </a:lnTo>
                  <a:lnTo>
                    <a:pt x="87122" y="1144651"/>
                  </a:lnTo>
                  <a:close/>
                  <a:moveTo>
                    <a:pt x="87122" y="1093851"/>
                  </a:moveTo>
                  <a:lnTo>
                    <a:pt x="87122" y="1068451"/>
                  </a:lnTo>
                  <a:lnTo>
                    <a:pt x="87122" y="1093851"/>
                  </a:lnTo>
                  <a:close/>
                  <a:moveTo>
                    <a:pt x="87122" y="1043051"/>
                  </a:moveTo>
                  <a:lnTo>
                    <a:pt x="87122" y="1017651"/>
                  </a:lnTo>
                  <a:lnTo>
                    <a:pt x="87122" y="1043051"/>
                  </a:lnTo>
                  <a:close/>
                  <a:moveTo>
                    <a:pt x="87122" y="992251"/>
                  </a:moveTo>
                  <a:lnTo>
                    <a:pt x="87122" y="966851"/>
                  </a:lnTo>
                  <a:lnTo>
                    <a:pt x="87122" y="992251"/>
                  </a:lnTo>
                  <a:close/>
                  <a:moveTo>
                    <a:pt x="87122" y="941451"/>
                  </a:moveTo>
                  <a:lnTo>
                    <a:pt x="87122" y="916051"/>
                  </a:lnTo>
                  <a:lnTo>
                    <a:pt x="87122" y="941451"/>
                  </a:lnTo>
                  <a:close/>
                  <a:moveTo>
                    <a:pt x="87122" y="890651"/>
                  </a:moveTo>
                  <a:lnTo>
                    <a:pt x="87122" y="865251"/>
                  </a:lnTo>
                  <a:lnTo>
                    <a:pt x="87122" y="890651"/>
                  </a:lnTo>
                  <a:close/>
                  <a:moveTo>
                    <a:pt x="87122" y="839851"/>
                  </a:moveTo>
                  <a:lnTo>
                    <a:pt x="87122" y="814451"/>
                  </a:lnTo>
                  <a:lnTo>
                    <a:pt x="87122" y="839851"/>
                  </a:lnTo>
                  <a:close/>
                  <a:moveTo>
                    <a:pt x="87122" y="789051"/>
                  </a:moveTo>
                  <a:lnTo>
                    <a:pt x="87122" y="763651"/>
                  </a:lnTo>
                  <a:lnTo>
                    <a:pt x="87122" y="789051"/>
                  </a:lnTo>
                  <a:close/>
                  <a:moveTo>
                    <a:pt x="87122" y="738251"/>
                  </a:moveTo>
                  <a:lnTo>
                    <a:pt x="87122" y="712851"/>
                  </a:lnTo>
                  <a:lnTo>
                    <a:pt x="87122" y="738251"/>
                  </a:lnTo>
                  <a:close/>
                  <a:moveTo>
                    <a:pt x="87122" y="687451"/>
                  </a:moveTo>
                  <a:lnTo>
                    <a:pt x="87122" y="662051"/>
                  </a:lnTo>
                  <a:lnTo>
                    <a:pt x="87122" y="687451"/>
                  </a:lnTo>
                  <a:close/>
                  <a:moveTo>
                    <a:pt x="87122" y="636651"/>
                  </a:moveTo>
                  <a:lnTo>
                    <a:pt x="87122" y="611251"/>
                  </a:lnTo>
                  <a:lnTo>
                    <a:pt x="87122" y="636651"/>
                  </a:lnTo>
                  <a:close/>
                  <a:moveTo>
                    <a:pt x="87122" y="585851"/>
                  </a:moveTo>
                  <a:lnTo>
                    <a:pt x="87122" y="560451"/>
                  </a:lnTo>
                  <a:lnTo>
                    <a:pt x="87122" y="585851"/>
                  </a:lnTo>
                  <a:close/>
                  <a:moveTo>
                    <a:pt x="87122" y="535051"/>
                  </a:moveTo>
                  <a:lnTo>
                    <a:pt x="87122" y="509651"/>
                  </a:lnTo>
                  <a:lnTo>
                    <a:pt x="87122" y="535051"/>
                  </a:lnTo>
                  <a:close/>
                  <a:moveTo>
                    <a:pt x="87122" y="484251"/>
                  </a:moveTo>
                  <a:lnTo>
                    <a:pt x="87122" y="458851"/>
                  </a:lnTo>
                  <a:lnTo>
                    <a:pt x="87122" y="484251"/>
                  </a:lnTo>
                  <a:close/>
                  <a:moveTo>
                    <a:pt x="87122" y="433451"/>
                  </a:moveTo>
                  <a:lnTo>
                    <a:pt x="87122" y="408051"/>
                  </a:lnTo>
                  <a:lnTo>
                    <a:pt x="87122" y="433451"/>
                  </a:lnTo>
                  <a:close/>
                  <a:moveTo>
                    <a:pt x="87122" y="382651"/>
                  </a:moveTo>
                  <a:lnTo>
                    <a:pt x="87122" y="357251"/>
                  </a:lnTo>
                  <a:lnTo>
                    <a:pt x="87122" y="382651"/>
                  </a:lnTo>
                  <a:close/>
                  <a:moveTo>
                    <a:pt x="87122" y="331851"/>
                  </a:moveTo>
                  <a:lnTo>
                    <a:pt x="87122" y="306451"/>
                  </a:lnTo>
                  <a:lnTo>
                    <a:pt x="87122" y="331851"/>
                  </a:lnTo>
                  <a:close/>
                  <a:moveTo>
                    <a:pt x="87122" y="281051"/>
                  </a:moveTo>
                  <a:lnTo>
                    <a:pt x="87122" y="255651"/>
                  </a:lnTo>
                  <a:lnTo>
                    <a:pt x="87122" y="281051"/>
                  </a:lnTo>
                  <a:close/>
                  <a:moveTo>
                    <a:pt x="87122" y="230251"/>
                  </a:moveTo>
                  <a:lnTo>
                    <a:pt x="87122" y="204851"/>
                  </a:lnTo>
                  <a:lnTo>
                    <a:pt x="87122" y="230251"/>
                  </a:lnTo>
                  <a:close/>
                  <a:moveTo>
                    <a:pt x="87122" y="179451"/>
                  </a:moveTo>
                  <a:lnTo>
                    <a:pt x="87122" y="154051"/>
                  </a:lnTo>
                  <a:lnTo>
                    <a:pt x="87122" y="179451"/>
                  </a:lnTo>
                  <a:close/>
                  <a:moveTo>
                    <a:pt x="87122" y="128651"/>
                  </a:moveTo>
                  <a:lnTo>
                    <a:pt x="87122" y="103251"/>
                  </a:lnTo>
                  <a:lnTo>
                    <a:pt x="87122" y="128651"/>
                  </a:lnTo>
                  <a:close/>
                  <a:moveTo>
                    <a:pt x="87122" y="77851"/>
                  </a:moveTo>
                  <a:lnTo>
                    <a:pt x="87122" y="52451"/>
                  </a:lnTo>
                  <a:lnTo>
                    <a:pt x="87122" y="77851"/>
                  </a:lnTo>
                  <a:close/>
                  <a:moveTo>
                    <a:pt x="87122" y="27051"/>
                  </a:moveTo>
                  <a:lnTo>
                    <a:pt x="87122" y="2286"/>
                  </a:lnTo>
                  <a:cubicBezTo>
                    <a:pt x="82550" y="1016"/>
                    <a:pt x="83566" y="0"/>
                    <a:pt x="84836" y="0"/>
                  </a:cubicBezTo>
                  <a:lnTo>
                    <a:pt x="110236" y="0"/>
                  </a:lnTo>
                  <a:lnTo>
                    <a:pt x="110236" y="4572"/>
                  </a:lnTo>
                  <a:lnTo>
                    <a:pt x="84836" y="4572"/>
                  </a:lnTo>
                  <a:lnTo>
                    <a:pt x="84836" y="2286"/>
                  </a:lnTo>
                  <a:lnTo>
                    <a:pt x="87122" y="2286"/>
                  </a:lnTo>
                  <a:lnTo>
                    <a:pt x="87122" y="270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D21F208-2E74-1615-373A-94B8128A911D}"/>
                </a:ext>
              </a:extLst>
            </p:cNvPr>
            <p:cNvSpPr txBox="1"/>
            <p:nvPr/>
          </p:nvSpPr>
          <p:spPr>
            <a:xfrm>
              <a:off x="0" y="-38100"/>
              <a:ext cx="10253129" cy="1236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 dirty="0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Literature Review</a:t>
              </a:r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DE6D1DA4-430A-B2C9-C7F4-15A93FEC93D1}"/>
              </a:ext>
            </a:extLst>
          </p:cNvPr>
          <p:cNvSpPr/>
          <p:nvPr/>
        </p:nvSpPr>
        <p:spPr>
          <a:xfrm>
            <a:off x="3314700" y="9721683"/>
            <a:ext cx="11482536" cy="521933"/>
          </a:xfrm>
          <a:custGeom>
            <a:avLst/>
            <a:gdLst/>
            <a:ahLst/>
            <a:cxnLst/>
            <a:rect l="l" t="t" r="r" b="b"/>
            <a:pathLst>
              <a:path w="11482536" h="521933">
                <a:moveTo>
                  <a:pt x="0" y="0"/>
                </a:moveTo>
                <a:lnTo>
                  <a:pt x="11482536" y="0"/>
                </a:lnTo>
                <a:lnTo>
                  <a:pt x="11482536" y="521934"/>
                </a:lnTo>
                <a:lnTo>
                  <a:pt x="0" y="521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40CDC25-324E-3ABC-EB3C-62F927888923}"/>
              </a:ext>
            </a:extLst>
          </p:cNvPr>
          <p:cNvSpPr txBox="1"/>
          <p:nvPr/>
        </p:nvSpPr>
        <p:spPr>
          <a:xfrm>
            <a:off x="3314700" y="2096067"/>
            <a:ext cx="12336338" cy="540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83"/>
              </a:lnSpc>
            </a:pPr>
            <a:endParaRPr lang="en-US" sz="3274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651016A-5D94-D2FF-B6D5-5957E188F7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867676"/>
              </p:ext>
            </p:extLst>
          </p:nvPr>
        </p:nvGraphicFramePr>
        <p:xfrm>
          <a:off x="533400" y="1184614"/>
          <a:ext cx="16916399" cy="8378484"/>
        </p:xfrm>
        <a:graphic>
          <a:graphicData uri="http://schemas.openxmlformats.org/drawingml/2006/table">
            <a:tbl>
              <a:tblPr/>
              <a:tblGrid>
                <a:gridCol w="821184">
                  <a:extLst>
                    <a:ext uri="{9D8B030D-6E8A-4147-A177-3AD203B41FA5}">
                      <a16:colId xmlns:a16="http://schemas.microsoft.com/office/drawing/2014/main" val="2434142306"/>
                    </a:ext>
                  </a:extLst>
                </a:gridCol>
                <a:gridCol w="4434396">
                  <a:extLst>
                    <a:ext uri="{9D8B030D-6E8A-4147-A177-3AD203B41FA5}">
                      <a16:colId xmlns:a16="http://schemas.microsoft.com/office/drawing/2014/main" val="410074594"/>
                    </a:ext>
                  </a:extLst>
                </a:gridCol>
                <a:gridCol w="985421">
                  <a:extLst>
                    <a:ext uri="{9D8B030D-6E8A-4147-A177-3AD203B41FA5}">
                      <a16:colId xmlns:a16="http://schemas.microsoft.com/office/drawing/2014/main" val="1217013354"/>
                    </a:ext>
                  </a:extLst>
                </a:gridCol>
                <a:gridCol w="4762870">
                  <a:extLst>
                    <a:ext uri="{9D8B030D-6E8A-4147-A177-3AD203B41FA5}">
                      <a16:colId xmlns:a16="http://schemas.microsoft.com/office/drawing/2014/main" val="3340473901"/>
                    </a:ext>
                  </a:extLst>
                </a:gridCol>
                <a:gridCol w="5912528">
                  <a:extLst>
                    <a:ext uri="{9D8B030D-6E8A-4147-A177-3AD203B41FA5}">
                      <a16:colId xmlns:a16="http://schemas.microsoft.com/office/drawing/2014/main" val="796995430"/>
                    </a:ext>
                  </a:extLst>
                </a:gridCol>
              </a:tblGrid>
              <a:tr h="518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Paper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Concept Defined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Research Gap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84265"/>
                  </a:ext>
                </a:extLst>
              </a:tr>
              <a:tr h="1521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hlinkClick r:id="rId5"/>
                        </a:rPr>
                        <a:t>Applying Machine Learning on Big Data With Apache Spark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Benchmarks ML models (Linear/RF/GBT/SVR/KNN) within Spark MLlib across large regression and classification datasets.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Evaluated on generic datasets (taxi trips, Netflix, Higgs); does not explore ETL for messy, multi-format admission/counselling data.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616640"/>
                  </a:ext>
                </a:extLst>
              </a:tr>
              <a:tr h="17724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hlinkClick r:id="rId6"/>
                        </a:rPr>
                        <a:t>Benchmarking State-of-the-Art Gradient Boosting Algorithms for Classification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2023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Systematically compares GBM, XGBoost, LightGBM, and CatBoost on accuracy, runtime, and tuning cost with Bayesian optimization.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Purely a benchmarking study on generic datasets; findings not applied to a live, category-aware admission probability system.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441991"/>
                  </a:ext>
                </a:extLst>
              </a:tr>
              <a:tr h="1521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hlinkClick r:id="rId7"/>
                        </a:rPr>
                        <a:t>CatBoost: Gradient Boosting with Categorical Features 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2018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Introduces CatBoost's ordered boosting and native categorical handling, outperforming tuned XGBoost with default parameters.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Focused on the algorithm itself; no discussion of deployment, real-time serving, or integration with a distributed data pipeline.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8757841"/>
                  </a:ext>
                </a:extLst>
              </a:tr>
              <a:tr h="1521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hlinkClick r:id="rId8"/>
                        </a:rPr>
                        <a:t>Declarative Data Pipeline for Large Scale ML Services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Proposes a modular “Pipes” framework that declaratively integrates ML capability inside Spark for large-scale ML services.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Emphasizes pipeline declarativity over user-facing low-latency serving or caching of repeated prediction queries.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738329"/>
                  </a:ext>
                </a:extLst>
              </a:tr>
              <a:tr h="1521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hlinkClick r:id="rId9"/>
                        </a:rPr>
                        <a:t>Accelerating Deep Learning Inference via Learned Caches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2021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Proposes learned/neural caches to reduce DNN inference latency in prediction serving systems.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Targets deep-learning inference caching; does not address simple, high-throughput key-based caching (e.g. Redis) for tree-based tabular models.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872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6653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24554-342D-75B6-927B-B9AFE0B32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5672AB7-2E70-B39C-2C2B-EE8EA3587428}"/>
              </a:ext>
            </a:extLst>
          </p:cNvPr>
          <p:cNvSpPr/>
          <p:nvPr/>
        </p:nvSpPr>
        <p:spPr>
          <a:xfrm>
            <a:off x="14180650" y="262793"/>
            <a:ext cx="3988597" cy="731047"/>
          </a:xfrm>
          <a:custGeom>
            <a:avLst/>
            <a:gdLst/>
            <a:ahLst/>
            <a:cxnLst/>
            <a:rect l="l" t="t" r="r" b="b"/>
            <a:pathLst>
              <a:path w="3988597" h="731047">
                <a:moveTo>
                  <a:pt x="0" y="0"/>
                </a:moveTo>
                <a:lnTo>
                  <a:pt x="3988597" y="0"/>
                </a:lnTo>
                <a:lnTo>
                  <a:pt x="3988597" y="731047"/>
                </a:lnTo>
                <a:lnTo>
                  <a:pt x="0" y="7310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4611" t="-39063" r="-111" b="1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B5DE0AA-F53D-DAEF-C940-7E02BC407BDF}"/>
              </a:ext>
            </a:extLst>
          </p:cNvPr>
          <p:cNvSpPr/>
          <p:nvPr/>
        </p:nvSpPr>
        <p:spPr>
          <a:xfrm>
            <a:off x="252276" y="101521"/>
            <a:ext cx="3326130" cy="1045845"/>
          </a:xfrm>
          <a:custGeom>
            <a:avLst/>
            <a:gdLst/>
            <a:ahLst/>
            <a:cxnLst/>
            <a:rect l="l" t="t" r="r" b="b"/>
            <a:pathLst>
              <a:path w="3326130" h="1045845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128" t="-33846" r="-141392" b="-42672"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627ADC6-3006-71EC-7366-E59CD5915BDB}"/>
              </a:ext>
            </a:extLst>
          </p:cNvPr>
          <p:cNvGrpSpPr/>
          <p:nvPr/>
        </p:nvGrpSpPr>
        <p:grpSpPr>
          <a:xfrm>
            <a:off x="3730632" y="96608"/>
            <a:ext cx="10813847" cy="1263868"/>
            <a:chOff x="0" y="0"/>
            <a:chExt cx="10253129" cy="11983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31F165F-BE0A-3756-3DDB-51FC563E0FC6}"/>
                </a:ext>
              </a:extLst>
            </p:cNvPr>
            <p:cNvSpPr/>
            <p:nvPr/>
          </p:nvSpPr>
          <p:spPr>
            <a:xfrm>
              <a:off x="-82550" y="0"/>
              <a:ext cx="10335768" cy="1202944"/>
            </a:xfrm>
            <a:custGeom>
              <a:avLst/>
              <a:gdLst/>
              <a:ahLst/>
              <a:cxnLst/>
              <a:rect l="l" t="t" r="r" b="b"/>
              <a:pathLst>
                <a:path w="10335768" h="1202944">
                  <a:moveTo>
                    <a:pt x="135636" y="0"/>
                  </a:moveTo>
                  <a:lnTo>
                    <a:pt x="161036" y="0"/>
                  </a:lnTo>
                  <a:lnTo>
                    <a:pt x="161036" y="4572"/>
                  </a:lnTo>
                  <a:lnTo>
                    <a:pt x="135636" y="4572"/>
                  </a:lnTo>
                  <a:close/>
                  <a:moveTo>
                    <a:pt x="186436" y="4572"/>
                  </a:moveTo>
                  <a:lnTo>
                    <a:pt x="211836" y="4572"/>
                  </a:lnTo>
                  <a:lnTo>
                    <a:pt x="186436" y="4572"/>
                  </a:lnTo>
                  <a:close/>
                  <a:moveTo>
                    <a:pt x="237236" y="4572"/>
                  </a:moveTo>
                  <a:lnTo>
                    <a:pt x="262636" y="4572"/>
                  </a:lnTo>
                  <a:lnTo>
                    <a:pt x="237236" y="4572"/>
                  </a:lnTo>
                  <a:close/>
                  <a:moveTo>
                    <a:pt x="288036" y="4572"/>
                  </a:moveTo>
                  <a:lnTo>
                    <a:pt x="313436" y="4572"/>
                  </a:lnTo>
                  <a:lnTo>
                    <a:pt x="288036" y="4572"/>
                  </a:lnTo>
                  <a:close/>
                  <a:moveTo>
                    <a:pt x="338836" y="4572"/>
                  </a:moveTo>
                  <a:lnTo>
                    <a:pt x="364236" y="4572"/>
                  </a:lnTo>
                  <a:lnTo>
                    <a:pt x="338836" y="4572"/>
                  </a:lnTo>
                  <a:close/>
                  <a:moveTo>
                    <a:pt x="389636" y="4572"/>
                  </a:moveTo>
                  <a:lnTo>
                    <a:pt x="415036" y="4572"/>
                  </a:lnTo>
                  <a:lnTo>
                    <a:pt x="389636" y="4572"/>
                  </a:lnTo>
                  <a:close/>
                  <a:moveTo>
                    <a:pt x="440436" y="4572"/>
                  </a:moveTo>
                  <a:lnTo>
                    <a:pt x="465836" y="4572"/>
                  </a:lnTo>
                  <a:lnTo>
                    <a:pt x="440436" y="4572"/>
                  </a:lnTo>
                  <a:close/>
                  <a:moveTo>
                    <a:pt x="491236" y="4572"/>
                  </a:moveTo>
                  <a:lnTo>
                    <a:pt x="516636" y="4572"/>
                  </a:lnTo>
                  <a:lnTo>
                    <a:pt x="491236" y="4572"/>
                  </a:lnTo>
                  <a:close/>
                  <a:moveTo>
                    <a:pt x="542036" y="4572"/>
                  </a:moveTo>
                  <a:lnTo>
                    <a:pt x="567436" y="4572"/>
                  </a:lnTo>
                  <a:lnTo>
                    <a:pt x="542036" y="4572"/>
                  </a:lnTo>
                  <a:close/>
                  <a:moveTo>
                    <a:pt x="592836" y="4572"/>
                  </a:moveTo>
                  <a:lnTo>
                    <a:pt x="618236" y="4572"/>
                  </a:lnTo>
                  <a:lnTo>
                    <a:pt x="592836" y="4572"/>
                  </a:lnTo>
                  <a:close/>
                  <a:moveTo>
                    <a:pt x="643636" y="4572"/>
                  </a:moveTo>
                  <a:lnTo>
                    <a:pt x="669036" y="4572"/>
                  </a:lnTo>
                  <a:lnTo>
                    <a:pt x="643636" y="4572"/>
                  </a:lnTo>
                  <a:close/>
                  <a:moveTo>
                    <a:pt x="694436" y="4572"/>
                  </a:moveTo>
                  <a:lnTo>
                    <a:pt x="719836" y="4572"/>
                  </a:lnTo>
                  <a:lnTo>
                    <a:pt x="694436" y="4572"/>
                  </a:lnTo>
                  <a:close/>
                  <a:moveTo>
                    <a:pt x="745236" y="4572"/>
                  </a:moveTo>
                  <a:lnTo>
                    <a:pt x="770636" y="4572"/>
                  </a:lnTo>
                  <a:lnTo>
                    <a:pt x="745236" y="4572"/>
                  </a:lnTo>
                  <a:close/>
                  <a:moveTo>
                    <a:pt x="796036" y="4572"/>
                  </a:moveTo>
                  <a:lnTo>
                    <a:pt x="821436" y="4572"/>
                  </a:lnTo>
                  <a:lnTo>
                    <a:pt x="796036" y="4572"/>
                  </a:lnTo>
                  <a:close/>
                  <a:moveTo>
                    <a:pt x="846836" y="4572"/>
                  </a:moveTo>
                  <a:lnTo>
                    <a:pt x="872236" y="4572"/>
                  </a:lnTo>
                  <a:lnTo>
                    <a:pt x="846836" y="4572"/>
                  </a:lnTo>
                  <a:close/>
                  <a:moveTo>
                    <a:pt x="897636" y="4572"/>
                  </a:moveTo>
                  <a:lnTo>
                    <a:pt x="923036" y="4572"/>
                  </a:lnTo>
                  <a:lnTo>
                    <a:pt x="897636" y="4572"/>
                  </a:lnTo>
                  <a:close/>
                  <a:moveTo>
                    <a:pt x="948436" y="4572"/>
                  </a:moveTo>
                  <a:lnTo>
                    <a:pt x="973836" y="4572"/>
                  </a:lnTo>
                  <a:lnTo>
                    <a:pt x="948436" y="4572"/>
                  </a:lnTo>
                  <a:close/>
                  <a:moveTo>
                    <a:pt x="999236" y="4572"/>
                  </a:moveTo>
                  <a:lnTo>
                    <a:pt x="1024636" y="4572"/>
                  </a:lnTo>
                  <a:lnTo>
                    <a:pt x="999236" y="4572"/>
                  </a:lnTo>
                  <a:close/>
                  <a:moveTo>
                    <a:pt x="1050036" y="4572"/>
                  </a:moveTo>
                  <a:lnTo>
                    <a:pt x="1075436" y="4572"/>
                  </a:lnTo>
                  <a:lnTo>
                    <a:pt x="1050036" y="4572"/>
                  </a:lnTo>
                  <a:close/>
                  <a:moveTo>
                    <a:pt x="1100836" y="4572"/>
                  </a:moveTo>
                  <a:lnTo>
                    <a:pt x="1126236" y="4572"/>
                  </a:lnTo>
                  <a:lnTo>
                    <a:pt x="1100836" y="4572"/>
                  </a:lnTo>
                  <a:close/>
                  <a:moveTo>
                    <a:pt x="1151636" y="4572"/>
                  </a:moveTo>
                  <a:lnTo>
                    <a:pt x="1177036" y="4572"/>
                  </a:lnTo>
                  <a:lnTo>
                    <a:pt x="1151636" y="4572"/>
                  </a:lnTo>
                  <a:close/>
                  <a:moveTo>
                    <a:pt x="1202436" y="4572"/>
                  </a:moveTo>
                  <a:lnTo>
                    <a:pt x="1227836" y="4572"/>
                  </a:lnTo>
                  <a:lnTo>
                    <a:pt x="1202436" y="4572"/>
                  </a:lnTo>
                  <a:close/>
                  <a:moveTo>
                    <a:pt x="1253236" y="4572"/>
                  </a:moveTo>
                  <a:lnTo>
                    <a:pt x="1278636" y="4572"/>
                  </a:lnTo>
                  <a:lnTo>
                    <a:pt x="1253236" y="4572"/>
                  </a:lnTo>
                  <a:close/>
                  <a:moveTo>
                    <a:pt x="1304036" y="4572"/>
                  </a:moveTo>
                  <a:lnTo>
                    <a:pt x="1329436" y="4572"/>
                  </a:lnTo>
                  <a:lnTo>
                    <a:pt x="1304036" y="4572"/>
                  </a:lnTo>
                  <a:close/>
                  <a:moveTo>
                    <a:pt x="1354836" y="4572"/>
                  </a:moveTo>
                  <a:lnTo>
                    <a:pt x="1380236" y="4572"/>
                  </a:lnTo>
                  <a:lnTo>
                    <a:pt x="1354836" y="4572"/>
                  </a:lnTo>
                  <a:close/>
                  <a:moveTo>
                    <a:pt x="1405636" y="4572"/>
                  </a:moveTo>
                  <a:lnTo>
                    <a:pt x="1431036" y="4572"/>
                  </a:lnTo>
                  <a:lnTo>
                    <a:pt x="1405636" y="4572"/>
                  </a:lnTo>
                  <a:close/>
                  <a:moveTo>
                    <a:pt x="1456436" y="4572"/>
                  </a:moveTo>
                  <a:lnTo>
                    <a:pt x="1481836" y="4572"/>
                  </a:lnTo>
                  <a:lnTo>
                    <a:pt x="1456436" y="4572"/>
                  </a:lnTo>
                  <a:close/>
                  <a:moveTo>
                    <a:pt x="1507236" y="4572"/>
                  </a:moveTo>
                  <a:lnTo>
                    <a:pt x="1532636" y="4572"/>
                  </a:lnTo>
                  <a:lnTo>
                    <a:pt x="1507236" y="4572"/>
                  </a:lnTo>
                  <a:close/>
                  <a:moveTo>
                    <a:pt x="1558036" y="4572"/>
                  </a:moveTo>
                  <a:lnTo>
                    <a:pt x="1583436" y="4572"/>
                  </a:lnTo>
                  <a:lnTo>
                    <a:pt x="1558036" y="4572"/>
                  </a:lnTo>
                  <a:close/>
                  <a:moveTo>
                    <a:pt x="1608836" y="4572"/>
                  </a:moveTo>
                  <a:lnTo>
                    <a:pt x="1634236" y="4572"/>
                  </a:lnTo>
                  <a:lnTo>
                    <a:pt x="1608836" y="4572"/>
                  </a:lnTo>
                  <a:close/>
                  <a:moveTo>
                    <a:pt x="1659636" y="4572"/>
                  </a:moveTo>
                  <a:lnTo>
                    <a:pt x="1685036" y="4572"/>
                  </a:lnTo>
                  <a:lnTo>
                    <a:pt x="1659636" y="4572"/>
                  </a:lnTo>
                  <a:close/>
                  <a:moveTo>
                    <a:pt x="1710436" y="4572"/>
                  </a:moveTo>
                  <a:lnTo>
                    <a:pt x="1735836" y="4572"/>
                  </a:lnTo>
                  <a:lnTo>
                    <a:pt x="1710436" y="4572"/>
                  </a:lnTo>
                  <a:close/>
                  <a:moveTo>
                    <a:pt x="1761236" y="4572"/>
                  </a:moveTo>
                  <a:lnTo>
                    <a:pt x="1786636" y="4572"/>
                  </a:lnTo>
                  <a:lnTo>
                    <a:pt x="1761236" y="4572"/>
                  </a:lnTo>
                  <a:close/>
                  <a:moveTo>
                    <a:pt x="1812036" y="4572"/>
                  </a:moveTo>
                  <a:lnTo>
                    <a:pt x="1837436" y="4572"/>
                  </a:lnTo>
                  <a:lnTo>
                    <a:pt x="1812036" y="4572"/>
                  </a:lnTo>
                  <a:close/>
                  <a:moveTo>
                    <a:pt x="1862836" y="4572"/>
                  </a:moveTo>
                  <a:lnTo>
                    <a:pt x="1888236" y="4572"/>
                  </a:lnTo>
                  <a:lnTo>
                    <a:pt x="1862836" y="4572"/>
                  </a:lnTo>
                  <a:close/>
                  <a:moveTo>
                    <a:pt x="1913636" y="4572"/>
                  </a:moveTo>
                  <a:lnTo>
                    <a:pt x="1939036" y="4572"/>
                  </a:lnTo>
                  <a:lnTo>
                    <a:pt x="1913636" y="4572"/>
                  </a:lnTo>
                  <a:close/>
                  <a:moveTo>
                    <a:pt x="1964436" y="4572"/>
                  </a:moveTo>
                  <a:lnTo>
                    <a:pt x="1989836" y="4572"/>
                  </a:lnTo>
                  <a:lnTo>
                    <a:pt x="1964436" y="4572"/>
                  </a:lnTo>
                  <a:close/>
                  <a:moveTo>
                    <a:pt x="2015236" y="4572"/>
                  </a:moveTo>
                  <a:lnTo>
                    <a:pt x="2040636" y="4572"/>
                  </a:lnTo>
                  <a:lnTo>
                    <a:pt x="2015236" y="4572"/>
                  </a:lnTo>
                  <a:close/>
                  <a:moveTo>
                    <a:pt x="2066036" y="4572"/>
                  </a:moveTo>
                  <a:lnTo>
                    <a:pt x="2091436" y="4572"/>
                  </a:lnTo>
                  <a:lnTo>
                    <a:pt x="2066036" y="4572"/>
                  </a:lnTo>
                  <a:close/>
                  <a:moveTo>
                    <a:pt x="2116836" y="4572"/>
                  </a:moveTo>
                  <a:lnTo>
                    <a:pt x="2142236" y="4572"/>
                  </a:lnTo>
                  <a:lnTo>
                    <a:pt x="2116836" y="4572"/>
                  </a:lnTo>
                  <a:close/>
                  <a:moveTo>
                    <a:pt x="2167636" y="4572"/>
                  </a:moveTo>
                  <a:lnTo>
                    <a:pt x="2193036" y="4572"/>
                  </a:lnTo>
                  <a:lnTo>
                    <a:pt x="2167636" y="4572"/>
                  </a:lnTo>
                  <a:close/>
                  <a:moveTo>
                    <a:pt x="2218436" y="4572"/>
                  </a:moveTo>
                  <a:lnTo>
                    <a:pt x="2243836" y="4572"/>
                  </a:lnTo>
                  <a:lnTo>
                    <a:pt x="2218436" y="4572"/>
                  </a:lnTo>
                  <a:close/>
                  <a:moveTo>
                    <a:pt x="2269236" y="4572"/>
                  </a:moveTo>
                  <a:lnTo>
                    <a:pt x="2294636" y="4572"/>
                  </a:lnTo>
                  <a:lnTo>
                    <a:pt x="2269236" y="4572"/>
                  </a:lnTo>
                  <a:close/>
                  <a:moveTo>
                    <a:pt x="2320036" y="4572"/>
                  </a:moveTo>
                  <a:lnTo>
                    <a:pt x="2345436" y="4572"/>
                  </a:lnTo>
                  <a:lnTo>
                    <a:pt x="2320036" y="4572"/>
                  </a:lnTo>
                  <a:close/>
                  <a:moveTo>
                    <a:pt x="2370836" y="4572"/>
                  </a:moveTo>
                  <a:lnTo>
                    <a:pt x="2396236" y="4572"/>
                  </a:lnTo>
                  <a:lnTo>
                    <a:pt x="2370836" y="4572"/>
                  </a:lnTo>
                  <a:close/>
                  <a:moveTo>
                    <a:pt x="2421636" y="4572"/>
                  </a:moveTo>
                  <a:lnTo>
                    <a:pt x="2447036" y="4572"/>
                  </a:lnTo>
                  <a:lnTo>
                    <a:pt x="2421636" y="4572"/>
                  </a:lnTo>
                  <a:close/>
                  <a:moveTo>
                    <a:pt x="2472436" y="4572"/>
                  </a:moveTo>
                  <a:lnTo>
                    <a:pt x="2497836" y="4572"/>
                  </a:lnTo>
                  <a:lnTo>
                    <a:pt x="2472436" y="4572"/>
                  </a:lnTo>
                  <a:close/>
                  <a:moveTo>
                    <a:pt x="2523236" y="4572"/>
                  </a:moveTo>
                  <a:lnTo>
                    <a:pt x="2548636" y="4572"/>
                  </a:lnTo>
                  <a:lnTo>
                    <a:pt x="2523236" y="4572"/>
                  </a:lnTo>
                  <a:close/>
                  <a:moveTo>
                    <a:pt x="2574036" y="4572"/>
                  </a:moveTo>
                  <a:lnTo>
                    <a:pt x="2599436" y="4572"/>
                  </a:lnTo>
                  <a:lnTo>
                    <a:pt x="2574036" y="4572"/>
                  </a:lnTo>
                  <a:close/>
                  <a:moveTo>
                    <a:pt x="2624836" y="4572"/>
                  </a:moveTo>
                  <a:lnTo>
                    <a:pt x="2650236" y="4572"/>
                  </a:lnTo>
                  <a:lnTo>
                    <a:pt x="2624836" y="4572"/>
                  </a:lnTo>
                  <a:close/>
                  <a:moveTo>
                    <a:pt x="2675636" y="4572"/>
                  </a:moveTo>
                  <a:lnTo>
                    <a:pt x="2701036" y="4572"/>
                  </a:lnTo>
                  <a:lnTo>
                    <a:pt x="2675636" y="4572"/>
                  </a:lnTo>
                  <a:close/>
                  <a:moveTo>
                    <a:pt x="2726436" y="4572"/>
                  </a:moveTo>
                  <a:lnTo>
                    <a:pt x="2751836" y="4572"/>
                  </a:lnTo>
                  <a:lnTo>
                    <a:pt x="2726436" y="4572"/>
                  </a:lnTo>
                  <a:close/>
                  <a:moveTo>
                    <a:pt x="2777236" y="4572"/>
                  </a:moveTo>
                  <a:lnTo>
                    <a:pt x="2802636" y="4572"/>
                  </a:lnTo>
                  <a:lnTo>
                    <a:pt x="2777236" y="4572"/>
                  </a:lnTo>
                  <a:close/>
                  <a:moveTo>
                    <a:pt x="2828036" y="4572"/>
                  </a:moveTo>
                  <a:lnTo>
                    <a:pt x="2853436" y="4572"/>
                  </a:lnTo>
                  <a:lnTo>
                    <a:pt x="2828036" y="4572"/>
                  </a:lnTo>
                  <a:close/>
                  <a:moveTo>
                    <a:pt x="2878836" y="4572"/>
                  </a:moveTo>
                  <a:lnTo>
                    <a:pt x="2904236" y="4572"/>
                  </a:lnTo>
                  <a:lnTo>
                    <a:pt x="2878836" y="4572"/>
                  </a:lnTo>
                  <a:close/>
                  <a:moveTo>
                    <a:pt x="2929636" y="4572"/>
                  </a:moveTo>
                  <a:lnTo>
                    <a:pt x="2955036" y="4572"/>
                  </a:lnTo>
                  <a:lnTo>
                    <a:pt x="2929636" y="4572"/>
                  </a:lnTo>
                  <a:close/>
                  <a:moveTo>
                    <a:pt x="2980436" y="4572"/>
                  </a:moveTo>
                  <a:lnTo>
                    <a:pt x="3005836" y="4572"/>
                  </a:lnTo>
                  <a:lnTo>
                    <a:pt x="2980436" y="4572"/>
                  </a:lnTo>
                  <a:close/>
                  <a:moveTo>
                    <a:pt x="3031236" y="4572"/>
                  </a:moveTo>
                  <a:lnTo>
                    <a:pt x="3056636" y="4572"/>
                  </a:lnTo>
                  <a:lnTo>
                    <a:pt x="3031236" y="4572"/>
                  </a:lnTo>
                  <a:close/>
                  <a:moveTo>
                    <a:pt x="3082036" y="4572"/>
                  </a:moveTo>
                  <a:lnTo>
                    <a:pt x="3107436" y="4572"/>
                  </a:lnTo>
                  <a:lnTo>
                    <a:pt x="3082036" y="4572"/>
                  </a:lnTo>
                  <a:close/>
                  <a:moveTo>
                    <a:pt x="3132836" y="4572"/>
                  </a:moveTo>
                  <a:lnTo>
                    <a:pt x="3158236" y="4572"/>
                  </a:lnTo>
                  <a:lnTo>
                    <a:pt x="3132836" y="4572"/>
                  </a:lnTo>
                  <a:close/>
                  <a:moveTo>
                    <a:pt x="3183636" y="4572"/>
                  </a:moveTo>
                  <a:lnTo>
                    <a:pt x="3209036" y="4572"/>
                  </a:lnTo>
                  <a:lnTo>
                    <a:pt x="3183636" y="4572"/>
                  </a:lnTo>
                  <a:close/>
                  <a:moveTo>
                    <a:pt x="3234436" y="4572"/>
                  </a:moveTo>
                  <a:lnTo>
                    <a:pt x="3259836" y="4572"/>
                  </a:lnTo>
                  <a:lnTo>
                    <a:pt x="3234436" y="4572"/>
                  </a:lnTo>
                  <a:close/>
                  <a:moveTo>
                    <a:pt x="3285236" y="4572"/>
                  </a:moveTo>
                  <a:lnTo>
                    <a:pt x="3310636" y="4572"/>
                  </a:lnTo>
                  <a:lnTo>
                    <a:pt x="3285236" y="4572"/>
                  </a:lnTo>
                  <a:close/>
                  <a:moveTo>
                    <a:pt x="3336036" y="4572"/>
                  </a:moveTo>
                  <a:lnTo>
                    <a:pt x="3361436" y="4572"/>
                  </a:lnTo>
                  <a:lnTo>
                    <a:pt x="3336036" y="4572"/>
                  </a:lnTo>
                  <a:close/>
                  <a:moveTo>
                    <a:pt x="3386836" y="4572"/>
                  </a:moveTo>
                  <a:lnTo>
                    <a:pt x="3412236" y="4572"/>
                  </a:lnTo>
                  <a:lnTo>
                    <a:pt x="3386836" y="4572"/>
                  </a:lnTo>
                  <a:close/>
                  <a:moveTo>
                    <a:pt x="3437636" y="4572"/>
                  </a:moveTo>
                  <a:lnTo>
                    <a:pt x="3463036" y="4572"/>
                  </a:lnTo>
                  <a:lnTo>
                    <a:pt x="3437636" y="4572"/>
                  </a:lnTo>
                  <a:close/>
                  <a:moveTo>
                    <a:pt x="3488436" y="4572"/>
                  </a:moveTo>
                  <a:lnTo>
                    <a:pt x="3513836" y="4572"/>
                  </a:lnTo>
                  <a:lnTo>
                    <a:pt x="3488436" y="4572"/>
                  </a:lnTo>
                  <a:close/>
                  <a:moveTo>
                    <a:pt x="3539236" y="4572"/>
                  </a:moveTo>
                  <a:lnTo>
                    <a:pt x="3564636" y="4572"/>
                  </a:lnTo>
                  <a:lnTo>
                    <a:pt x="3539236" y="4572"/>
                  </a:lnTo>
                  <a:close/>
                  <a:moveTo>
                    <a:pt x="3590036" y="4572"/>
                  </a:moveTo>
                  <a:lnTo>
                    <a:pt x="3615436" y="4572"/>
                  </a:lnTo>
                  <a:lnTo>
                    <a:pt x="3590036" y="4572"/>
                  </a:lnTo>
                  <a:close/>
                  <a:moveTo>
                    <a:pt x="3640836" y="4572"/>
                  </a:moveTo>
                  <a:lnTo>
                    <a:pt x="3666236" y="4572"/>
                  </a:lnTo>
                  <a:lnTo>
                    <a:pt x="3640836" y="4572"/>
                  </a:lnTo>
                  <a:close/>
                  <a:moveTo>
                    <a:pt x="3691636" y="4572"/>
                  </a:moveTo>
                  <a:lnTo>
                    <a:pt x="3717036" y="4572"/>
                  </a:lnTo>
                  <a:lnTo>
                    <a:pt x="3691636" y="4572"/>
                  </a:lnTo>
                  <a:close/>
                  <a:moveTo>
                    <a:pt x="3742436" y="4572"/>
                  </a:moveTo>
                  <a:lnTo>
                    <a:pt x="3767836" y="4572"/>
                  </a:lnTo>
                  <a:lnTo>
                    <a:pt x="3742436" y="4572"/>
                  </a:lnTo>
                  <a:close/>
                  <a:moveTo>
                    <a:pt x="3793236" y="4572"/>
                  </a:moveTo>
                  <a:lnTo>
                    <a:pt x="3818636" y="4572"/>
                  </a:lnTo>
                  <a:lnTo>
                    <a:pt x="3793236" y="4572"/>
                  </a:lnTo>
                  <a:close/>
                  <a:moveTo>
                    <a:pt x="3844036" y="4572"/>
                  </a:moveTo>
                  <a:lnTo>
                    <a:pt x="3869436" y="4572"/>
                  </a:lnTo>
                  <a:lnTo>
                    <a:pt x="3844036" y="4572"/>
                  </a:lnTo>
                  <a:close/>
                  <a:moveTo>
                    <a:pt x="3894836" y="4572"/>
                  </a:moveTo>
                  <a:lnTo>
                    <a:pt x="3920236" y="4572"/>
                  </a:lnTo>
                  <a:lnTo>
                    <a:pt x="3894836" y="4572"/>
                  </a:lnTo>
                  <a:close/>
                  <a:moveTo>
                    <a:pt x="3945636" y="4572"/>
                  </a:moveTo>
                  <a:lnTo>
                    <a:pt x="3971036" y="4572"/>
                  </a:lnTo>
                  <a:lnTo>
                    <a:pt x="3945636" y="4572"/>
                  </a:lnTo>
                  <a:close/>
                  <a:moveTo>
                    <a:pt x="3996436" y="4572"/>
                  </a:moveTo>
                  <a:lnTo>
                    <a:pt x="4021836" y="4572"/>
                  </a:lnTo>
                  <a:lnTo>
                    <a:pt x="3996436" y="4572"/>
                  </a:lnTo>
                  <a:close/>
                  <a:moveTo>
                    <a:pt x="4047236" y="4572"/>
                  </a:moveTo>
                  <a:lnTo>
                    <a:pt x="4072636" y="4572"/>
                  </a:lnTo>
                  <a:lnTo>
                    <a:pt x="4047236" y="4572"/>
                  </a:lnTo>
                  <a:close/>
                  <a:moveTo>
                    <a:pt x="4098036" y="4572"/>
                  </a:moveTo>
                  <a:lnTo>
                    <a:pt x="4123436" y="4572"/>
                  </a:lnTo>
                  <a:lnTo>
                    <a:pt x="4098036" y="4572"/>
                  </a:lnTo>
                  <a:close/>
                  <a:moveTo>
                    <a:pt x="4148836" y="4572"/>
                  </a:moveTo>
                  <a:lnTo>
                    <a:pt x="4174236" y="4572"/>
                  </a:lnTo>
                  <a:lnTo>
                    <a:pt x="4148836" y="4572"/>
                  </a:lnTo>
                  <a:close/>
                  <a:moveTo>
                    <a:pt x="4199636" y="4572"/>
                  </a:moveTo>
                  <a:lnTo>
                    <a:pt x="4225036" y="4572"/>
                  </a:lnTo>
                  <a:lnTo>
                    <a:pt x="4199636" y="4572"/>
                  </a:lnTo>
                  <a:close/>
                  <a:moveTo>
                    <a:pt x="4250436" y="4572"/>
                  </a:moveTo>
                  <a:lnTo>
                    <a:pt x="4275836" y="4572"/>
                  </a:lnTo>
                  <a:lnTo>
                    <a:pt x="4250436" y="4572"/>
                  </a:lnTo>
                  <a:close/>
                  <a:moveTo>
                    <a:pt x="4301236" y="4572"/>
                  </a:moveTo>
                  <a:lnTo>
                    <a:pt x="4326636" y="4572"/>
                  </a:lnTo>
                  <a:lnTo>
                    <a:pt x="4301236" y="4572"/>
                  </a:lnTo>
                  <a:close/>
                  <a:moveTo>
                    <a:pt x="4352036" y="4572"/>
                  </a:moveTo>
                  <a:lnTo>
                    <a:pt x="4377436" y="4572"/>
                  </a:lnTo>
                  <a:lnTo>
                    <a:pt x="4352036" y="4572"/>
                  </a:lnTo>
                  <a:close/>
                  <a:moveTo>
                    <a:pt x="4402836" y="4572"/>
                  </a:moveTo>
                  <a:lnTo>
                    <a:pt x="4428236" y="4572"/>
                  </a:lnTo>
                  <a:lnTo>
                    <a:pt x="4402836" y="4572"/>
                  </a:lnTo>
                  <a:close/>
                  <a:moveTo>
                    <a:pt x="4453636" y="4572"/>
                  </a:moveTo>
                  <a:lnTo>
                    <a:pt x="4479036" y="4572"/>
                  </a:lnTo>
                  <a:lnTo>
                    <a:pt x="4453636" y="4572"/>
                  </a:lnTo>
                  <a:close/>
                  <a:moveTo>
                    <a:pt x="4504436" y="4572"/>
                  </a:moveTo>
                  <a:lnTo>
                    <a:pt x="4529836" y="4572"/>
                  </a:lnTo>
                  <a:lnTo>
                    <a:pt x="4504436" y="4572"/>
                  </a:lnTo>
                  <a:close/>
                  <a:moveTo>
                    <a:pt x="4555236" y="4572"/>
                  </a:moveTo>
                  <a:lnTo>
                    <a:pt x="4580636" y="4572"/>
                  </a:lnTo>
                  <a:lnTo>
                    <a:pt x="4555236" y="4572"/>
                  </a:lnTo>
                  <a:close/>
                  <a:moveTo>
                    <a:pt x="4606036" y="4572"/>
                  </a:moveTo>
                  <a:lnTo>
                    <a:pt x="4631436" y="4572"/>
                  </a:lnTo>
                  <a:lnTo>
                    <a:pt x="4606036" y="4572"/>
                  </a:lnTo>
                  <a:close/>
                  <a:moveTo>
                    <a:pt x="4656836" y="4572"/>
                  </a:moveTo>
                  <a:lnTo>
                    <a:pt x="4682236" y="4572"/>
                  </a:lnTo>
                  <a:lnTo>
                    <a:pt x="4656836" y="4572"/>
                  </a:lnTo>
                  <a:close/>
                  <a:moveTo>
                    <a:pt x="4707636" y="4572"/>
                  </a:moveTo>
                  <a:lnTo>
                    <a:pt x="4733036" y="4572"/>
                  </a:lnTo>
                  <a:lnTo>
                    <a:pt x="4707636" y="4572"/>
                  </a:lnTo>
                  <a:close/>
                  <a:moveTo>
                    <a:pt x="4758436" y="4572"/>
                  </a:moveTo>
                  <a:lnTo>
                    <a:pt x="4783836" y="4572"/>
                  </a:lnTo>
                  <a:lnTo>
                    <a:pt x="4758436" y="4572"/>
                  </a:lnTo>
                  <a:close/>
                  <a:moveTo>
                    <a:pt x="4809236" y="4572"/>
                  </a:moveTo>
                  <a:lnTo>
                    <a:pt x="4834636" y="4572"/>
                  </a:lnTo>
                  <a:lnTo>
                    <a:pt x="4809236" y="4572"/>
                  </a:lnTo>
                  <a:close/>
                  <a:moveTo>
                    <a:pt x="4860036" y="4572"/>
                  </a:moveTo>
                  <a:lnTo>
                    <a:pt x="4885436" y="4572"/>
                  </a:lnTo>
                  <a:lnTo>
                    <a:pt x="4860036" y="4572"/>
                  </a:lnTo>
                  <a:close/>
                  <a:moveTo>
                    <a:pt x="4910836" y="4572"/>
                  </a:moveTo>
                  <a:lnTo>
                    <a:pt x="4936236" y="4572"/>
                  </a:lnTo>
                  <a:lnTo>
                    <a:pt x="4910836" y="4572"/>
                  </a:lnTo>
                  <a:close/>
                  <a:moveTo>
                    <a:pt x="4961636" y="4572"/>
                  </a:moveTo>
                  <a:lnTo>
                    <a:pt x="4987036" y="4572"/>
                  </a:lnTo>
                  <a:lnTo>
                    <a:pt x="4961636" y="4572"/>
                  </a:lnTo>
                  <a:close/>
                  <a:moveTo>
                    <a:pt x="5012436" y="4572"/>
                  </a:moveTo>
                  <a:lnTo>
                    <a:pt x="5037836" y="4572"/>
                  </a:lnTo>
                  <a:lnTo>
                    <a:pt x="5012436" y="4572"/>
                  </a:lnTo>
                  <a:close/>
                  <a:moveTo>
                    <a:pt x="5063236" y="4572"/>
                  </a:moveTo>
                  <a:lnTo>
                    <a:pt x="5088636" y="4572"/>
                  </a:lnTo>
                  <a:lnTo>
                    <a:pt x="5063236" y="4572"/>
                  </a:lnTo>
                  <a:close/>
                  <a:moveTo>
                    <a:pt x="5114036" y="4572"/>
                  </a:moveTo>
                  <a:lnTo>
                    <a:pt x="5139436" y="4572"/>
                  </a:lnTo>
                  <a:lnTo>
                    <a:pt x="5114036" y="4572"/>
                  </a:lnTo>
                  <a:close/>
                  <a:moveTo>
                    <a:pt x="5164836" y="4572"/>
                  </a:moveTo>
                  <a:lnTo>
                    <a:pt x="5190236" y="4572"/>
                  </a:lnTo>
                  <a:lnTo>
                    <a:pt x="5164836" y="4572"/>
                  </a:lnTo>
                  <a:close/>
                  <a:moveTo>
                    <a:pt x="5215636" y="4572"/>
                  </a:moveTo>
                  <a:lnTo>
                    <a:pt x="5241036" y="4572"/>
                  </a:lnTo>
                  <a:lnTo>
                    <a:pt x="5215636" y="4572"/>
                  </a:lnTo>
                  <a:close/>
                  <a:moveTo>
                    <a:pt x="5266436" y="4572"/>
                  </a:moveTo>
                  <a:lnTo>
                    <a:pt x="5291836" y="4572"/>
                  </a:lnTo>
                  <a:lnTo>
                    <a:pt x="5266436" y="4572"/>
                  </a:lnTo>
                  <a:close/>
                  <a:moveTo>
                    <a:pt x="5317236" y="4572"/>
                  </a:moveTo>
                  <a:lnTo>
                    <a:pt x="5342636" y="4572"/>
                  </a:lnTo>
                  <a:lnTo>
                    <a:pt x="5317236" y="4572"/>
                  </a:lnTo>
                  <a:close/>
                  <a:moveTo>
                    <a:pt x="5368036" y="4572"/>
                  </a:moveTo>
                  <a:lnTo>
                    <a:pt x="5393436" y="4572"/>
                  </a:lnTo>
                  <a:lnTo>
                    <a:pt x="5368036" y="4572"/>
                  </a:lnTo>
                  <a:close/>
                  <a:moveTo>
                    <a:pt x="5418836" y="4572"/>
                  </a:moveTo>
                  <a:lnTo>
                    <a:pt x="5444236" y="4572"/>
                  </a:lnTo>
                  <a:lnTo>
                    <a:pt x="5418836" y="4572"/>
                  </a:lnTo>
                  <a:close/>
                  <a:moveTo>
                    <a:pt x="5469636" y="4572"/>
                  </a:moveTo>
                  <a:lnTo>
                    <a:pt x="5495036" y="4572"/>
                  </a:lnTo>
                  <a:lnTo>
                    <a:pt x="5469636" y="4572"/>
                  </a:lnTo>
                  <a:close/>
                  <a:moveTo>
                    <a:pt x="5520436" y="4572"/>
                  </a:moveTo>
                  <a:lnTo>
                    <a:pt x="5545836" y="4572"/>
                  </a:lnTo>
                  <a:lnTo>
                    <a:pt x="5520436" y="4572"/>
                  </a:lnTo>
                  <a:close/>
                  <a:moveTo>
                    <a:pt x="5571236" y="4572"/>
                  </a:moveTo>
                  <a:lnTo>
                    <a:pt x="5596636" y="4572"/>
                  </a:lnTo>
                  <a:lnTo>
                    <a:pt x="5571236" y="4572"/>
                  </a:lnTo>
                  <a:close/>
                  <a:moveTo>
                    <a:pt x="5622036" y="4572"/>
                  </a:moveTo>
                  <a:lnTo>
                    <a:pt x="5647436" y="4572"/>
                  </a:lnTo>
                  <a:lnTo>
                    <a:pt x="5622036" y="4572"/>
                  </a:lnTo>
                  <a:close/>
                  <a:moveTo>
                    <a:pt x="5672836" y="4572"/>
                  </a:moveTo>
                  <a:lnTo>
                    <a:pt x="5698236" y="4572"/>
                  </a:lnTo>
                  <a:lnTo>
                    <a:pt x="5672836" y="4572"/>
                  </a:lnTo>
                  <a:close/>
                  <a:moveTo>
                    <a:pt x="5723636" y="4572"/>
                  </a:moveTo>
                  <a:lnTo>
                    <a:pt x="5749036" y="4572"/>
                  </a:lnTo>
                  <a:lnTo>
                    <a:pt x="5723636" y="4572"/>
                  </a:lnTo>
                  <a:close/>
                  <a:moveTo>
                    <a:pt x="5774436" y="4572"/>
                  </a:moveTo>
                  <a:lnTo>
                    <a:pt x="5799836" y="4572"/>
                  </a:lnTo>
                  <a:lnTo>
                    <a:pt x="5774436" y="4572"/>
                  </a:lnTo>
                  <a:close/>
                  <a:moveTo>
                    <a:pt x="5825236" y="4572"/>
                  </a:moveTo>
                  <a:lnTo>
                    <a:pt x="5850636" y="4572"/>
                  </a:lnTo>
                  <a:lnTo>
                    <a:pt x="5825236" y="4572"/>
                  </a:lnTo>
                  <a:close/>
                  <a:moveTo>
                    <a:pt x="5876036" y="4572"/>
                  </a:moveTo>
                  <a:lnTo>
                    <a:pt x="5901436" y="4572"/>
                  </a:lnTo>
                  <a:lnTo>
                    <a:pt x="5876036" y="4572"/>
                  </a:lnTo>
                  <a:close/>
                  <a:moveTo>
                    <a:pt x="5926836" y="4572"/>
                  </a:moveTo>
                  <a:lnTo>
                    <a:pt x="5952236" y="4572"/>
                  </a:lnTo>
                  <a:lnTo>
                    <a:pt x="5926836" y="4572"/>
                  </a:lnTo>
                  <a:close/>
                  <a:moveTo>
                    <a:pt x="5977636" y="4572"/>
                  </a:moveTo>
                  <a:lnTo>
                    <a:pt x="6003036" y="4572"/>
                  </a:lnTo>
                  <a:lnTo>
                    <a:pt x="5977636" y="4572"/>
                  </a:lnTo>
                  <a:close/>
                  <a:moveTo>
                    <a:pt x="6028436" y="4572"/>
                  </a:moveTo>
                  <a:lnTo>
                    <a:pt x="6053836" y="4572"/>
                  </a:lnTo>
                  <a:lnTo>
                    <a:pt x="6028436" y="4572"/>
                  </a:lnTo>
                  <a:close/>
                  <a:moveTo>
                    <a:pt x="6079236" y="4572"/>
                  </a:moveTo>
                  <a:lnTo>
                    <a:pt x="6104636" y="4572"/>
                  </a:lnTo>
                  <a:lnTo>
                    <a:pt x="6079236" y="4572"/>
                  </a:lnTo>
                  <a:close/>
                  <a:moveTo>
                    <a:pt x="6130036" y="4572"/>
                  </a:moveTo>
                  <a:lnTo>
                    <a:pt x="6155436" y="4572"/>
                  </a:lnTo>
                  <a:lnTo>
                    <a:pt x="6130036" y="4572"/>
                  </a:lnTo>
                  <a:close/>
                  <a:moveTo>
                    <a:pt x="6180836" y="4572"/>
                  </a:moveTo>
                  <a:lnTo>
                    <a:pt x="6206236" y="4572"/>
                  </a:lnTo>
                  <a:lnTo>
                    <a:pt x="6180836" y="4572"/>
                  </a:lnTo>
                  <a:close/>
                  <a:moveTo>
                    <a:pt x="6231636" y="4572"/>
                  </a:moveTo>
                  <a:lnTo>
                    <a:pt x="6257036" y="4572"/>
                  </a:lnTo>
                  <a:lnTo>
                    <a:pt x="6231636" y="4572"/>
                  </a:lnTo>
                  <a:close/>
                  <a:moveTo>
                    <a:pt x="6282436" y="4572"/>
                  </a:moveTo>
                  <a:lnTo>
                    <a:pt x="6307836" y="4572"/>
                  </a:lnTo>
                  <a:lnTo>
                    <a:pt x="6282436" y="4572"/>
                  </a:lnTo>
                  <a:close/>
                  <a:moveTo>
                    <a:pt x="6333236" y="4572"/>
                  </a:moveTo>
                  <a:lnTo>
                    <a:pt x="6358636" y="4572"/>
                  </a:lnTo>
                  <a:lnTo>
                    <a:pt x="6333236" y="4572"/>
                  </a:lnTo>
                  <a:close/>
                  <a:moveTo>
                    <a:pt x="6384036" y="4572"/>
                  </a:moveTo>
                  <a:lnTo>
                    <a:pt x="6409436" y="4572"/>
                  </a:lnTo>
                  <a:lnTo>
                    <a:pt x="6384036" y="4572"/>
                  </a:lnTo>
                  <a:close/>
                  <a:moveTo>
                    <a:pt x="6434836" y="4572"/>
                  </a:moveTo>
                  <a:lnTo>
                    <a:pt x="6460236" y="4572"/>
                  </a:lnTo>
                  <a:lnTo>
                    <a:pt x="6434836" y="4572"/>
                  </a:lnTo>
                  <a:close/>
                  <a:moveTo>
                    <a:pt x="6485636" y="4572"/>
                  </a:moveTo>
                  <a:lnTo>
                    <a:pt x="6511036" y="4572"/>
                  </a:lnTo>
                  <a:lnTo>
                    <a:pt x="6485636" y="4572"/>
                  </a:lnTo>
                  <a:close/>
                  <a:moveTo>
                    <a:pt x="6536436" y="4572"/>
                  </a:moveTo>
                  <a:lnTo>
                    <a:pt x="6561836" y="4572"/>
                  </a:lnTo>
                  <a:lnTo>
                    <a:pt x="6536436" y="4572"/>
                  </a:lnTo>
                  <a:close/>
                  <a:moveTo>
                    <a:pt x="6587236" y="4572"/>
                  </a:moveTo>
                  <a:lnTo>
                    <a:pt x="6612636" y="4572"/>
                  </a:lnTo>
                  <a:lnTo>
                    <a:pt x="6587236" y="4572"/>
                  </a:lnTo>
                  <a:close/>
                  <a:moveTo>
                    <a:pt x="6638036" y="4572"/>
                  </a:moveTo>
                  <a:lnTo>
                    <a:pt x="6663436" y="4572"/>
                  </a:lnTo>
                  <a:lnTo>
                    <a:pt x="6638036" y="4572"/>
                  </a:lnTo>
                  <a:close/>
                  <a:moveTo>
                    <a:pt x="6688836" y="4572"/>
                  </a:moveTo>
                  <a:lnTo>
                    <a:pt x="6714236" y="4572"/>
                  </a:lnTo>
                  <a:lnTo>
                    <a:pt x="6688836" y="4572"/>
                  </a:lnTo>
                  <a:close/>
                  <a:moveTo>
                    <a:pt x="6739636" y="4572"/>
                  </a:moveTo>
                  <a:lnTo>
                    <a:pt x="6765036" y="4572"/>
                  </a:lnTo>
                  <a:lnTo>
                    <a:pt x="6739636" y="4572"/>
                  </a:lnTo>
                  <a:close/>
                  <a:moveTo>
                    <a:pt x="6790436" y="4572"/>
                  </a:moveTo>
                  <a:lnTo>
                    <a:pt x="6815836" y="4572"/>
                  </a:lnTo>
                  <a:lnTo>
                    <a:pt x="6790436" y="4572"/>
                  </a:lnTo>
                  <a:close/>
                  <a:moveTo>
                    <a:pt x="6841236" y="4572"/>
                  </a:moveTo>
                  <a:lnTo>
                    <a:pt x="6866636" y="4572"/>
                  </a:lnTo>
                  <a:lnTo>
                    <a:pt x="6841236" y="4572"/>
                  </a:lnTo>
                  <a:close/>
                  <a:moveTo>
                    <a:pt x="6892036" y="4572"/>
                  </a:moveTo>
                  <a:lnTo>
                    <a:pt x="6917436" y="4572"/>
                  </a:lnTo>
                  <a:lnTo>
                    <a:pt x="6892036" y="4572"/>
                  </a:lnTo>
                  <a:close/>
                  <a:moveTo>
                    <a:pt x="6942836" y="4572"/>
                  </a:moveTo>
                  <a:lnTo>
                    <a:pt x="6968236" y="4572"/>
                  </a:lnTo>
                  <a:lnTo>
                    <a:pt x="6942836" y="4572"/>
                  </a:lnTo>
                  <a:close/>
                  <a:moveTo>
                    <a:pt x="6993636" y="4572"/>
                  </a:moveTo>
                  <a:lnTo>
                    <a:pt x="7019036" y="4572"/>
                  </a:lnTo>
                  <a:lnTo>
                    <a:pt x="6993636" y="4572"/>
                  </a:lnTo>
                  <a:close/>
                  <a:moveTo>
                    <a:pt x="7044436" y="4572"/>
                  </a:moveTo>
                  <a:lnTo>
                    <a:pt x="7069836" y="4572"/>
                  </a:lnTo>
                  <a:lnTo>
                    <a:pt x="7044436" y="4572"/>
                  </a:lnTo>
                  <a:close/>
                  <a:moveTo>
                    <a:pt x="7095236" y="4572"/>
                  </a:moveTo>
                  <a:lnTo>
                    <a:pt x="7120636" y="4572"/>
                  </a:lnTo>
                  <a:lnTo>
                    <a:pt x="7095236" y="4572"/>
                  </a:lnTo>
                  <a:close/>
                  <a:moveTo>
                    <a:pt x="7146036" y="4572"/>
                  </a:moveTo>
                  <a:lnTo>
                    <a:pt x="7171436" y="4572"/>
                  </a:lnTo>
                  <a:lnTo>
                    <a:pt x="7146036" y="4572"/>
                  </a:lnTo>
                  <a:close/>
                  <a:moveTo>
                    <a:pt x="7196836" y="4572"/>
                  </a:moveTo>
                  <a:lnTo>
                    <a:pt x="7222236" y="4572"/>
                  </a:lnTo>
                  <a:lnTo>
                    <a:pt x="7196836" y="4572"/>
                  </a:lnTo>
                  <a:close/>
                  <a:moveTo>
                    <a:pt x="7247636" y="4572"/>
                  </a:moveTo>
                  <a:lnTo>
                    <a:pt x="7273036" y="4572"/>
                  </a:lnTo>
                  <a:lnTo>
                    <a:pt x="7247636" y="4572"/>
                  </a:lnTo>
                  <a:close/>
                  <a:moveTo>
                    <a:pt x="7298436" y="4572"/>
                  </a:moveTo>
                  <a:lnTo>
                    <a:pt x="7323836" y="4572"/>
                  </a:lnTo>
                  <a:lnTo>
                    <a:pt x="7298436" y="4572"/>
                  </a:lnTo>
                  <a:close/>
                  <a:moveTo>
                    <a:pt x="7349236" y="4572"/>
                  </a:moveTo>
                  <a:lnTo>
                    <a:pt x="7374636" y="4572"/>
                  </a:lnTo>
                  <a:lnTo>
                    <a:pt x="7349236" y="4572"/>
                  </a:lnTo>
                  <a:close/>
                  <a:moveTo>
                    <a:pt x="7400036" y="4572"/>
                  </a:moveTo>
                  <a:lnTo>
                    <a:pt x="7425436" y="4572"/>
                  </a:lnTo>
                  <a:lnTo>
                    <a:pt x="7400036" y="4572"/>
                  </a:lnTo>
                  <a:close/>
                  <a:moveTo>
                    <a:pt x="7450836" y="4572"/>
                  </a:moveTo>
                  <a:lnTo>
                    <a:pt x="7476236" y="4572"/>
                  </a:lnTo>
                  <a:lnTo>
                    <a:pt x="7450836" y="4572"/>
                  </a:lnTo>
                  <a:close/>
                  <a:moveTo>
                    <a:pt x="7501636" y="4572"/>
                  </a:moveTo>
                  <a:lnTo>
                    <a:pt x="7527036" y="4572"/>
                  </a:lnTo>
                  <a:lnTo>
                    <a:pt x="7501636" y="4572"/>
                  </a:lnTo>
                  <a:close/>
                  <a:moveTo>
                    <a:pt x="7552436" y="4572"/>
                  </a:moveTo>
                  <a:lnTo>
                    <a:pt x="7577836" y="4572"/>
                  </a:lnTo>
                  <a:lnTo>
                    <a:pt x="7552436" y="4572"/>
                  </a:lnTo>
                  <a:close/>
                  <a:moveTo>
                    <a:pt x="7603236" y="4572"/>
                  </a:moveTo>
                  <a:lnTo>
                    <a:pt x="7628636" y="4572"/>
                  </a:lnTo>
                  <a:lnTo>
                    <a:pt x="7603236" y="4572"/>
                  </a:lnTo>
                  <a:close/>
                  <a:moveTo>
                    <a:pt x="7654036" y="4572"/>
                  </a:moveTo>
                  <a:lnTo>
                    <a:pt x="7679436" y="4572"/>
                  </a:lnTo>
                  <a:lnTo>
                    <a:pt x="7654036" y="4572"/>
                  </a:lnTo>
                  <a:close/>
                  <a:moveTo>
                    <a:pt x="7704836" y="4572"/>
                  </a:moveTo>
                  <a:lnTo>
                    <a:pt x="7730236" y="4572"/>
                  </a:lnTo>
                  <a:lnTo>
                    <a:pt x="7704836" y="4572"/>
                  </a:lnTo>
                  <a:close/>
                  <a:moveTo>
                    <a:pt x="7755636" y="4572"/>
                  </a:moveTo>
                  <a:lnTo>
                    <a:pt x="7781036" y="4572"/>
                  </a:lnTo>
                  <a:lnTo>
                    <a:pt x="7755636" y="4572"/>
                  </a:lnTo>
                  <a:close/>
                  <a:moveTo>
                    <a:pt x="7806436" y="4572"/>
                  </a:moveTo>
                  <a:lnTo>
                    <a:pt x="7831836" y="4572"/>
                  </a:lnTo>
                  <a:lnTo>
                    <a:pt x="7806436" y="4572"/>
                  </a:lnTo>
                  <a:close/>
                  <a:moveTo>
                    <a:pt x="7857236" y="4572"/>
                  </a:moveTo>
                  <a:lnTo>
                    <a:pt x="7882636" y="4572"/>
                  </a:lnTo>
                  <a:lnTo>
                    <a:pt x="7857236" y="4572"/>
                  </a:lnTo>
                  <a:close/>
                  <a:moveTo>
                    <a:pt x="7908036" y="4572"/>
                  </a:moveTo>
                  <a:lnTo>
                    <a:pt x="7933436" y="4572"/>
                  </a:lnTo>
                  <a:lnTo>
                    <a:pt x="7908036" y="4572"/>
                  </a:lnTo>
                  <a:close/>
                  <a:moveTo>
                    <a:pt x="7958836" y="4572"/>
                  </a:moveTo>
                  <a:lnTo>
                    <a:pt x="7984236" y="4572"/>
                  </a:lnTo>
                  <a:lnTo>
                    <a:pt x="7958836" y="4572"/>
                  </a:lnTo>
                  <a:close/>
                  <a:moveTo>
                    <a:pt x="8009636" y="4572"/>
                  </a:moveTo>
                  <a:lnTo>
                    <a:pt x="8035036" y="4572"/>
                  </a:lnTo>
                  <a:lnTo>
                    <a:pt x="8009636" y="4572"/>
                  </a:lnTo>
                  <a:close/>
                  <a:moveTo>
                    <a:pt x="8060436" y="4572"/>
                  </a:moveTo>
                  <a:lnTo>
                    <a:pt x="8085836" y="4572"/>
                  </a:lnTo>
                  <a:lnTo>
                    <a:pt x="8060436" y="4572"/>
                  </a:lnTo>
                  <a:close/>
                  <a:moveTo>
                    <a:pt x="8111236" y="4572"/>
                  </a:moveTo>
                  <a:lnTo>
                    <a:pt x="8136636" y="4572"/>
                  </a:lnTo>
                  <a:lnTo>
                    <a:pt x="8111236" y="4572"/>
                  </a:lnTo>
                  <a:close/>
                  <a:moveTo>
                    <a:pt x="8162036" y="4572"/>
                  </a:moveTo>
                  <a:lnTo>
                    <a:pt x="8187436" y="4572"/>
                  </a:lnTo>
                  <a:lnTo>
                    <a:pt x="8162036" y="4572"/>
                  </a:lnTo>
                  <a:close/>
                  <a:moveTo>
                    <a:pt x="8212836" y="4572"/>
                  </a:moveTo>
                  <a:lnTo>
                    <a:pt x="8238236" y="4572"/>
                  </a:lnTo>
                  <a:lnTo>
                    <a:pt x="8212836" y="4572"/>
                  </a:lnTo>
                  <a:close/>
                  <a:moveTo>
                    <a:pt x="8263636" y="4572"/>
                  </a:moveTo>
                  <a:lnTo>
                    <a:pt x="8289036" y="4572"/>
                  </a:lnTo>
                  <a:lnTo>
                    <a:pt x="8263636" y="4572"/>
                  </a:lnTo>
                  <a:close/>
                  <a:moveTo>
                    <a:pt x="8314436" y="4572"/>
                  </a:moveTo>
                  <a:lnTo>
                    <a:pt x="8339836" y="4572"/>
                  </a:lnTo>
                  <a:lnTo>
                    <a:pt x="8314436" y="4572"/>
                  </a:lnTo>
                  <a:close/>
                  <a:moveTo>
                    <a:pt x="8365236" y="4572"/>
                  </a:moveTo>
                  <a:lnTo>
                    <a:pt x="8390636" y="4572"/>
                  </a:lnTo>
                  <a:lnTo>
                    <a:pt x="8365236" y="4572"/>
                  </a:lnTo>
                  <a:close/>
                  <a:moveTo>
                    <a:pt x="8416036" y="4572"/>
                  </a:moveTo>
                  <a:lnTo>
                    <a:pt x="8441436" y="4572"/>
                  </a:lnTo>
                  <a:lnTo>
                    <a:pt x="8416036" y="4572"/>
                  </a:lnTo>
                  <a:close/>
                  <a:moveTo>
                    <a:pt x="8466836" y="4572"/>
                  </a:moveTo>
                  <a:lnTo>
                    <a:pt x="8492236" y="4572"/>
                  </a:lnTo>
                  <a:lnTo>
                    <a:pt x="8466836" y="4572"/>
                  </a:lnTo>
                  <a:close/>
                  <a:moveTo>
                    <a:pt x="8517636" y="4572"/>
                  </a:moveTo>
                  <a:lnTo>
                    <a:pt x="8543036" y="4572"/>
                  </a:lnTo>
                  <a:lnTo>
                    <a:pt x="8517636" y="4572"/>
                  </a:lnTo>
                  <a:close/>
                  <a:moveTo>
                    <a:pt x="8568436" y="4572"/>
                  </a:moveTo>
                  <a:lnTo>
                    <a:pt x="8593836" y="4572"/>
                  </a:lnTo>
                  <a:lnTo>
                    <a:pt x="8568436" y="4572"/>
                  </a:lnTo>
                  <a:close/>
                  <a:moveTo>
                    <a:pt x="8619236" y="4572"/>
                  </a:moveTo>
                  <a:lnTo>
                    <a:pt x="8644636" y="4572"/>
                  </a:lnTo>
                  <a:lnTo>
                    <a:pt x="8619236" y="4572"/>
                  </a:lnTo>
                  <a:close/>
                  <a:moveTo>
                    <a:pt x="8670036" y="4572"/>
                  </a:moveTo>
                  <a:lnTo>
                    <a:pt x="8695436" y="4572"/>
                  </a:lnTo>
                  <a:lnTo>
                    <a:pt x="8670036" y="4572"/>
                  </a:lnTo>
                  <a:close/>
                  <a:moveTo>
                    <a:pt x="8720836" y="4572"/>
                  </a:moveTo>
                  <a:lnTo>
                    <a:pt x="8746236" y="4572"/>
                  </a:lnTo>
                  <a:lnTo>
                    <a:pt x="8720836" y="4572"/>
                  </a:lnTo>
                  <a:close/>
                  <a:moveTo>
                    <a:pt x="8771636" y="4572"/>
                  </a:moveTo>
                  <a:lnTo>
                    <a:pt x="8797036" y="4572"/>
                  </a:lnTo>
                  <a:lnTo>
                    <a:pt x="8771636" y="4572"/>
                  </a:lnTo>
                  <a:close/>
                  <a:moveTo>
                    <a:pt x="8822436" y="4572"/>
                  </a:moveTo>
                  <a:lnTo>
                    <a:pt x="8847836" y="4572"/>
                  </a:lnTo>
                  <a:lnTo>
                    <a:pt x="8822436" y="4572"/>
                  </a:lnTo>
                  <a:close/>
                  <a:moveTo>
                    <a:pt x="8873236" y="4572"/>
                  </a:moveTo>
                  <a:lnTo>
                    <a:pt x="8898636" y="4572"/>
                  </a:lnTo>
                  <a:lnTo>
                    <a:pt x="8873236" y="4572"/>
                  </a:lnTo>
                  <a:close/>
                  <a:moveTo>
                    <a:pt x="8924036" y="4572"/>
                  </a:moveTo>
                  <a:lnTo>
                    <a:pt x="8949436" y="4572"/>
                  </a:lnTo>
                  <a:lnTo>
                    <a:pt x="8924036" y="4572"/>
                  </a:lnTo>
                  <a:close/>
                  <a:moveTo>
                    <a:pt x="8974836" y="4572"/>
                  </a:moveTo>
                  <a:lnTo>
                    <a:pt x="9000236" y="4572"/>
                  </a:lnTo>
                  <a:lnTo>
                    <a:pt x="8974836" y="4572"/>
                  </a:lnTo>
                  <a:close/>
                  <a:moveTo>
                    <a:pt x="9025636" y="4572"/>
                  </a:moveTo>
                  <a:lnTo>
                    <a:pt x="9051036" y="4572"/>
                  </a:lnTo>
                  <a:lnTo>
                    <a:pt x="9025636" y="4572"/>
                  </a:lnTo>
                  <a:close/>
                  <a:moveTo>
                    <a:pt x="9076436" y="4572"/>
                  </a:moveTo>
                  <a:lnTo>
                    <a:pt x="9101836" y="4572"/>
                  </a:lnTo>
                  <a:lnTo>
                    <a:pt x="9076436" y="4572"/>
                  </a:lnTo>
                  <a:close/>
                  <a:moveTo>
                    <a:pt x="9127236" y="4572"/>
                  </a:moveTo>
                  <a:lnTo>
                    <a:pt x="9152636" y="4572"/>
                  </a:lnTo>
                  <a:lnTo>
                    <a:pt x="9127236" y="4572"/>
                  </a:lnTo>
                  <a:close/>
                  <a:moveTo>
                    <a:pt x="9178036" y="4572"/>
                  </a:moveTo>
                  <a:lnTo>
                    <a:pt x="9203436" y="4572"/>
                  </a:lnTo>
                  <a:lnTo>
                    <a:pt x="9178036" y="4572"/>
                  </a:lnTo>
                  <a:close/>
                  <a:moveTo>
                    <a:pt x="9228836" y="4572"/>
                  </a:moveTo>
                  <a:lnTo>
                    <a:pt x="9254236" y="4572"/>
                  </a:lnTo>
                  <a:lnTo>
                    <a:pt x="9228836" y="4572"/>
                  </a:lnTo>
                  <a:close/>
                  <a:moveTo>
                    <a:pt x="9279636" y="4572"/>
                  </a:moveTo>
                  <a:lnTo>
                    <a:pt x="9305036" y="4572"/>
                  </a:lnTo>
                  <a:lnTo>
                    <a:pt x="9279636" y="4572"/>
                  </a:lnTo>
                  <a:close/>
                  <a:moveTo>
                    <a:pt x="9330436" y="4572"/>
                  </a:moveTo>
                  <a:lnTo>
                    <a:pt x="9355836" y="4572"/>
                  </a:lnTo>
                  <a:lnTo>
                    <a:pt x="9330436" y="4572"/>
                  </a:lnTo>
                  <a:close/>
                  <a:moveTo>
                    <a:pt x="9381236" y="4572"/>
                  </a:moveTo>
                  <a:lnTo>
                    <a:pt x="9406636" y="4572"/>
                  </a:lnTo>
                  <a:lnTo>
                    <a:pt x="9381236" y="4572"/>
                  </a:lnTo>
                  <a:close/>
                  <a:moveTo>
                    <a:pt x="9432036" y="4572"/>
                  </a:moveTo>
                  <a:lnTo>
                    <a:pt x="9457436" y="4572"/>
                  </a:lnTo>
                  <a:lnTo>
                    <a:pt x="9432036" y="4572"/>
                  </a:lnTo>
                  <a:close/>
                  <a:moveTo>
                    <a:pt x="9482836" y="4572"/>
                  </a:moveTo>
                  <a:lnTo>
                    <a:pt x="9508236" y="4572"/>
                  </a:lnTo>
                  <a:lnTo>
                    <a:pt x="9482836" y="4572"/>
                  </a:lnTo>
                  <a:close/>
                  <a:moveTo>
                    <a:pt x="9533636" y="4572"/>
                  </a:moveTo>
                  <a:lnTo>
                    <a:pt x="9559036" y="4572"/>
                  </a:lnTo>
                  <a:lnTo>
                    <a:pt x="9533636" y="4572"/>
                  </a:lnTo>
                  <a:close/>
                  <a:moveTo>
                    <a:pt x="9584436" y="4572"/>
                  </a:moveTo>
                  <a:lnTo>
                    <a:pt x="9609836" y="4572"/>
                  </a:lnTo>
                  <a:lnTo>
                    <a:pt x="9584436" y="4572"/>
                  </a:lnTo>
                  <a:close/>
                  <a:moveTo>
                    <a:pt x="9635236" y="4572"/>
                  </a:moveTo>
                  <a:lnTo>
                    <a:pt x="9660636" y="4572"/>
                  </a:lnTo>
                  <a:lnTo>
                    <a:pt x="9635236" y="4572"/>
                  </a:lnTo>
                  <a:close/>
                  <a:moveTo>
                    <a:pt x="9686036" y="4572"/>
                  </a:moveTo>
                  <a:lnTo>
                    <a:pt x="9711436" y="4572"/>
                  </a:lnTo>
                  <a:lnTo>
                    <a:pt x="9686036" y="4572"/>
                  </a:lnTo>
                  <a:close/>
                  <a:moveTo>
                    <a:pt x="9736836" y="4572"/>
                  </a:moveTo>
                  <a:lnTo>
                    <a:pt x="9762236" y="4572"/>
                  </a:lnTo>
                  <a:lnTo>
                    <a:pt x="9736836" y="4572"/>
                  </a:lnTo>
                  <a:close/>
                  <a:moveTo>
                    <a:pt x="9787636" y="4572"/>
                  </a:moveTo>
                  <a:lnTo>
                    <a:pt x="9813036" y="4572"/>
                  </a:lnTo>
                  <a:lnTo>
                    <a:pt x="9787636" y="4572"/>
                  </a:lnTo>
                  <a:close/>
                  <a:moveTo>
                    <a:pt x="9838436" y="4572"/>
                  </a:moveTo>
                  <a:lnTo>
                    <a:pt x="9863836" y="4572"/>
                  </a:lnTo>
                  <a:lnTo>
                    <a:pt x="9838436" y="4572"/>
                  </a:lnTo>
                  <a:close/>
                  <a:moveTo>
                    <a:pt x="9889236" y="4572"/>
                  </a:moveTo>
                  <a:lnTo>
                    <a:pt x="9914636" y="4572"/>
                  </a:lnTo>
                  <a:lnTo>
                    <a:pt x="9889236" y="4572"/>
                  </a:lnTo>
                  <a:close/>
                  <a:moveTo>
                    <a:pt x="9940036" y="4572"/>
                  </a:moveTo>
                  <a:lnTo>
                    <a:pt x="9965436" y="4572"/>
                  </a:lnTo>
                  <a:lnTo>
                    <a:pt x="9940036" y="4572"/>
                  </a:lnTo>
                  <a:close/>
                  <a:moveTo>
                    <a:pt x="9990836" y="4572"/>
                  </a:moveTo>
                  <a:lnTo>
                    <a:pt x="10016236" y="4572"/>
                  </a:lnTo>
                  <a:lnTo>
                    <a:pt x="9990836" y="4572"/>
                  </a:lnTo>
                  <a:close/>
                  <a:moveTo>
                    <a:pt x="10041636" y="4572"/>
                  </a:moveTo>
                  <a:lnTo>
                    <a:pt x="10067036" y="4572"/>
                  </a:lnTo>
                  <a:lnTo>
                    <a:pt x="10041636" y="4572"/>
                  </a:lnTo>
                  <a:close/>
                  <a:moveTo>
                    <a:pt x="10092436" y="4572"/>
                  </a:moveTo>
                  <a:lnTo>
                    <a:pt x="10117836" y="4572"/>
                  </a:lnTo>
                  <a:lnTo>
                    <a:pt x="10092436" y="4572"/>
                  </a:lnTo>
                  <a:close/>
                  <a:moveTo>
                    <a:pt x="10143236" y="4572"/>
                  </a:moveTo>
                  <a:lnTo>
                    <a:pt x="10168636" y="4572"/>
                  </a:lnTo>
                  <a:lnTo>
                    <a:pt x="10143236" y="4572"/>
                  </a:lnTo>
                  <a:close/>
                  <a:moveTo>
                    <a:pt x="10194036" y="4572"/>
                  </a:moveTo>
                  <a:lnTo>
                    <a:pt x="10219436" y="4572"/>
                  </a:lnTo>
                  <a:lnTo>
                    <a:pt x="10194036" y="4572"/>
                  </a:lnTo>
                  <a:close/>
                  <a:moveTo>
                    <a:pt x="10244836" y="4572"/>
                  </a:moveTo>
                  <a:lnTo>
                    <a:pt x="10270236" y="4572"/>
                  </a:lnTo>
                  <a:lnTo>
                    <a:pt x="10244836" y="4572"/>
                  </a:lnTo>
                  <a:close/>
                  <a:moveTo>
                    <a:pt x="10295636" y="4572"/>
                  </a:moveTo>
                  <a:lnTo>
                    <a:pt x="10321036" y="4572"/>
                  </a:lnTo>
                  <a:lnTo>
                    <a:pt x="10295636" y="4572"/>
                  </a:lnTo>
                  <a:close/>
                  <a:moveTo>
                    <a:pt x="10335768" y="19812"/>
                  </a:moveTo>
                  <a:lnTo>
                    <a:pt x="10335768" y="45212"/>
                  </a:lnTo>
                  <a:lnTo>
                    <a:pt x="10331196" y="45212"/>
                  </a:lnTo>
                  <a:lnTo>
                    <a:pt x="10331196" y="19812"/>
                  </a:lnTo>
                  <a:close/>
                  <a:moveTo>
                    <a:pt x="10331196" y="70612"/>
                  </a:moveTo>
                  <a:lnTo>
                    <a:pt x="10331196" y="96012"/>
                  </a:lnTo>
                  <a:lnTo>
                    <a:pt x="10326624" y="96012"/>
                  </a:lnTo>
                  <a:lnTo>
                    <a:pt x="10326624" y="70612"/>
                  </a:lnTo>
                  <a:close/>
                  <a:moveTo>
                    <a:pt x="10326624" y="121412"/>
                  </a:moveTo>
                  <a:lnTo>
                    <a:pt x="10326624" y="146812"/>
                  </a:lnTo>
                  <a:lnTo>
                    <a:pt x="10322052" y="146812"/>
                  </a:lnTo>
                  <a:lnTo>
                    <a:pt x="10322052" y="121412"/>
                  </a:lnTo>
                  <a:close/>
                  <a:moveTo>
                    <a:pt x="10322052" y="172212"/>
                  </a:moveTo>
                  <a:lnTo>
                    <a:pt x="10322052" y="197612"/>
                  </a:lnTo>
                  <a:lnTo>
                    <a:pt x="10317480" y="197612"/>
                  </a:lnTo>
                  <a:lnTo>
                    <a:pt x="10317480" y="172212"/>
                  </a:lnTo>
                  <a:close/>
                  <a:moveTo>
                    <a:pt x="10317480" y="223012"/>
                  </a:moveTo>
                  <a:lnTo>
                    <a:pt x="10317480" y="248412"/>
                  </a:lnTo>
                  <a:lnTo>
                    <a:pt x="10312908" y="248412"/>
                  </a:lnTo>
                  <a:lnTo>
                    <a:pt x="10312908" y="223012"/>
                  </a:lnTo>
                  <a:close/>
                  <a:moveTo>
                    <a:pt x="10312908" y="273812"/>
                  </a:moveTo>
                  <a:lnTo>
                    <a:pt x="10312908" y="299212"/>
                  </a:lnTo>
                  <a:lnTo>
                    <a:pt x="10308336" y="299212"/>
                  </a:lnTo>
                  <a:lnTo>
                    <a:pt x="10308336" y="273812"/>
                  </a:lnTo>
                  <a:close/>
                  <a:moveTo>
                    <a:pt x="10308336" y="324612"/>
                  </a:moveTo>
                  <a:lnTo>
                    <a:pt x="10308336" y="350012"/>
                  </a:lnTo>
                  <a:lnTo>
                    <a:pt x="10303764" y="350012"/>
                  </a:lnTo>
                  <a:lnTo>
                    <a:pt x="10303764" y="324612"/>
                  </a:lnTo>
                  <a:close/>
                  <a:moveTo>
                    <a:pt x="10303764" y="375412"/>
                  </a:moveTo>
                  <a:lnTo>
                    <a:pt x="10303764" y="400812"/>
                  </a:lnTo>
                  <a:lnTo>
                    <a:pt x="10299192" y="400812"/>
                  </a:lnTo>
                  <a:lnTo>
                    <a:pt x="10299192" y="375412"/>
                  </a:lnTo>
                  <a:close/>
                  <a:moveTo>
                    <a:pt x="10299192" y="426212"/>
                  </a:moveTo>
                  <a:lnTo>
                    <a:pt x="10299192" y="451612"/>
                  </a:lnTo>
                  <a:lnTo>
                    <a:pt x="10294620" y="451612"/>
                  </a:lnTo>
                  <a:lnTo>
                    <a:pt x="10294620" y="426212"/>
                  </a:lnTo>
                  <a:close/>
                  <a:moveTo>
                    <a:pt x="10294620" y="477012"/>
                  </a:moveTo>
                  <a:lnTo>
                    <a:pt x="10294620" y="502412"/>
                  </a:lnTo>
                  <a:lnTo>
                    <a:pt x="10290048" y="502412"/>
                  </a:lnTo>
                  <a:lnTo>
                    <a:pt x="10290048" y="477012"/>
                  </a:lnTo>
                  <a:close/>
                  <a:moveTo>
                    <a:pt x="10290048" y="527812"/>
                  </a:moveTo>
                  <a:lnTo>
                    <a:pt x="10290048" y="553212"/>
                  </a:lnTo>
                  <a:lnTo>
                    <a:pt x="10285476" y="553212"/>
                  </a:lnTo>
                  <a:lnTo>
                    <a:pt x="10285476" y="527812"/>
                  </a:lnTo>
                  <a:close/>
                  <a:moveTo>
                    <a:pt x="10285476" y="578612"/>
                  </a:moveTo>
                  <a:lnTo>
                    <a:pt x="10285476" y="604012"/>
                  </a:lnTo>
                  <a:lnTo>
                    <a:pt x="10280904" y="604012"/>
                  </a:lnTo>
                  <a:lnTo>
                    <a:pt x="10280904" y="578612"/>
                  </a:lnTo>
                  <a:close/>
                  <a:moveTo>
                    <a:pt x="10280904" y="629412"/>
                  </a:moveTo>
                  <a:lnTo>
                    <a:pt x="10280904" y="654812"/>
                  </a:lnTo>
                  <a:lnTo>
                    <a:pt x="10276332" y="654812"/>
                  </a:lnTo>
                  <a:lnTo>
                    <a:pt x="10276332" y="629412"/>
                  </a:lnTo>
                  <a:close/>
                  <a:moveTo>
                    <a:pt x="10276332" y="680212"/>
                  </a:moveTo>
                  <a:lnTo>
                    <a:pt x="10276332" y="705612"/>
                  </a:lnTo>
                  <a:lnTo>
                    <a:pt x="10271760" y="705612"/>
                  </a:lnTo>
                  <a:lnTo>
                    <a:pt x="10271760" y="680212"/>
                  </a:lnTo>
                  <a:close/>
                  <a:moveTo>
                    <a:pt x="10271760" y="731012"/>
                  </a:moveTo>
                  <a:lnTo>
                    <a:pt x="10271760" y="756412"/>
                  </a:lnTo>
                  <a:lnTo>
                    <a:pt x="10267188" y="756412"/>
                  </a:lnTo>
                  <a:lnTo>
                    <a:pt x="10267188" y="731012"/>
                  </a:lnTo>
                  <a:close/>
                  <a:moveTo>
                    <a:pt x="10267188" y="781812"/>
                  </a:moveTo>
                  <a:lnTo>
                    <a:pt x="10267188" y="807212"/>
                  </a:lnTo>
                  <a:lnTo>
                    <a:pt x="10262616" y="807212"/>
                  </a:lnTo>
                  <a:lnTo>
                    <a:pt x="10262616" y="781812"/>
                  </a:lnTo>
                  <a:close/>
                  <a:moveTo>
                    <a:pt x="10262616" y="832612"/>
                  </a:moveTo>
                  <a:lnTo>
                    <a:pt x="10262616" y="858012"/>
                  </a:lnTo>
                  <a:lnTo>
                    <a:pt x="10258044" y="858012"/>
                  </a:lnTo>
                  <a:lnTo>
                    <a:pt x="10258044" y="832612"/>
                  </a:lnTo>
                  <a:close/>
                  <a:moveTo>
                    <a:pt x="10258044" y="883412"/>
                  </a:moveTo>
                  <a:lnTo>
                    <a:pt x="10258044" y="908812"/>
                  </a:lnTo>
                  <a:lnTo>
                    <a:pt x="10253472" y="908812"/>
                  </a:lnTo>
                  <a:lnTo>
                    <a:pt x="10253472" y="883412"/>
                  </a:lnTo>
                  <a:close/>
                  <a:moveTo>
                    <a:pt x="10253472" y="934212"/>
                  </a:moveTo>
                  <a:lnTo>
                    <a:pt x="10253472" y="959612"/>
                  </a:lnTo>
                  <a:lnTo>
                    <a:pt x="10248900" y="959612"/>
                  </a:lnTo>
                  <a:lnTo>
                    <a:pt x="10248900" y="934212"/>
                  </a:lnTo>
                  <a:close/>
                  <a:moveTo>
                    <a:pt x="10248900" y="985012"/>
                  </a:moveTo>
                  <a:lnTo>
                    <a:pt x="10248900" y="1010412"/>
                  </a:lnTo>
                  <a:lnTo>
                    <a:pt x="10244328" y="1010412"/>
                  </a:lnTo>
                  <a:lnTo>
                    <a:pt x="10244328" y="985012"/>
                  </a:lnTo>
                  <a:close/>
                  <a:moveTo>
                    <a:pt x="10244328" y="1035812"/>
                  </a:moveTo>
                  <a:lnTo>
                    <a:pt x="10244328" y="1061212"/>
                  </a:lnTo>
                  <a:lnTo>
                    <a:pt x="10239756" y="1061212"/>
                  </a:lnTo>
                  <a:lnTo>
                    <a:pt x="10239756" y="1035812"/>
                  </a:lnTo>
                  <a:close/>
                  <a:moveTo>
                    <a:pt x="10239756" y="1086612"/>
                  </a:moveTo>
                  <a:lnTo>
                    <a:pt x="10239756" y="1112012"/>
                  </a:lnTo>
                  <a:lnTo>
                    <a:pt x="10235184" y="1112012"/>
                  </a:lnTo>
                  <a:lnTo>
                    <a:pt x="10235184" y="1086612"/>
                  </a:lnTo>
                  <a:close/>
                  <a:moveTo>
                    <a:pt x="10235184" y="1137412"/>
                  </a:moveTo>
                  <a:lnTo>
                    <a:pt x="10235184" y="1162812"/>
                  </a:lnTo>
                  <a:lnTo>
                    <a:pt x="10230612" y="1162812"/>
                  </a:lnTo>
                  <a:lnTo>
                    <a:pt x="10230612" y="1137412"/>
                  </a:lnTo>
                  <a:close/>
                  <a:moveTo>
                    <a:pt x="10230612" y="1188212"/>
                  </a:moveTo>
                  <a:lnTo>
                    <a:pt x="10230612" y="1200658"/>
                  </a:lnTo>
                  <a:cubicBezTo>
                    <a:pt x="10230612" y="1201928"/>
                    <a:pt x="10229596" y="1202944"/>
                    <a:pt x="10228326" y="1202944"/>
                  </a:cubicBezTo>
                  <a:lnTo>
                    <a:pt x="10215372" y="1202944"/>
                  </a:lnTo>
                  <a:lnTo>
                    <a:pt x="10215372" y="1193800"/>
                  </a:lnTo>
                  <a:lnTo>
                    <a:pt x="10228326" y="1193800"/>
                  </a:lnTo>
                  <a:lnTo>
                    <a:pt x="10228326" y="1196086"/>
                  </a:lnTo>
                  <a:lnTo>
                    <a:pt x="10226040" y="1196086"/>
                  </a:lnTo>
                  <a:lnTo>
                    <a:pt x="10226040" y="1183640"/>
                  </a:lnTo>
                  <a:close/>
                  <a:moveTo>
                    <a:pt x="10185400" y="1198372"/>
                  </a:moveTo>
                  <a:lnTo>
                    <a:pt x="10160000" y="1198372"/>
                  </a:lnTo>
                  <a:lnTo>
                    <a:pt x="10160000" y="1193800"/>
                  </a:lnTo>
                  <a:lnTo>
                    <a:pt x="10185400" y="1193800"/>
                  </a:lnTo>
                  <a:close/>
                  <a:moveTo>
                    <a:pt x="10134600" y="1193800"/>
                  </a:moveTo>
                  <a:lnTo>
                    <a:pt x="10109200" y="1193800"/>
                  </a:lnTo>
                  <a:lnTo>
                    <a:pt x="10134600" y="1193800"/>
                  </a:lnTo>
                  <a:close/>
                  <a:moveTo>
                    <a:pt x="10083800" y="1193800"/>
                  </a:moveTo>
                  <a:lnTo>
                    <a:pt x="10058400" y="1193800"/>
                  </a:lnTo>
                  <a:lnTo>
                    <a:pt x="10083800" y="1193800"/>
                  </a:lnTo>
                  <a:close/>
                  <a:moveTo>
                    <a:pt x="10033000" y="1193800"/>
                  </a:moveTo>
                  <a:lnTo>
                    <a:pt x="10007600" y="1193800"/>
                  </a:lnTo>
                  <a:lnTo>
                    <a:pt x="10033000" y="1193800"/>
                  </a:lnTo>
                  <a:close/>
                  <a:moveTo>
                    <a:pt x="9982200" y="1193800"/>
                  </a:moveTo>
                  <a:lnTo>
                    <a:pt x="9956800" y="1193800"/>
                  </a:lnTo>
                  <a:lnTo>
                    <a:pt x="9982200" y="1193800"/>
                  </a:lnTo>
                  <a:close/>
                  <a:moveTo>
                    <a:pt x="9931400" y="1193800"/>
                  </a:moveTo>
                  <a:lnTo>
                    <a:pt x="9906000" y="1193800"/>
                  </a:lnTo>
                  <a:lnTo>
                    <a:pt x="9931400" y="1193800"/>
                  </a:lnTo>
                  <a:close/>
                  <a:moveTo>
                    <a:pt x="9880600" y="1193800"/>
                  </a:moveTo>
                  <a:lnTo>
                    <a:pt x="9855200" y="1193800"/>
                  </a:lnTo>
                  <a:lnTo>
                    <a:pt x="9880600" y="1193800"/>
                  </a:lnTo>
                  <a:close/>
                  <a:moveTo>
                    <a:pt x="9829800" y="1193800"/>
                  </a:moveTo>
                  <a:lnTo>
                    <a:pt x="9804400" y="1193800"/>
                  </a:lnTo>
                  <a:lnTo>
                    <a:pt x="9829800" y="1193800"/>
                  </a:lnTo>
                  <a:close/>
                  <a:moveTo>
                    <a:pt x="9779000" y="1193800"/>
                  </a:moveTo>
                  <a:lnTo>
                    <a:pt x="9753600" y="1193800"/>
                  </a:lnTo>
                  <a:lnTo>
                    <a:pt x="9779000" y="1193800"/>
                  </a:lnTo>
                  <a:close/>
                  <a:moveTo>
                    <a:pt x="9728200" y="1193800"/>
                  </a:moveTo>
                  <a:lnTo>
                    <a:pt x="9702800" y="1193800"/>
                  </a:lnTo>
                  <a:lnTo>
                    <a:pt x="9728200" y="1193800"/>
                  </a:lnTo>
                  <a:close/>
                  <a:moveTo>
                    <a:pt x="9677400" y="1193800"/>
                  </a:moveTo>
                  <a:lnTo>
                    <a:pt x="9652000" y="1193800"/>
                  </a:lnTo>
                  <a:lnTo>
                    <a:pt x="9677400" y="1193800"/>
                  </a:lnTo>
                  <a:close/>
                  <a:moveTo>
                    <a:pt x="9626600" y="1193800"/>
                  </a:moveTo>
                  <a:lnTo>
                    <a:pt x="9601200" y="1193800"/>
                  </a:lnTo>
                  <a:lnTo>
                    <a:pt x="9626600" y="1193800"/>
                  </a:lnTo>
                  <a:close/>
                  <a:moveTo>
                    <a:pt x="9575800" y="1193800"/>
                  </a:moveTo>
                  <a:lnTo>
                    <a:pt x="9550400" y="1193800"/>
                  </a:lnTo>
                  <a:lnTo>
                    <a:pt x="9575800" y="1193800"/>
                  </a:lnTo>
                  <a:close/>
                  <a:moveTo>
                    <a:pt x="9525000" y="1193800"/>
                  </a:moveTo>
                  <a:lnTo>
                    <a:pt x="9499600" y="1193800"/>
                  </a:lnTo>
                  <a:lnTo>
                    <a:pt x="9525000" y="1193800"/>
                  </a:lnTo>
                  <a:close/>
                  <a:moveTo>
                    <a:pt x="9474200" y="1193800"/>
                  </a:moveTo>
                  <a:lnTo>
                    <a:pt x="9448800" y="1193800"/>
                  </a:lnTo>
                  <a:lnTo>
                    <a:pt x="9474200" y="1193800"/>
                  </a:lnTo>
                  <a:close/>
                  <a:moveTo>
                    <a:pt x="9423400" y="1193800"/>
                  </a:moveTo>
                  <a:lnTo>
                    <a:pt x="9398000" y="1193800"/>
                  </a:lnTo>
                  <a:lnTo>
                    <a:pt x="9423400" y="1193800"/>
                  </a:lnTo>
                  <a:close/>
                  <a:moveTo>
                    <a:pt x="9372600" y="1193800"/>
                  </a:moveTo>
                  <a:lnTo>
                    <a:pt x="9347200" y="1193800"/>
                  </a:lnTo>
                  <a:lnTo>
                    <a:pt x="9372600" y="1193800"/>
                  </a:lnTo>
                  <a:close/>
                  <a:moveTo>
                    <a:pt x="9321800" y="1193800"/>
                  </a:moveTo>
                  <a:lnTo>
                    <a:pt x="9296400" y="1193800"/>
                  </a:lnTo>
                  <a:lnTo>
                    <a:pt x="9321800" y="1193800"/>
                  </a:lnTo>
                  <a:close/>
                  <a:moveTo>
                    <a:pt x="9271000" y="1193800"/>
                  </a:moveTo>
                  <a:lnTo>
                    <a:pt x="9245600" y="1193800"/>
                  </a:lnTo>
                  <a:lnTo>
                    <a:pt x="9271000" y="1193800"/>
                  </a:lnTo>
                  <a:close/>
                  <a:moveTo>
                    <a:pt x="9220200" y="1193800"/>
                  </a:moveTo>
                  <a:lnTo>
                    <a:pt x="9194800" y="1193800"/>
                  </a:lnTo>
                  <a:lnTo>
                    <a:pt x="9220200" y="1193800"/>
                  </a:lnTo>
                  <a:close/>
                  <a:moveTo>
                    <a:pt x="9169400" y="1193800"/>
                  </a:moveTo>
                  <a:lnTo>
                    <a:pt x="9144000" y="1193800"/>
                  </a:lnTo>
                  <a:lnTo>
                    <a:pt x="9169400" y="1193800"/>
                  </a:lnTo>
                  <a:close/>
                  <a:moveTo>
                    <a:pt x="9118600" y="1193800"/>
                  </a:moveTo>
                  <a:lnTo>
                    <a:pt x="9093200" y="1193800"/>
                  </a:lnTo>
                  <a:lnTo>
                    <a:pt x="9118600" y="1193800"/>
                  </a:lnTo>
                  <a:close/>
                  <a:moveTo>
                    <a:pt x="9067800" y="1193800"/>
                  </a:moveTo>
                  <a:lnTo>
                    <a:pt x="9042400" y="1193800"/>
                  </a:lnTo>
                  <a:lnTo>
                    <a:pt x="9067800" y="1193800"/>
                  </a:lnTo>
                  <a:close/>
                  <a:moveTo>
                    <a:pt x="9017000" y="1193800"/>
                  </a:moveTo>
                  <a:lnTo>
                    <a:pt x="8991600" y="1193800"/>
                  </a:lnTo>
                  <a:lnTo>
                    <a:pt x="9017000" y="1193800"/>
                  </a:lnTo>
                  <a:close/>
                  <a:moveTo>
                    <a:pt x="8966200" y="1193800"/>
                  </a:moveTo>
                  <a:lnTo>
                    <a:pt x="8940800" y="1193800"/>
                  </a:lnTo>
                  <a:lnTo>
                    <a:pt x="8966200" y="1193800"/>
                  </a:lnTo>
                  <a:close/>
                  <a:moveTo>
                    <a:pt x="8915400" y="1193800"/>
                  </a:moveTo>
                  <a:lnTo>
                    <a:pt x="8890000" y="1193800"/>
                  </a:lnTo>
                  <a:lnTo>
                    <a:pt x="8915400" y="1193800"/>
                  </a:lnTo>
                  <a:close/>
                  <a:moveTo>
                    <a:pt x="8864600" y="1193800"/>
                  </a:moveTo>
                  <a:lnTo>
                    <a:pt x="8839200" y="1193800"/>
                  </a:lnTo>
                  <a:lnTo>
                    <a:pt x="8864600" y="1193800"/>
                  </a:lnTo>
                  <a:close/>
                  <a:moveTo>
                    <a:pt x="8813800" y="1193800"/>
                  </a:moveTo>
                  <a:lnTo>
                    <a:pt x="8788400" y="1193800"/>
                  </a:lnTo>
                  <a:lnTo>
                    <a:pt x="8813800" y="1193800"/>
                  </a:lnTo>
                  <a:close/>
                  <a:moveTo>
                    <a:pt x="8763000" y="1193800"/>
                  </a:moveTo>
                  <a:lnTo>
                    <a:pt x="8737600" y="1193800"/>
                  </a:lnTo>
                  <a:lnTo>
                    <a:pt x="8763000" y="1193800"/>
                  </a:lnTo>
                  <a:close/>
                  <a:moveTo>
                    <a:pt x="8712200" y="1193800"/>
                  </a:moveTo>
                  <a:lnTo>
                    <a:pt x="8686800" y="1193800"/>
                  </a:lnTo>
                  <a:lnTo>
                    <a:pt x="8712200" y="1193800"/>
                  </a:lnTo>
                  <a:close/>
                  <a:moveTo>
                    <a:pt x="8661400" y="1193800"/>
                  </a:moveTo>
                  <a:lnTo>
                    <a:pt x="8636000" y="1193800"/>
                  </a:lnTo>
                  <a:lnTo>
                    <a:pt x="8661400" y="1193800"/>
                  </a:lnTo>
                  <a:close/>
                  <a:moveTo>
                    <a:pt x="8610600" y="1193800"/>
                  </a:moveTo>
                  <a:lnTo>
                    <a:pt x="8585200" y="1193800"/>
                  </a:lnTo>
                  <a:lnTo>
                    <a:pt x="8610600" y="1193800"/>
                  </a:lnTo>
                  <a:close/>
                  <a:moveTo>
                    <a:pt x="8559800" y="1193800"/>
                  </a:moveTo>
                  <a:lnTo>
                    <a:pt x="8534400" y="1193800"/>
                  </a:lnTo>
                  <a:lnTo>
                    <a:pt x="8559800" y="1193800"/>
                  </a:lnTo>
                  <a:close/>
                  <a:moveTo>
                    <a:pt x="8509000" y="1193800"/>
                  </a:moveTo>
                  <a:lnTo>
                    <a:pt x="8483600" y="1193800"/>
                  </a:lnTo>
                  <a:lnTo>
                    <a:pt x="8509000" y="1193800"/>
                  </a:lnTo>
                  <a:close/>
                  <a:moveTo>
                    <a:pt x="8458200" y="1193800"/>
                  </a:moveTo>
                  <a:lnTo>
                    <a:pt x="8432800" y="1193800"/>
                  </a:lnTo>
                  <a:lnTo>
                    <a:pt x="8458200" y="1193800"/>
                  </a:lnTo>
                  <a:close/>
                  <a:moveTo>
                    <a:pt x="8407400" y="1193800"/>
                  </a:moveTo>
                  <a:lnTo>
                    <a:pt x="8382000" y="1193800"/>
                  </a:lnTo>
                  <a:lnTo>
                    <a:pt x="8407400" y="1193800"/>
                  </a:lnTo>
                  <a:close/>
                  <a:moveTo>
                    <a:pt x="8356600" y="1193800"/>
                  </a:moveTo>
                  <a:lnTo>
                    <a:pt x="8331200" y="1193800"/>
                  </a:lnTo>
                  <a:lnTo>
                    <a:pt x="8356600" y="1193800"/>
                  </a:lnTo>
                  <a:close/>
                  <a:moveTo>
                    <a:pt x="8305800" y="1193800"/>
                  </a:moveTo>
                  <a:lnTo>
                    <a:pt x="8280400" y="1193800"/>
                  </a:lnTo>
                  <a:lnTo>
                    <a:pt x="8305800" y="1193800"/>
                  </a:lnTo>
                  <a:close/>
                  <a:moveTo>
                    <a:pt x="8255000" y="1193800"/>
                  </a:moveTo>
                  <a:lnTo>
                    <a:pt x="8229600" y="1193800"/>
                  </a:lnTo>
                  <a:lnTo>
                    <a:pt x="8255000" y="1193800"/>
                  </a:lnTo>
                  <a:close/>
                  <a:moveTo>
                    <a:pt x="8204200" y="1193800"/>
                  </a:moveTo>
                  <a:lnTo>
                    <a:pt x="8178800" y="1193800"/>
                  </a:lnTo>
                  <a:lnTo>
                    <a:pt x="8204200" y="1193800"/>
                  </a:lnTo>
                  <a:close/>
                  <a:moveTo>
                    <a:pt x="8153400" y="1193800"/>
                  </a:moveTo>
                  <a:lnTo>
                    <a:pt x="8128000" y="1193800"/>
                  </a:lnTo>
                  <a:lnTo>
                    <a:pt x="8153400" y="1193800"/>
                  </a:lnTo>
                  <a:close/>
                  <a:moveTo>
                    <a:pt x="8102600" y="1193800"/>
                  </a:moveTo>
                  <a:lnTo>
                    <a:pt x="8077200" y="1193800"/>
                  </a:lnTo>
                  <a:lnTo>
                    <a:pt x="8102600" y="1193800"/>
                  </a:lnTo>
                  <a:close/>
                  <a:moveTo>
                    <a:pt x="8051800" y="1193800"/>
                  </a:moveTo>
                  <a:lnTo>
                    <a:pt x="8026400" y="1193800"/>
                  </a:lnTo>
                  <a:lnTo>
                    <a:pt x="8051800" y="1193800"/>
                  </a:lnTo>
                  <a:close/>
                  <a:moveTo>
                    <a:pt x="8001000" y="1193800"/>
                  </a:moveTo>
                  <a:lnTo>
                    <a:pt x="7975600" y="1193800"/>
                  </a:lnTo>
                  <a:lnTo>
                    <a:pt x="8001000" y="1193800"/>
                  </a:lnTo>
                  <a:close/>
                  <a:moveTo>
                    <a:pt x="7950200" y="1193800"/>
                  </a:moveTo>
                  <a:lnTo>
                    <a:pt x="7924800" y="1193800"/>
                  </a:lnTo>
                  <a:lnTo>
                    <a:pt x="7950200" y="1193800"/>
                  </a:lnTo>
                  <a:close/>
                  <a:moveTo>
                    <a:pt x="7899400" y="1193800"/>
                  </a:moveTo>
                  <a:lnTo>
                    <a:pt x="7874000" y="1193800"/>
                  </a:lnTo>
                  <a:lnTo>
                    <a:pt x="7899400" y="1193800"/>
                  </a:lnTo>
                  <a:close/>
                  <a:moveTo>
                    <a:pt x="7848600" y="1193800"/>
                  </a:moveTo>
                  <a:lnTo>
                    <a:pt x="7823200" y="1193800"/>
                  </a:lnTo>
                  <a:lnTo>
                    <a:pt x="7848600" y="1193800"/>
                  </a:lnTo>
                  <a:close/>
                  <a:moveTo>
                    <a:pt x="7797800" y="1193800"/>
                  </a:moveTo>
                  <a:lnTo>
                    <a:pt x="7772400" y="1193800"/>
                  </a:lnTo>
                  <a:lnTo>
                    <a:pt x="7797800" y="1193800"/>
                  </a:lnTo>
                  <a:close/>
                  <a:moveTo>
                    <a:pt x="7747000" y="1193800"/>
                  </a:moveTo>
                  <a:lnTo>
                    <a:pt x="7721600" y="1193800"/>
                  </a:lnTo>
                  <a:lnTo>
                    <a:pt x="7747000" y="1193800"/>
                  </a:lnTo>
                  <a:close/>
                  <a:moveTo>
                    <a:pt x="7696200" y="1193800"/>
                  </a:moveTo>
                  <a:lnTo>
                    <a:pt x="7670800" y="1193800"/>
                  </a:lnTo>
                  <a:lnTo>
                    <a:pt x="7696200" y="1193800"/>
                  </a:lnTo>
                  <a:close/>
                  <a:moveTo>
                    <a:pt x="7645400" y="1193800"/>
                  </a:moveTo>
                  <a:lnTo>
                    <a:pt x="7620000" y="1193800"/>
                  </a:lnTo>
                  <a:lnTo>
                    <a:pt x="7645400" y="1193800"/>
                  </a:lnTo>
                  <a:close/>
                  <a:moveTo>
                    <a:pt x="7594600" y="1193800"/>
                  </a:moveTo>
                  <a:lnTo>
                    <a:pt x="7569200" y="1193800"/>
                  </a:lnTo>
                  <a:lnTo>
                    <a:pt x="7594600" y="1193800"/>
                  </a:lnTo>
                  <a:close/>
                  <a:moveTo>
                    <a:pt x="7543800" y="1193800"/>
                  </a:moveTo>
                  <a:lnTo>
                    <a:pt x="7518400" y="1193800"/>
                  </a:lnTo>
                  <a:lnTo>
                    <a:pt x="7543800" y="1193800"/>
                  </a:lnTo>
                  <a:close/>
                  <a:moveTo>
                    <a:pt x="7493000" y="1193800"/>
                  </a:moveTo>
                  <a:lnTo>
                    <a:pt x="7467600" y="1193800"/>
                  </a:lnTo>
                  <a:lnTo>
                    <a:pt x="7493000" y="1193800"/>
                  </a:lnTo>
                  <a:close/>
                  <a:moveTo>
                    <a:pt x="7442200" y="1193800"/>
                  </a:moveTo>
                  <a:lnTo>
                    <a:pt x="7416800" y="1193800"/>
                  </a:lnTo>
                  <a:lnTo>
                    <a:pt x="7442200" y="1193800"/>
                  </a:lnTo>
                  <a:close/>
                  <a:moveTo>
                    <a:pt x="7391400" y="1193800"/>
                  </a:moveTo>
                  <a:lnTo>
                    <a:pt x="7366000" y="1193800"/>
                  </a:lnTo>
                  <a:lnTo>
                    <a:pt x="7391400" y="1193800"/>
                  </a:lnTo>
                  <a:close/>
                  <a:moveTo>
                    <a:pt x="7340600" y="1193800"/>
                  </a:moveTo>
                  <a:lnTo>
                    <a:pt x="7315200" y="1193800"/>
                  </a:lnTo>
                  <a:lnTo>
                    <a:pt x="7340600" y="1193800"/>
                  </a:lnTo>
                  <a:close/>
                  <a:moveTo>
                    <a:pt x="7289800" y="1193800"/>
                  </a:moveTo>
                  <a:lnTo>
                    <a:pt x="7264400" y="1193800"/>
                  </a:lnTo>
                  <a:lnTo>
                    <a:pt x="7289800" y="1193800"/>
                  </a:lnTo>
                  <a:close/>
                  <a:moveTo>
                    <a:pt x="7239000" y="1193800"/>
                  </a:moveTo>
                  <a:lnTo>
                    <a:pt x="7213600" y="1193800"/>
                  </a:lnTo>
                  <a:lnTo>
                    <a:pt x="7239000" y="1193800"/>
                  </a:lnTo>
                  <a:close/>
                  <a:moveTo>
                    <a:pt x="7188200" y="1193800"/>
                  </a:moveTo>
                  <a:lnTo>
                    <a:pt x="7162800" y="1193800"/>
                  </a:lnTo>
                  <a:lnTo>
                    <a:pt x="7188200" y="1193800"/>
                  </a:lnTo>
                  <a:close/>
                  <a:moveTo>
                    <a:pt x="7137400" y="1193800"/>
                  </a:moveTo>
                  <a:lnTo>
                    <a:pt x="7112000" y="1193800"/>
                  </a:lnTo>
                  <a:lnTo>
                    <a:pt x="7137400" y="1193800"/>
                  </a:lnTo>
                  <a:close/>
                  <a:moveTo>
                    <a:pt x="7086600" y="1193800"/>
                  </a:moveTo>
                  <a:lnTo>
                    <a:pt x="7061200" y="1193800"/>
                  </a:lnTo>
                  <a:lnTo>
                    <a:pt x="7086600" y="1193800"/>
                  </a:lnTo>
                  <a:close/>
                  <a:moveTo>
                    <a:pt x="7035800" y="1193800"/>
                  </a:moveTo>
                  <a:lnTo>
                    <a:pt x="7010400" y="1193800"/>
                  </a:lnTo>
                  <a:lnTo>
                    <a:pt x="7035800" y="1193800"/>
                  </a:lnTo>
                  <a:close/>
                  <a:moveTo>
                    <a:pt x="6985000" y="1193800"/>
                  </a:moveTo>
                  <a:lnTo>
                    <a:pt x="6959600" y="1193800"/>
                  </a:lnTo>
                  <a:lnTo>
                    <a:pt x="6985000" y="1193800"/>
                  </a:lnTo>
                  <a:close/>
                  <a:moveTo>
                    <a:pt x="6934200" y="1193800"/>
                  </a:moveTo>
                  <a:lnTo>
                    <a:pt x="6908800" y="1193800"/>
                  </a:lnTo>
                  <a:lnTo>
                    <a:pt x="6934200" y="1193800"/>
                  </a:lnTo>
                  <a:close/>
                  <a:moveTo>
                    <a:pt x="6883400" y="1193800"/>
                  </a:moveTo>
                  <a:lnTo>
                    <a:pt x="6858000" y="1193800"/>
                  </a:lnTo>
                  <a:lnTo>
                    <a:pt x="6883400" y="1193800"/>
                  </a:lnTo>
                  <a:close/>
                  <a:moveTo>
                    <a:pt x="6832600" y="1193800"/>
                  </a:moveTo>
                  <a:lnTo>
                    <a:pt x="6807200" y="1193800"/>
                  </a:lnTo>
                  <a:lnTo>
                    <a:pt x="6832600" y="1193800"/>
                  </a:lnTo>
                  <a:close/>
                  <a:moveTo>
                    <a:pt x="6781800" y="1193800"/>
                  </a:moveTo>
                  <a:lnTo>
                    <a:pt x="6756400" y="1193800"/>
                  </a:lnTo>
                  <a:lnTo>
                    <a:pt x="6781800" y="1193800"/>
                  </a:lnTo>
                  <a:close/>
                  <a:moveTo>
                    <a:pt x="6731000" y="1193800"/>
                  </a:moveTo>
                  <a:lnTo>
                    <a:pt x="6705600" y="1193800"/>
                  </a:lnTo>
                  <a:lnTo>
                    <a:pt x="6731000" y="1193800"/>
                  </a:lnTo>
                  <a:close/>
                  <a:moveTo>
                    <a:pt x="6680200" y="1193800"/>
                  </a:moveTo>
                  <a:lnTo>
                    <a:pt x="6654800" y="1193800"/>
                  </a:lnTo>
                  <a:lnTo>
                    <a:pt x="6680200" y="1193800"/>
                  </a:lnTo>
                  <a:close/>
                  <a:moveTo>
                    <a:pt x="6629400" y="1193800"/>
                  </a:moveTo>
                  <a:lnTo>
                    <a:pt x="6604000" y="1193800"/>
                  </a:lnTo>
                  <a:lnTo>
                    <a:pt x="6629400" y="1193800"/>
                  </a:lnTo>
                  <a:close/>
                  <a:moveTo>
                    <a:pt x="6578600" y="1193800"/>
                  </a:moveTo>
                  <a:lnTo>
                    <a:pt x="6553200" y="1193800"/>
                  </a:lnTo>
                  <a:lnTo>
                    <a:pt x="6578600" y="1193800"/>
                  </a:lnTo>
                  <a:close/>
                  <a:moveTo>
                    <a:pt x="6527800" y="1193800"/>
                  </a:moveTo>
                  <a:lnTo>
                    <a:pt x="6502400" y="1193800"/>
                  </a:lnTo>
                  <a:lnTo>
                    <a:pt x="6527800" y="1193800"/>
                  </a:lnTo>
                  <a:close/>
                  <a:moveTo>
                    <a:pt x="6477000" y="1193800"/>
                  </a:moveTo>
                  <a:lnTo>
                    <a:pt x="6451600" y="1193800"/>
                  </a:lnTo>
                  <a:lnTo>
                    <a:pt x="6477000" y="1193800"/>
                  </a:lnTo>
                  <a:close/>
                  <a:moveTo>
                    <a:pt x="6426200" y="1193800"/>
                  </a:moveTo>
                  <a:lnTo>
                    <a:pt x="6400800" y="1193800"/>
                  </a:lnTo>
                  <a:lnTo>
                    <a:pt x="6426200" y="1193800"/>
                  </a:lnTo>
                  <a:close/>
                  <a:moveTo>
                    <a:pt x="6375400" y="1193800"/>
                  </a:moveTo>
                  <a:lnTo>
                    <a:pt x="6350000" y="1193800"/>
                  </a:lnTo>
                  <a:lnTo>
                    <a:pt x="6375400" y="1193800"/>
                  </a:lnTo>
                  <a:close/>
                  <a:moveTo>
                    <a:pt x="6324600" y="1193800"/>
                  </a:moveTo>
                  <a:lnTo>
                    <a:pt x="6299200" y="1193800"/>
                  </a:lnTo>
                  <a:lnTo>
                    <a:pt x="6324600" y="1193800"/>
                  </a:lnTo>
                  <a:close/>
                  <a:moveTo>
                    <a:pt x="6273800" y="1193800"/>
                  </a:moveTo>
                  <a:lnTo>
                    <a:pt x="6248400" y="1193800"/>
                  </a:lnTo>
                  <a:lnTo>
                    <a:pt x="6273800" y="1193800"/>
                  </a:lnTo>
                  <a:close/>
                  <a:moveTo>
                    <a:pt x="6223000" y="1193800"/>
                  </a:moveTo>
                  <a:lnTo>
                    <a:pt x="6197600" y="1193800"/>
                  </a:lnTo>
                  <a:lnTo>
                    <a:pt x="6223000" y="1193800"/>
                  </a:lnTo>
                  <a:close/>
                  <a:moveTo>
                    <a:pt x="6172200" y="1193800"/>
                  </a:moveTo>
                  <a:lnTo>
                    <a:pt x="6146800" y="1193800"/>
                  </a:lnTo>
                  <a:lnTo>
                    <a:pt x="6172200" y="1193800"/>
                  </a:lnTo>
                  <a:close/>
                  <a:moveTo>
                    <a:pt x="6121400" y="1193800"/>
                  </a:moveTo>
                  <a:lnTo>
                    <a:pt x="6096000" y="1193800"/>
                  </a:lnTo>
                  <a:lnTo>
                    <a:pt x="6121400" y="1193800"/>
                  </a:lnTo>
                  <a:close/>
                  <a:moveTo>
                    <a:pt x="6070600" y="1193800"/>
                  </a:moveTo>
                  <a:lnTo>
                    <a:pt x="6045200" y="1193800"/>
                  </a:lnTo>
                  <a:lnTo>
                    <a:pt x="6070600" y="1193800"/>
                  </a:lnTo>
                  <a:close/>
                  <a:moveTo>
                    <a:pt x="6019800" y="1193800"/>
                  </a:moveTo>
                  <a:lnTo>
                    <a:pt x="5994400" y="1193800"/>
                  </a:lnTo>
                  <a:lnTo>
                    <a:pt x="6019800" y="1193800"/>
                  </a:lnTo>
                  <a:close/>
                  <a:moveTo>
                    <a:pt x="5969000" y="1193800"/>
                  </a:moveTo>
                  <a:lnTo>
                    <a:pt x="5943600" y="1193800"/>
                  </a:lnTo>
                  <a:lnTo>
                    <a:pt x="5969000" y="1193800"/>
                  </a:lnTo>
                  <a:close/>
                  <a:moveTo>
                    <a:pt x="5918200" y="1193800"/>
                  </a:moveTo>
                  <a:lnTo>
                    <a:pt x="5892800" y="1193800"/>
                  </a:lnTo>
                  <a:lnTo>
                    <a:pt x="5918200" y="1193800"/>
                  </a:lnTo>
                  <a:close/>
                  <a:moveTo>
                    <a:pt x="5867400" y="1193800"/>
                  </a:moveTo>
                  <a:lnTo>
                    <a:pt x="5842000" y="1193800"/>
                  </a:lnTo>
                  <a:lnTo>
                    <a:pt x="5867400" y="1193800"/>
                  </a:lnTo>
                  <a:close/>
                  <a:moveTo>
                    <a:pt x="5816600" y="1193800"/>
                  </a:moveTo>
                  <a:lnTo>
                    <a:pt x="5791200" y="1193800"/>
                  </a:lnTo>
                  <a:lnTo>
                    <a:pt x="5816600" y="1193800"/>
                  </a:lnTo>
                  <a:close/>
                  <a:moveTo>
                    <a:pt x="5765800" y="1193800"/>
                  </a:moveTo>
                  <a:lnTo>
                    <a:pt x="5740400" y="1193800"/>
                  </a:lnTo>
                  <a:lnTo>
                    <a:pt x="5765800" y="1193800"/>
                  </a:lnTo>
                  <a:close/>
                  <a:moveTo>
                    <a:pt x="5715000" y="1193800"/>
                  </a:moveTo>
                  <a:lnTo>
                    <a:pt x="5689600" y="1193800"/>
                  </a:lnTo>
                  <a:lnTo>
                    <a:pt x="5715000" y="1193800"/>
                  </a:lnTo>
                  <a:close/>
                  <a:moveTo>
                    <a:pt x="5664200" y="1193800"/>
                  </a:moveTo>
                  <a:lnTo>
                    <a:pt x="5638800" y="1193800"/>
                  </a:lnTo>
                  <a:lnTo>
                    <a:pt x="5664200" y="1193800"/>
                  </a:lnTo>
                  <a:close/>
                  <a:moveTo>
                    <a:pt x="5613400" y="1193800"/>
                  </a:moveTo>
                  <a:lnTo>
                    <a:pt x="5588000" y="1193800"/>
                  </a:lnTo>
                  <a:lnTo>
                    <a:pt x="5613400" y="1193800"/>
                  </a:lnTo>
                  <a:close/>
                  <a:moveTo>
                    <a:pt x="5562600" y="1193800"/>
                  </a:moveTo>
                  <a:lnTo>
                    <a:pt x="5537200" y="1193800"/>
                  </a:lnTo>
                  <a:lnTo>
                    <a:pt x="5562600" y="1193800"/>
                  </a:lnTo>
                  <a:close/>
                  <a:moveTo>
                    <a:pt x="5511800" y="1193800"/>
                  </a:moveTo>
                  <a:lnTo>
                    <a:pt x="5486400" y="1193800"/>
                  </a:lnTo>
                  <a:lnTo>
                    <a:pt x="5511800" y="1193800"/>
                  </a:lnTo>
                  <a:close/>
                  <a:moveTo>
                    <a:pt x="5461000" y="1193800"/>
                  </a:moveTo>
                  <a:lnTo>
                    <a:pt x="5435600" y="1193800"/>
                  </a:lnTo>
                  <a:lnTo>
                    <a:pt x="5461000" y="1193800"/>
                  </a:lnTo>
                  <a:close/>
                  <a:moveTo>
                    <a:pt x="5410200" y="1193800"/>
                  </a:moveTo>
                  <a:lnTo>
                    <a:pt x="5384800" y="1193800"/>
                  </a:lnTo>
                  <a:lnTo>
                    <a:pt x="5410200" y="1193800"/>
                  </a:lnTo>
                  <a:close/>
                  <a:moveTo>
                    <a:pt x="5359400" y="1193800"/>
                  </a:moveTo>
                  <a:lnTo>
                    <a:pt x="5334000" y="1193800"/>
                  </a:lnTo>
                  <a:lnTo>
                    <a:pt x="5359400" y="1193800"/>
                  </a:lnTo>
                  <a:close/>
                  <a:moveTo>
                    <a:pt x="5308600" y="1193800"/>
                  </a:moveTo>
                  <a:lnTo>
                    <a:pt x="5283200" y="1193800"/>
                  </a:lnTo>
                  <a:lnTo>
                    <a:pt x="5308600" y="1193800"/>
                  </a:lnTo>
                  <a:close/>
                  <a:moveTo>
                    <a:pt x="5257800" y="1193800"/>
                  </a:moveTo>
                  <a:lnTo>
                    <a:pt x="5232400" y="1193800"/>
                  </a:lnTo>
                  <a:lnTo>
                    <a:pt x="5257800" y="1193800"/>
                  </a:lnTo>
                  <a:close/>
                  <a:moveTo>
                    <a:pt x="5207000" y="1193800"/>
                  </a:moveTo>
                  <a:lnTo>
                    <a:pt x="5181600" y="1193800"/>
                  </a:lnTo>
                  <a:lnTo>
                    <a:pt x="5207000" y="1193800"/>
                  </a:lnTo>
                  <a:close/>
                  <a:moveTo>
                    <a:pt x="5156200" y="1193800"/>
                  </a:moveTo>
                  <a:lnTo>
                    <a:pt x="5130800" y="1193800"/>
                  </a:lnTo>
                  <a:lnTo>
                    <a:pt x="5156200" y="1193800"/>
                  </a:lnTo>
                  <a:close/>
                  <a:moveTo>
                    <a:pt x="5105400" y="1193800"/>
                  </a:moveTo>
                  <a:lnTo>
                    <a:pt x="5080000" y="1193800"/>
                  </a:lnTo>
                  <a:lnTo>
                    <a:pt x="5105400" y="1193800"/>
                  </a:lnTo>
                  <a:close/>
                  <a:moveTo>
                    <a:pt x="5054600" y="1193800"/>
                  </a:moveTo>
                  <a:lnTo>
                    <a:pt x="5029200" y="1193800"/>
                  </a:lnTo>
                  <a:lnTo>
                    <a:pt x="5054600" y="1193800"/>
                  </a:lnTo>
                  <a:close/>
                  <a:moveTo>
                    <a:pt x="5003800" y="1193800"/>
                  </a:moveTo>
                  <a:lnTo>
                    <a:pt x="4978400" y="1193800"/>
                  </a:lnTo>
                  <a:lnTo>
                    <a:pt x="5003800" y="1193800"/>
                  </a:lnTo>
                  <a:close/>
                  <a:moveTo>
                    <a:pt x="4953000" y="1193800"/>
                  </a:moveTo>
                  <a:lnTo>
                    <a:pt x="4927600" y="1193800"/>
                  </a:lnTo>
                  <a:lnTo>
                    <a:pt x="4953000" y="1193800"/>
                  </a:lnTo>
                  <a:close/>
                  <a:moveTo>
                    <a:pt x="4902200" y="1193800"/>
                  </a:moveTo>
                  <a:lnTo>
                    <a:pt x="4876800" y="1193800"/>
                  </a:lnTo>
                  <a:lnTo>
                    <a:pt x="4902200" y="1193800"/>
                  </a:lnTo>
                  <a:close/>
                  <a:moveTo>
                    <a:pt x="4851400" y="1193800"/>
                  </a:moveTo>
                  <a:lnTo>
                    <a:pt x="4826000" y="1193800"/>
                  </a:lnTo>
                  <a:lnTo>
                    <a:pt x="4851400" y="1193800"/>
                  </a:lnTo>
                  <a:close/>
                  <a:moveTo>
                    <a:pt x="4800600" y="1193800"/>
                  </a:moveTo>
                  <a:lnTo>
                    <a:pt x="4775200" y="1193800"/>
                  </a:lnTo>
                  <a:lnTo>
                    <a:pt x="4800600" y="1193800"/>
                  </a:lnTo>
                  <a:close/>
                  <a:moveTo>
                    <a:pt x="4749800" y="1193800"/>
                  </a:moveTo>
                  <a:lnTo>
                    <a:pt x="4724400" y="1193800"/>
                  </a:lnTo>
                  <a:lnTo>
                    <a:pt x="4749800" y="1193800"/>
                  </a:lnTo>
                  <a:close/>
                  <a:moveTo>
                    <a:pt x="4699000" y="1193800"/>
                  </a:moveTo>
                  <a:lnTo>
                    <a:pt x="4673600" y="1193800"/>
                  </a:lnTo>
                  <a:lnTo>
                    <a:pt x="4699000" y="1193800"/>
                  </a:lnTo>
                  <a:close/>
                  <a:moveTo>
                    <a:pt x="4648200" y="1193800"/>
                  </a:moveTo>
                  <a:lnTo>
                    <a:pt x="4622800" y="1193800"/>
                  </a:lnTo>
                  <a:lnTo>
                    <a:pt x="4648200" y="1193800"/>
                  </a:lnTo>
                  <a:close/>
                  <a:moveTo>
                    <a:pt x="4597400" y="1193800"/>
                  </a:moveTo>
                  <a:lnTo>
                    <a:pt x="4572000" y="1193800"/>
                  </a:lnTo>
                  <a:lnTo>
                    <a:pt x="4597400" y="1193800"/>
                  </a:lnTo>
                  <a:close/>
                  <a:moveTo>
                    <a:pt x="4546600" y="1193800"/>
                  </a:moveTo>
                  <a:lnTo>
                    <a:pt x="4521200" y="1193800"/>
                  </a:lnTo>
                  <a:lnTo>
                    <a:pt x="4546600" y="1193800"/>
                  </a:lnTo>
                  <a:close/>
                  <a:moveTo>
                    <a:pt x="4495800" y="1193800"/>
                  </a:moveTo>
                  <a:lnTo>
                    <a:pt x="4470400" y="1193800"/>
                  </a:lnTo>
                  <a:lnTo>
                    <a:pt x="4495800" y="1193800"/>
                  </a:lnTo>
                  <a:close/>
                  <a:moveTo>
                    <a:pt x="4445000" y="1193800"/>
                  </a:moveTo>
                  <a:lnTo>
                    <a:pt x="4419600" y="1193800"/>
                  </a:lnTo>
                  <a:lnTo>
                    <a:pt x="4445000" y="1193800"/>
                  </a:lnTo>
                  <a:close/>
                  <a:moveTo>
                    <a:pt x="4394200" y="1193800"/>
                  </a:moveTo>
                  <a:lnTo>
                    <a:pt x="4368800" y="1193800"/>
                  </a:lnTo>
                  <a:lnTo>
                    <a:pt x="4394200" y="1193800"/>
                  </a:lnTo>
                  <a:close/>
                  <a:moveTo>
                    <a:pt x="4343400" y="1193800"/>
                  </a:moveTo>
                  <a:lnTo>
                    <a:pt x="4318000" y="1193800"/>
                  </a:lnTo>
                  <a:lnTo>
                    <a:pt x="4343400" y="1193800"/>
                  </a:lnTo>
                  <a:close/>
                  <a:moveTo>
                    <a:pt x="4292600" y="1193800"/>
                  </a:moveTo>
                  <a:lnTo>
                    <a:pt x="4267200" y="1193800"/>
                  </a:lnTo>
                  <a:lnTo>
                    <a:pt x="4292600" y="1193800"/>
                  </a:lnTo>
                  <a:close/>
                  <a:moveTo>
                    <a:pt x="4241800" y="1193800"/>
                  </a:moveTo>
                  <a:lnTo>
                    <a:pt x="4216400" y="1193800"/>
                  </a:lnTo>
                  <a:lnTo>
                    <a:pt x="4241800" y="1193800"/>
                  </a:lnTo>
                  <a:close/>
                  <a:moveTo>
                    <a:pt x="4191000" y="1193800"/>
                  </a:moveTo>
                  <a:lnTo>
                    <a:pt x="4165600" y="1193800"/>
                  </a:lnTo>
                  <a:lnTo>
                    <a:pt x="4191000" y="1193800"/>
                  </a:lnTo>
                  <a:close/>
                  <a:moveTo>
                    <a:pt x="4140200" y="1193800"/>
                  </a:moveTo>
                  <a:lnTo>
                    <a:pt x="4114800" y="1193800"/>
                  </a:lnTo>
                  <a:lnTo>
                    <a:pt x="4140200" y="1193800"/>
                  </a:lnTo>
                  <a:close/>
                  <a:moveTo>
                    <a:pt x="4089400" y="1193800"/>
                  </a:moveTo>
                  <a:lnTo>
                    <a:pt x="4064000" y="1193800"/>
                  </a:lnTo>
                  <a:lnTo>
                    <a:pt x="4089400" y="1193800"/>
                  </a:lnTo>
                  <a:close/>
                  <a:moveTo>
                    <a:pt x="4038600" y="1193800"/>
                  </a:moveTo>
                  <a:lnTo>
                    <a:pt x="4013200" y="1193800"/>
                  </a:lnTo>
                  <a:lnTo>
                    <a:pt x="4038600" y="1193800"/>
                  </a:lnTo>
                  <a:close/>
                  <a:moveTo>
                    <a:pt x="3987800" y="1193800"/>
                  </a:moveTo>
                  <a:lnTo>
                    <a:pt x="3962400" y="1193800"/>
                  </a:lnTo>
                  <a:lnTo>
                    <a:pt x="3987800" y="1193800"/>
                  </a:lnTo>
                  <a:close/>
                  <a:moveTo>
                    <a:pt x="3937000" y="1193800"/>
                  </a:moveTo>
                  <a:lnTo>
                    <a:pt x="3911600" y="1193800"/>
                  </a:lnTo>
                  <a:lnTo>
                    <a:pt x="3937000" y="1193800"/>
                  </a:lnTo>
                  <a:close/>
                  <a:moveTo>
                    <a:pt x="3886200" y="1193800"/>
                  </a:moveTo>
                  <a:lnTo>
                    <a:pt x="3860800" y="1193800"/>
                  </a:lnTo>
                  <a:lnTo>
                    <a:pt x="3886200" y="1193800"/>
                  </a:lnTo>
                  <a:close/>
                  <a:moveTo>
                    <a:pt x="3835400" y="1193800"/>
                  </a:moveTo>
                  <a:lnTo>
                    <a:pt x="3810000" y="1193800"/>
                  </a:lnTo>
                  <a:lnTo>
                    <a:pt x="3835400" y="1193800"/>
                  </a:lnTo>
                  <a:close/>
                  <a:moveTo>
                    <a:pt x="3784600" y="1193800"/>
                  </a:moveTo>
                  <a:lnTo>
                    <a:pt x="3759200" y="1193800"/>
                  </a:lnTo>
                  <a:lnTo>
                    <a:pt x="3784600" y="1193800"/>
                  </a:lnTo>
                  <a:close/>
                  <a:moveTo>
                    <a:pt x="3733800" y="1193800"/>
                  </a:moveTo>
                  <a:lnTo>
                    <a:pt x="3708400" y="1193800"/>
                  </a:lnTo>
                  <a:lnTo>
                    <a:pt x="3733800" y="1193800"/>
                  </a:lnTo>
                  <a:close/>
                  <a:moveTo>
                    <a:pt x="3683000" y="1193800"/>
                  </a:moveTo>
                  <a:lnTo>
                    <a:pt x="3657600" y="1193800"/>
                  </a:lnTo>
                  <a:lnTo>
                    <a:pt x="3683000" y="1193800"/>
                  </a:lnTo>
                  <a:close/>
                  <a:moveTo>
                    <a:pt x="3632200" y="1193800"/>
                  </a:moveTo>
                  <a:lnTo>
                    <a:pt x="3606800" y="1193800"/>
                  </a:lnTo>
                  <a:lnTo>
                    <a:pt x="3632200" y="1193800"/>
                  </a:lnTo>
                  <a:close/>
                  <a:moveTo>
                    <a:pt x="3581400" y="1193800"/>
                  </a:moveTo>
                  <a:lnTo>
                    <a:pt x="3556000" y="1193800"/>
                  </a:lnTo>
                  <a:lnTo>
                    <a:pt x="3581400" y="1193800"/>
                  </a:lnTo>
                  <a:close/>
                  <a:moveTo>
                    <a:pt x="3530600" y="1193800"/>
                  </a:moveTo>
                  <a:lnTo>
                    <a:pt x="3505200" y="1193800"/>
                  </a:lnTo>
                  <a:lnTo>
                    <a:pt x="3530600" y="1193800"/>
                  </a:lnTo>
                  <a:close/>
                  <a:moveTo>
                    <a:pt x="3479800" y="1193800"/>
                  </a:moveTo>
                  <a:lnTo>
                    <a:pt x="3454400" y="1193800"/>
                  </a:lnTo>
                  <a:lnTo>
                    <a:pt x="3479800" y="1193800"/>
                  </a:lnTo>
                  <a:close/>
                  <a:moveTo>
                    <a:pt x="3429000" y="1193800"/>
                  </a:moveTo>
                  <a:lnTo>
                    <a:pt x="3403600" y="1193800"/>
                  </a:lnTo>
                  <a:lnTo>
                    <a:pt x="3429000" y="1193800"/>
                  </a:lnTo>
                  <a:close/>
                  <a:moveTo>
                    <a:pt x="3378200" y="1193800"/>
                  </a:moveTo>
                  <a:lnTo>
                    <a:pt x="3352800" y="1193800"/>
                  </a:lnTo>
                  <a:lnTo>
                    <a:pt x="3378200" y="1193800"/>
                  </a:lnTo>
                  <a:close/>
                  <a:moveTo>
                    <a:pt x="3327400" y="1193800"/>
                  </a:moveTo>
                  <a:lnTo>
                    <a:pt x="3302000" y="1193800"/>
                  </a:lnTo>
                  <a:lnTo>
                    <a:pt x="3327400" y="1193800"/>
                  </a:lnTo>
                  <a:close/>
                  <a:moveTo>
                    <a:pt x="3276600" y="1193800"/>
                  </a:moveTo>
                  <a:lnTo>
                    <a:pt x="3251200" y="1193800"/>
                  </a:lnTo>
                  <a:lnTo>
                    <a:pt x="3276600" y="1193800"/>
                  </a:lnTo>
                  <a:close/>
                  <a:moveTo>
                    <a:pt x="3225800" y="1193800"/>
                  </a:moveTo>
                  <a:lnTo>
                    <a:pt x="3200400" y="1193800"/>
                  </a:lnTo>
                  <a:lnTo>
                    <a:pt x="3225800" y="1193800"/>
                  </a:lnTo>
                  <a:close/>
                  <a:moveTo>
                    <a:pt x="3175000" y="1193800"/>
                  </a:moveTo>
                  <a:lnTo>
                    <a:pt x="3149600" y="1193800"/>
                  </a:lnTo>
                  <a:lnTo>
                    <a:pt x="3175000" y="1193800"/>
                  </a:lnTo>
                  <a:close/>
                  <a:moveTo>
                    <a:pt x="3124200" y="1193800"/>
                  </a:moveTo>
                  <a:lnTo>
                    <a:pt x="3098800" y="1193800"/>
                  </a:lnTo>
                  <a:lnTo>
                    <a:pt x="3124200" y="1193800"/>
                  </a:lnTo>
                  <a:close/>
                  <a:moveTo>
                    <a:pt x="3073400" y="1193800"/>
                  </a:moveTo>
                  <a:lnTo>
                    <a:pt x="3048000" y="1193800"/>
                  </a:lnTo>
                  <a:lnTo>
                    <a:pt x="3073400" y="1193800"/>
                  </a:lnTo>
                  <a:close/>
                  <a:moveTo>
                    <a:pt x="3022600" y="1193800"/>
                  </a:moveTo>
                  <a:lnTo>
                    <a:pt x="2997200" y="1193800"/>
                  </a:lnTo>
                  <a:lnTo>
                    <a:pt x="3022600" y="1193800"/>
                  </a:lnTo>
                  <a:close/>
                  <a:moveTo>
                    <a:pt x="2971800" y="1193800"/>
                  </a:moveTo>
                  <a:lnTo>
                    <a:pt x="2946400" y="1193800"/>
                  </a:lnTo>
                  <a:lnTo>
                    <a:pt x="2971800" y="1193800"/>
                  </a:lnTo>
                  <a:close/>
                  <a:moveTo>
                    <a:pt x="2921000" y="1193800"/>
                  </a:moveTo>
                  <a:lnTo>
                    <a:pt x="2895600" y="1193800"/>
                  </a:lnTo>
                  <a:lnTo>
                    <a:pt x="2921000" y="1193800"/>
                  </a:lnTo>
                  <a:close/>
                  <a:moveTo>
                    <a:pt x="2870200" y="1193800"/>
                  </a:moveTo>
                  <a:lnTo>
                    <a:pt x="2844800" y="1193800"/>
                  </a:lnTo>
                  <a:lnTo>
                    <a:pt x="2870200" y="1193800"/>
                  </a:lnTo>
                  <a:close/>
                  <a:moveTo>
                    <a:pt x="2819400" y="1193800"/>
                  </a:moveTo>
                  <a:lnTo>
                    <a:pt x="2794000" y="1193800"/>
                  </a:lnTo>
                  <a:lnTo>
                    <a:pt x="2819400" y="1193800"/>
                  </a:lnTo>
                  <a:close/>
                  <a:moveTo>
                    <a:pt x="2768600" y="1193800"/>
                  </a:moveTo>
                  <a:lnTo>
                    <a:pt x="2743200" y="1193800"/>
                  </a:lnTo>
                  <a:lnTo>
                    <a:pt x="2768600" y="1193800"/>
                  </a:lnTo>
                  <a:close/>
                  <a:moveTo>
                    <a:pt x="2717800" y="1193800"/>
                  </a:moveTo>
                  <a:lnTo>
                    <a:pt x="2692400" y="1193800"/>
                  </a:lnTo>
                  <a:lnTo>
                    <a:pt x="2717800" y="1193800"/>
                  </a:lnTo>
                  <a:close/>
                  <a:moveTo>
                    <a:pt x="2667000" y="1193800"/>
                  </a:moveTo>
                  <a:lnTo>
                    <a:pt x="2641600" y="1193800"/>
                  </a:lnTo>
                  <a:lnTo>
                    <a:pt x="2667000" y="1193800"/>
                  </a:lnTo>
                  <a:close/>
                  <a:moveTo>
                    <a:pt x="2616200" y="1193800"/>
                  </a:moveTo>
                  <a:lnTo>
                    <a:pt x="2590800" y="1193800"/>
                  </a:lnTo>
                  <a:lnTo>
                    <a:pt x="2616200" y="1193800"/>
                  </a:lnTo>
                  <a:close/>
                  <a:moveTo>
                    <a:pt x="2565400" y="1193800"/>
                  </a:moveTo>
                  <a:lnTo>
                    <a:pt x="2540000" y="1193800"/>
                  </a:lnTo>
                  <a:lnTo>
                    <a:pt x="2565400" y="1193800"/>
                  </a:lnTo>
                  <a:close/>
                  <a:moveTo>
                    <a:pt x="2514600" y="1193800"/>
                  </a:moveTo>
                  <a:lnTo>
                    <a:pt x="2489200" y="1193800"/>
                  </a:lnTo>
                  <a:lnTo>
                    <a:pt x="2514600" y="1193800"/>
                  </a:lnTo>
                  <a:close/>
                  <a:moveTo>
                    <a:pt x="2463800" y="1193800"/>
                  </a:moveTo>
                  <a:lnTo>
                    <a:pt x="2438400" y="1193800"/>
                  </a:lnTo>
                  <a:lnTo>
                    <a:pt x="2463800" y="1193800"/>
                  </a:lnTo>
                  <a:close/>
                  <a:moveTo>
                    <a:pt x="2413000" y="1193800"/>
                  </a:moveTo>
                  <a:lnTo>
                    <a:pt x="2387600" y="1193800"/>
                  </a:lnTo>
                  <a:lnTo>
                    <a:pt x="2413000" y="1193800"/>
                  </a:lnTo>
                  <a:close/>
                  <a:moveTo>
                    <a:pt x="2362200" y="1193800"/>
                  </a:moveTo>
                  <a:lnTo>
                    <a:pt x="2336800" y="1193800"/>
                  </a:lnTo>
                  <a:lnTo>
                    <a:pt x="2362200" y="1193800"/>
                  </a:lnTo>
                  <a:close/>
                  <a:moveTo>
                    <a:pt x="2311400" y="1193800"/>
                  </a:moveTo>
                  <a:lnTo>
                    <a:pt x="2286000" y="1193800"/>
                  </a:lnTo>
                  <a:lnTo>
                    <a:pt x="2311400" y="1193800"/>
                  </a:lnTo>
                  <a:close/>
                  <a:moveTo>
                    <a:pt x="2260600" y="1193800"/>
                  </a:moveTo>
                  <a:lnTo>
                    <a:pt x="2235200" y="1193800"/>
                  </a:lnTo>
                  <a:lnTo>
                    <a:pt x="2260600" y="1193800"/>
                  </a:lnTo>
                  <a:close/>
                  <a:moveTo>
                    <a:pt x="2209800" y="1193800"/>
                  </a:moveTo>
                  <a:lnTo>
                    <a:pt x="2184400" y="1193800"/>
                  </a:lnTo>
                  <a:lnTo>
                    <a:pt x="2209800" y="1193800"/>
                  </a:lnTo>
                  <a:close/>
                  <a:moveTo>
                    <a:pt x="2159000" y="1193800"/>
                  </a:moveTo>
                  <a:lnTo>
                    <a:pt x="2133600" y="1193800"/>
                  </a:lnTo>
                  <a:lnTo>
                    <a:pt x="2159000" y="1193800"/>
                  </a:lnTo>
                  <a:close/>
                  <a:moveTo>
                    <a:pt x="2108200" y="1193800"/>
                  </a:moveTo>
                  <a:lnTo>
                    <a:pt x="2082800" y="1193800"/>
                  </a:lnTo>
                  <a:lnTo>
                    <a:pt x="2108200" y="1193800"/>
                  </a:lnTo>
                  <a:close/>
                  <a:moveTo>
                    <a:pt x="2057400" y="1193800"/>
                  </a:moveTo>
                  <a:lnTo>
                    <a:pt x="2032000" y="1193800"/>
                  </a:lnTo>
                  <a:lnTo>
                    <a:pt x="2057400" y="1193800"/>
                  </a:lnTo>
                  <a:close/>
                  <a:moveTo>
                    <a:pt x="2006600" y="1193800"/>
                  </a:moveTo>
                  <a:lnTo>
                    <a:pt x="1981200" y="1193800"/>
                  </a:lnTo>
                  <a:lnTo>
                    <a:pt x="2006600" y="1193800"/>
                  </a:lnTo>
                  <a:close/>
                  <a:moveTo>
                    <a:pt x="1955800" y="1193800"/>
                  </a:moveTo>
                  <a:lnTo>
                    <a:pt x="1930400" y="1193800"/>
                  </a:lnTo>
                  <a:lnTo>
                    <a:pt x="1955800" y="1193800"/>
                  </a:lnTo>
                  <a:close/>
                  <a:moveTo>
                    <a:pt x="1905000" y="1193800"/>
                  </a:moveTo>
                  <a:lnTo>
                    <a:pt x="1879600" y="1193800"/>
                  </a:lnTo>
                  <a:lnTo>
                    <a:pt x="1905000" y="1193800"/>
                  </a:lnTo>
                  <a:close/>
                  <a:moveTo>
                    <a:pt x="1854200" y="1193800"/>
                  </a:moveTo>
                  <a:lnTo>
                    <a:pt x="1828800" y="1193800"/>
                  </a:lnTo>
                  <a:lnTo>
                    <a:pt x="1854200" y="1193800"/>
                  </a:lnTo>
                  <a:close/>
                  <a:moveTo>
                    <a:pt x="1803400" y="1193800"/>
                  </a:moveTo>
                  <a:lnTo>
                    <a:pt x="1778000" y="1193800"/>
                  </a:lnTo>
                  <a:lnTo>
                    <a:pt x="1803400" y="1193800"/>
                  </a:lnTo>
                  <a:close/>
                  <a:moveTo>
                    <a:pt x="1752600" y="1193800"/>
                  </a:moveTo>
                  <a:lnTo>
                    <a:pt x="1727200" y="1193800"/>
                  </a:lnTo>
                  <a:lnTo>
                    <a:pt x="1752600" y="1193800"/>
                  </a:lnTo>
                  <a:close/>
                  <a:moveTo>
                    <a:pt x="1701800" y="1193800"/>
                  </a:moveTo>
                  <a:lnTo>
                    <a:pt x="1676400" y="1193800"/>
                  </a:lnTo>
                  <a:lnTo>
                    <a:pt x="1701800" y="1193800"/>
                  </a:lnTo>
                  <a:close/>
                  <a:moveTo>
                    <a:pt x="1651000" y="1193800"/>
                  </a:moveTo>
                  <a:lnTo>
                    <a:pt x="1625600" y="1193800"/>
                  </a:lnTo>
                  <a:lnTo>
                    <a:pt x="1651000" y="1193800"/>
                  </a:lnTo>
                  <a:close/>
                  <a:moveTo>
                    <a:pt x="1600200" y="1193800"/>
                  </a:moveTo>
                  <a:lnTo>
                    <a:pt x="1574800" y="1193800"/>
                  </a:lnTo>
                  <a:lnTo>
                    <a:pt x="1600200" y="1193800"/>
                  </a:lnTo>
                  <a:close/>
                  <a:moveTo>
                    <a:pt x="1549400" y="1193800"/>
                  </a:moveTo>
                  <a:lnTo>
                    <a:pt x="1524000" y="1193800"/>
                  </a:lnTo>
                  <a:lnTo>
                    <a:pt x="1549400" y="1193800"/>
                  </a:lnTo>
                  <a:close/>
                  <a:moveTo>
                    <a:pt x="1498600" y="1193800"/>
                  </a:moveTo>
                  <a:lnTo>
                    <a:pt x="1473200" y="1193800"/>
                  </a:lnTo>
                  <a:lnTo>
                    <a:pt x="1498600" y="1193800"/>
                  </a:lnTo>
                  <a:close/>
                  <a:moveTo>
                    <a:pt x="1447800" y="1193800"/>
                  </a:moveTo>
                  <a:lnTo>
                    <a:pt x="1422400" y="1193800"/>
                  </a:lnTo>
                  <a:lnTo>
                    <a:pt x="1447800" y="1193800"/>
                  </a:lnTo>
                  <a:close/>
                  <a:moveTo>
                    <a:pt x="1397000" y="1193800"/>
                  </a:moveTo>
                  <a:lnTo>
                    <a:pt x="1371600" y="1193800"/>
                  </a:lnTo>
                  <a:lnTo>
                    <a:pt x="1397000" y="1193800"/>
                  </a:lnTo>
                  <a:close/>
                  <a:moveTo>
                    <a:pt x="1346200" y="1193800"/>
                  </a:moveTo>
                  <a:lnTo>
                    <a:pt x="1320800" y="1193800"/>
                  </a:lnTo>
                  <a:lnTo>
                    <a:pt x="1346200" y="1193800"/>
                  </a:lnTo>
                  <a:close/>
                  <a:moveTo>
                    <a:pt x="1295400" y="1193800"/>
                  </a:moveTo>
                  <a:lnTo>
                    <a:pt x="1270000" y="1193800"/>
                  </a:lnTo>
                  <a:lnTo>
                    <a:pt x="1295400" y="1193800"/>
                  </a:lnTo>
                  <a:close/>
                  <a:moveTo>
                    <a:pt x="1244600" y="1193800"/>
                  </a:moveTo>
                  <a:lnTo>
                    <a:pt x="1219200" y="1193800"/>
                  </a:lnTo>
                  <a:lnTo>
                    <a:pt x="1244600" y="1193800"/>
                  </a:lnTo>
                  <a:close/>
                  <a:moveTo>
                    <a:pt x="1193800" y="1193800"/>
                  </a:moveTo>
                  <a:lnTo>
                    <a:pt x="1168400" y="1193800"/>
                  </a:lnTo>
                  <a:lnTo>
                    <a:pt x="1193800" y="1193800"/>
                  </a:lnTo>
                  <a:close/>
                  <a:moveTo>
                    <a:pt x="1143000" y="1193800"/>
                  </a:moveTo>
                  <a:lnTo>
                    <a:pt x="1117600" y="1193800"/>
                  </a:lnTo>
                  <a:lnTo>
                    <a:pt x="1143000" y="1193800"/>
                  </a:lnTo>
                  <a:close/>
                  <a:moveTo>
                    <a:pt x="1092200" y="1193800"/>
                  </a:moveTo>
                  <a:lnTo>
                    <a:pt x="1066800" y="1193800"/>
                  </a:lnTo>
                  <a:lnTo>
                    <a:pt x="1092200" y="1193800"/>
                  </a:lnTo>
                  <a:close/>
                  <a:moveTo>
                    <a:pt x="1041400" y="1193800"/>
                  </a:moveTo>
                  <a:lnTo>
                    <a:pt x="1016000" y="1193800"/>
                  </a:lnTo>
                  <a:lnTo>
                    <a:pt x="1041400" y="1193800"/>
                  </a:lnTo>
                  <a:close/>
                  <a:moveTo>
                    <a:pt x="990600" y="1193800"/>
                  </a:moveTo>
                  <a:lnTo>
                    <a:pt x="965200" y="1193800"/>
                  </a:lnTo>
                  <a:lnTo>
                    <a:pt x="990600" y="1193800"/>
                  </a:lnTo>
                  <a:close/>
                  <a:moveTo>
                    <a:pt x="939800" y="1193800"/>
                  </a:moveTo>
                  <a:lnTo>
                    <a:pt x="914400" y="1193800"/>
                  </a:lnTo>
                  <a:lnTo>
                    <a:pt x="939800" y="1193800"/>
                  </a:lnTo>
                  <a:close/>
                  <a:moveTo>
                    <a:pt x="889000" y="1193800"/>
                  </a:moveTo>
                  <a:lnTo>
                    <a:pt x="863600" y="1193800"/>
                  </a:lnTo>
                  <a:lnTo>
                    <a:pt x="889000" y="1193800"/>
                  </a:lnTo>
                  <a:close/>
                  <a:moveTo>
                    <a:pt x="838200" y="1193800"/>
                  </a:moveTo>
                  <a:lnTo>
                    <a:pt x="812800" y="1193800"/>
                  </a:lnTo>
                  <a:lnTo>
                    <a:pt x="838200" y="1193800"/>
                  </a:lnTo>
                  <a:close/>
                  <a:moveTo>
                    <a:pt x="787400" y="1193800"/>
                  </a:moveTo>
                  <a:lnTo>
                    <a:pt x="762000" y="1193800"/>
                  </a:lnTo>
                  <a:lnTo>
                    <a:pt x="787400" y="1193800"/>
                  </a:lnTo>
                  <a:close/>
                  <a:moveTo>
                    <a:pt x="736600" y="1193800"/>
                  </a:moveTo>
                  <a:lnTo>
                    <a:pt x="711200" y="1193800"/>
                  </a:lnTo>
                  <a:lnTo>
                    <a:pt x="736600" y="1193800"/>
                  </a:lnTo>
                  <a:close/>
                  <a:moveTo>
                    <a:pt x="685800" y="1193800"/>
                  </a:moveTo>
                  <a:lnTo>
                    <a:pt x="660400" y="1193800"/>
                  </a:lnTo>
                  <a:lnTo>
                    <a:pt x="685800" y="1193800"/>
                  </a:lnTo>
                  <a:close/>
                  <a:moveTo>
                    <a:pt x="635000" y="1193800"/>
                  </a:moveTo>
                  <a:lnTo>
                    <a:pt x="609600" y="1193800"/>
                  </a:lnTo>
                  <a:lnTo>
                    <a:pt x="635000" y="1193800"/>
                  </a:lnTo>
                  <a:close/>
                  <a:moveTo>
                    <a:pt x="584200" y="1193800"/>
                  </a:moveTo>
                  <a:lnTo>
                    <a:pt x="558800" y="1193800"/>
                  </a:lnTo>
                  <a:lnTo>
                    <a:pt x="584200" y="1193800"/>
                  </a:lnTo>
                  <a:close/>
                  <a:moveTo>
                    <a:pt x="533400" y="1193800"/>
                  </a:moveTo>
                  <a:lnTo>
                    <a:pt x="508000" y="1193800"/>
                  </a:lnTo>
                  <a:lnTo>
                    <a:pt x="533400" y="1193800"/>
                  </a:lnTo>
                  <a:close/>
                  <a:moveTo>
                    <a:pt x="482600" y="1193800"/>
                  </a:moveTo>
                  <a:lnTo>
                    <a:pt x="457200" y="1193800"/>
                  </a:lnTo>
                  <a:lnTo>
                    <a:pt x="482600" y="1193800"/>
                  </a:lnTo>
                  <a:close/>
                  <a:moveTo>
                    <a:pt x="431800" y="1193800"/>
                  </a:moveTo>
                  <a:lnTo>
                    <a:pt x="406400" y="1193800"/>
                  </a:lnTo>
                  <a:lnTo>
                    <a:pt x="431800" y="1193800"/>
                  </a:lnTo>
                  <a:close/>
                  <a:moveTo>
                    <a:pt x="381000" y="1193800"/>
                  </a:moveTo>
                  <a:lnTo>
                    <a:pt x="355600" y="1193800"/>
                  </a:lnTo>
                  <a:lnTo>
                    <a:pt x="381000" y="1193800"/>
                  </a:lnTo>
                  <a:close/>
                  <a:moveTo>
                    <a:pt x="330200" y="1193800"/>
                  </a:moveTo>
                  <a:lnTo>
                    <a:pt x="304800" y="1193800"/>
                  </a:lnTo>
                  <a:lnTo>
                    <a:pt x="330200" y="1193800"/>
                  </a:lnTo>
                  <a:close/>
                  <a:moveTo>
                    <a:pt x="279400" y="1193800"/>
                  </a:moveTo>
                  <a:lnTo>
                    <a:pt x="254000" y="1193800"/>
                  </a:lnTo>
                  <a:lnTo>
                    <a:pt x="279400" y="1193800"/>
                  </a:lnTo>
                  <a:close/>
                  <a:moveTo>
                    <a:pt x="228600" y="1193800"/>
                  </a:moveTo>
                  <a:lnTo>
                    <a:pt x="203200" y="1193800"/>
                  </a:lnTo>
                  <a:lnTo>
                    <a:pt x="228600" y="1193800"/>
                  </a:lnTo>
                  <a:close/>
                  <a:moveTo>
                    <a:pt x="177800" y="1193800"/>
                  </a:moveTo>
                  <a:lnTo>
                    <a:pt x="152400" y="1193800"/>
                  </a:lnTo>
                  <a:lnTo>
                    <a:pt x="177800" y="1193800"/>
                  </a:lnTo>
                  <a:close/>
                  <a:moveTo>
                    <a:pt x="127000" y="1193800"/>
                  </a:moveTo>
                  <a:lnTo>
                    <a:pt x="101600" y="1193800"/>
                  </a:lnTo>
                  <a:lnTo>
                    <a:pt x="127000" y="1193800"/>
                  </a:lnTo>
                  <a:close/>
                  <a:moveTo>
                    <a:pt x="76200" y="1193800"/>
                  </a:moveTo>
                  <a:lnTo>
                    <a:pt x="50800" y="1193800"/>
                  </a:lnTo>
                  <a:lnTo>
                    <a:pt x="76200" y="1193800"/>
                  </a:lnTo>
                  <a:close/>
                  <a:moveTo>
                    <a:pt x="25400" y="1193800"/>
                  </a:moveTo>
                  <a:lnTo>
                    <a:pt x="0" y="1193800"/>
                  </a:lnTo>
                  <a:lnTo>
                    <a:pt x="25400" y="1193800"/>
                  </a:lnTo>
                  <a:close/>
                  <a:moveTo>
                    <a:pt x="82550" y="1195451"/>
                  </a:moveTo>
                  <a:lnTo>
                    <a:pt x="82550" y="1170051"/>
                  </a:lnTo>
                  <a:lnTo>
                    <a:pt x="87122" y="1170051"/>
                  </a:lnTo>
                  <a:lnTo>
                    <a:pt x="87122" y="1195451"/>
                  </a:lnTo>
                  <a:close/>
                  <a:moveTo>
                    <a:pt x="87122" y="1144651"/>
                  </a:moveTo>
                  <a:lnTo>
                    <a:pt x="87122" y="1119251"/>
                  </a:lnTo>
                  <a:lnTo>
                    <a:pt x="87122" y="1144651"/>
                  </a:lnTo>
                  <a:close/>
                  <a:moveTo>
                    <a:pt x="87122" y="1093851"/>
                  </a:moveTo>
                  <a:lnTo>
                    <a:pt x="87122" y="1068451"/>
                  </a:lnTo>
                  <a:lnTo>
                    <a:pt x="87122" y="1093851"/>
                  </a:lnTo>
                  <a:close/>
                  <a:moveTo>
                    <a:pt x="87122" y="1043051"/>
                  </a:moveTo>
                  <a:lnTo>
                    <a:pt x="87122" y="1017651"/>
                  </a:lnTo>
                  <a:lnTo>
                    <a:pt x="87122" y="1043051"/>
                  </a:lnTo>
                  <a:close/>
                  <a:moveTo>
                    <a:pt x="87122" y="992251"/>
                  </a:moveTo>
                  <a:lnTo>
                    <a:pt x="87122" y="966851"/>
                  </a:lnTo>
                  <a:lnTo>
                    <a:pt x="87122" y="992251"/>
                  </a:lnTo>
                  <a:close/>
                  <a:moveTo>
                    <a:pt x="87122" y="941451"/>
                  </a:moveTo>
                  <a:lnTo>
                    <a:pt x="87122" y="916051"/>
                  </a:lnTo>
                  <a:lnTo>
                    <a:pt x="87122" y="941451"/>
                  </a:lnTo>
                  <a:close/>
                  <a:moveTo>
                    <a:pt x="87122" y="890651"/>
                  </a:moveTo>
                  <a:lnTo>
                    <a:pt x="87122" y="865251"/>
                  </a:lnTo>
                  <a:lnTo>
                    <a:pt x="87122" y="890651"/>
                  </a:lnTo>
                  <a:close/>
                  <a:moveTo>
                    <a:pt x="87122" y="839851"/>
                  </a:moveTo>
                  <a:lnTo>
                    <a:pt x="87122" y="814451"/>
                  </a:lnTo>
                  <a:lnTo>
                    <a:pt x="87122" y="839851"/>
                  </a:lnTo>
                  <a:close/>
                  <a:moveTo>
                    <a:pt x="87122" y="789051"/>
                  </a:moveTo>
                  <a:lnTo>
                    <a:pt x="87122" y="763651"/>
                  </a:lnTo>
                  <a:lnTo>
                    <a:pt x="87122" y="789051"/>
                  </a:lnTo>
                  <a:close/>
                  <a:moveTo>
                    <a:pt x="87122" y="738251"/>
                  </a:moveTo>
                  <a:lnTo>
                    <a:pt x="87122" y="712851"/>
                  </a:lnTo>
                  <a:lnTo>
                    <a:pt x="87122" y="738251"/>
                  </a:lnTo>
                  <a:close/>
                  <a:moveTo>
                    <a:pt x="87122" y="687451"/>
                  </a:moveTo>
                  <a:lnTo>
                    <a:pt x="87122" y="662051"/>
                  </a:lnTo>
                  <a:lnTo>
                    <a:pt x="87122" y="687451"/>
                  </a:lnTo>
                  <a:close/>
                  <a:moveTo>
                    <a:pt x="87122" y="636651"/>
                  </a:moveTo>
                  <a:lnTo>
                    <a:pt x="87122" y="611251"/>
                  </a:lnTo>
                  <a:lnTo>
                    <a:pt x="87122" y="636651"/>
                  </a:lnTo>
                  <a:close/>
                  <a:moveTo>
                    <a:pt x="87122" y="585851"/>
                  </a:moveTo>
                  <a:lnTo>
                    <a:pt x="87122" y="560451"/>
                  </a:lnTo>
                  <a:lnTo>
                    <a:pt x="87122" y="585851"/>
                  </a:lnTo>
                  <a:close/>
                  <a:moveTo>
                    <a:pt x="87122" y="535051"/>
                  </a:moveTo>
                  <a:lnTo>
                    <a:pt x="87122" y="509651"/>
                  </a:lnTo>
                  <a:lnTo>
                    <a:pt x="87122" y="535051"/>
                  </a:lnTo>
                  <a:close/>
                  <a:moveTo>
                    <a:pt x="87122" y="484251"/>
                  </a:moveTo>
                  <a:lnTo>
                    <a:pt x="87122" y="458851"/>
                  </a:lnTo>
                  <a:lnTo>
                    <a:pt x="87122" y="484251"/>
                  </a:lnTo>
                  <a:close/>
                  <a:moveTo>
                    <a:pt x="87122" y="433451"/>
                  </a:moveTo>
                  <a:lnTo>
                    <a:pt x="87122" y="408051"/>
                  </a:lnTo>
                  <a:lnTo>
                    <a:pt x="87122" y="433451"/>
                  </a:lnTo>
                  <a:close/>
                  <a:moveTo>
                    <a:pt x="87122" y="382651"/>
                  </a:moveTo>
                  <a:lnTo>
                    <a:pt x="87122" y="357251"/>
                  </a:lnTo>
                  <a:lnTo>
                    <a:pt x="87122" y="382651"/>
                  </a:lnTo>
                  <a:close/>
                  <a:moveTo>
                    <a:pt x="87122" y="331851"/>
                  </a:moveTo>
                  <a:lnTo>
                    <a:pt x="87122" y="306451"/>
                  </a:lnTo>
                  <a:lnTo>
                    <a:pt x="87122" y="331851"/>
                  </a:lnTo>
                  <a:close/>
                  <a:moveTo>
                    <a:pt x="87122" y="281051"/>
                  </a:moveTo>
                  <a:lnTo>
                    <a:pt x="87122" y="255651"/>
                  </a:lnTo>
                  <a:lnTo>
                    <a:pt x="87122" y="281051"/>
                  </a:lnTo>
                  <a:close/>
                  <a:moveTo>
                    <a:pt x="87122" y="230251"/>
                  </a:moveTo>
                  <a:lnTo>
                    <a:pt x="87122" y="204851"/>
                  </a:lnTo>
                  <a:lnTo>
                    <a:pt x="87122" y="230251"/>
                  </a:lnTo>
                  <a:close/>
                  <a:moveTo>
                    <a:pt x="87122" y="179451"/>
                  </a:moveTo>
                  <a:lnTo>
                    <a:pt x="87122" y="154051"/>
                  </a:lnTo>
                  <a:lnTo>
                    <a:pt x="87122" y="179451"/>
                  </a:lnTo>
                  <a:close/>
                  <a:moveTo>
                    <a:pt x="87122" y="128651"/>
                  </a:moveTo>
                  <a:lnTo>
                    <a:pt x="87122" y="103251"/>
                  </a:lnTo>
                  <a:lnTo>
                    <a:pt x="87122" y="128651"/>
                  </a:lnTo>
                  <a:close/>
                  <a:moveTo>
                    <a:pt x="87122" y="77851"/>
                  </a:moveTo>
                  <a:lnTo>
                    <a:pt x="87122" y="52451"/>
                  </a:lnTo>
                  <a:lnTo>
                    <a:pt x="87122" y="77851"/>
                  </a:lnTo>
                  <a:close/>
                  <a:moveTo>
                    <a:pt x="87122" y="27051"/>
                  </a:moveTo>
                  <a:lnTo>
                    <a:pt x="87122" y="2286"/>
                  </a:lnTo>
                  <a:cubicBezTo>
                    <a:pt x="82550" y="1016"/>
                    <a:pt x="83566" y="0"/>
                    <a:pt x="84836" y="0"/>
                  </a:cubicBezTo>
                  <a:lnTo>
                    <a:pt x="110236" y="0"/>
                  </a:lnTo>
                  <a:lnTo>
                    <a:pt x="110236" y="4572"/>
                  </a:lnTo>
                  <a:lnTo>
                    <a:pt x="84836" y="4572"/>
                  </a:lnTo>
                  <a:lnTo>
                    <a:pt x="84836" y="2286"/>
                  </a:lnTo>
                  <a:lnTo>
                    <a:pt x="87122" y="2286"/>
                  </a:lnTo>
                  <a:lnTo>
                    <a:pt x="87122" y="2705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1575CA9-1669-E448-4AD7-A486FFE814AA}"/>
                </a:ext>
              </a:extLst>
            </p:cNvPr>
            <p:cNvSpPr txBox="1"/>
            <p:nvPr/>
          </p:nvSpPr>
          <p:spPr>
            <a:xfrm>
              <a:off x="0" y="-38100"/>
              <a:ext cx="10253129" cy="1236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 dirty="0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Literature Survey</a:t>
              </a:r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4C18040C-6BE2-26C5-46B6-E7E66D7F5BAA}"/>
              </a:ext>
            </a:extLst>
          </p:cNvPr>
          <p:cNvSpPr/>
          <p:nvPr/>
        </p:nvSpPr>
        <p:spPr>
          <a:xfrm>
            <a:off x="3314700" y="9721683"/>
            <a:ext cx="11482536" cy="521933"/>
          </a:xfrm>
          <a:custGeom>
            <a:avLst/>
            <a:gdLst/>
            <a:ahLst/>
            <a:cxnLst/>
            <a:rect l="l" t="t" r="r" b="b"/>
            <a:pathLst>
              <a:path w="11482536" h="521933">
                <a:moveTo>
                  <a:pt x="0" y="0"/>
                </a:moveTo>
                <a:lnTo>
                  <a:pt x="11482536" y="0"/>
                </a:lnTo>
                <a:lnTo>
                  <a:pt x="11482536" y="521934"/>
                </a:lnTo>
                <a:lnTo>
                  <a:pt x="0" y="521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26A6720-7586-A688-5E25-5957128AF3BE}"/>
              </a:ext>
            </a:extLst>
          </p:cNvPr>
          <p:cNvSpPr txBox="1"/>
          <p:nvPr/>
        </p:nvSpPr>
        <p:spPr>
          <a:xfrm>
            <a:off x="3314700" y="2096067"/>
            <a:ext cx="12336338" cy="540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83"/>
              </a:lnSpc>
            </a:pPr>
            <a:endParaRPr lang="en-US" sz="3274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B7A182-1A4E-5EF2-A62C-3F01BB503E6D}"/>
              </a:ext>
            </a:extLst>
          </p:cNvPr>
          <p:cNvSpPr txBox="1"/>
          <p:nvPr/>
        </p:nvSpPr>
        <p:spPr>
          <a:xfrm>
            <a:off x="685800" y="1434792"/>
            <a:ext cx="16840200" cy="7540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Summary of Literature Survey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b="1"/>
              <a:t>A clear shift from rigid cutoff lookups </a:t>
            </a:r>
            <a:r>
              <a:rPr lang="en-US" sz="2800" dirty="0"/>
              <a:t>to ML-driven probability estimation (deep learning, gradient boosting) for admission and eligibility prediction.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b="1"/>
              <a:t>Gradient boosting libraries (XGBoost, LightGBM, CatBoost) </a:t>
            </a:r>
            <a:r>
              <a:rPr lang="en-US" sz="2800" dirty="0"/>
              <a:t>consistently outperform generic baselines on tabular, categorical-heavy data — motivating our use of CatBoost/XGBoost.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b="1"/>
              <a:t>Apache Spark is widely used </a:t>
            </a:r>
            <a:r>
              <a:rPr lang="en-US" sz="2800" dirty="0"/>
              <a:t>to scale ML pipelines, but most published pipelines target generic or single-domain datasets, not messy multi-format government counselling 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b="1"/>
              <a:t>Caching/serving research </a:t>
            </a:r>
            <a:r>
              <a:rPr lang="en-US" sz="2800" dirty="0"/>
              <a:t>(learned caches, Redis-backed inference) shows large latency wins for repeated queries — a pattern well suited to admission prediction.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b="1"/>
              <a:t>Most existing admission-prediction work </a:t>
            </a:r>
            <a:r>
              <a:rPr lang="en-US" sz="2800" dirty="0"/>
              <a:t>is single-institution, single-exam, or purely academic, with no deployed real-time serving layer.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b="1"/>
              <a:t>Our proposed system, PredictMe, </a:t>
            </a:r>
            <a:r>
              <a:rPr lang="en-US" sz="2800" dirty="0"/>
              <a:t>unifies all of these: Spark-based distributed ETL across 4 exam domains, CatBoost/XGBoost probability modeling, Redis-cached FastAPI serving, and a real-time interactive frontend.</a:t>
            </a:r>
          </a:p>
        </p:txBody>
      </p:sp>
    </p:spTree>
    <p:extLst>
      <p:ext uri="{BB962C8B-B14F-4D97-AF65-F5344CB8AC3E}">
        <p14:creationId xmlns:p14="http://schemas.microsoft.com/office/powerpoint/2010/main" val="534414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52B17-2230-DB31-1388-D1B438EDC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81F3352-0411-8B96-5729-9FE676D88433}"/>
              </a:ext>
            </a:extLst>
          </p:cNvPr>
          <p:cNvSpPr/>
          <p:nvPr/>
        </p:nvSpPr>
        <p:spPr>
          <a:xfrm>
            <a:off x="14180650" y="262793"/>
            <a:ext cx="3988597" cy="731047"/>
          </a:xfrm>
          <a:custGeom>
            <a:avLst/>
            <a:gdLst/>
            <a:ahLst/>
            <a:cxnLst/>
            <a:rect l="l" t="t" r="r" b="b"/>
            <a:pathLst>
              <a:path w="3988597" h="731047">
                <a:moveTo>
                  <a:pt x="0" y="0"/>
                </a:moveTo>
                <a:lnTo>
                  <a:pt x="3988597" y="0"/>
                </a:lnTo>
                <a:lnTo>
                  <a:pt x="3988597" y="731047"/>
                </a:lnTo>
                <a:lnTo>
                  <a:pt x="0" y="7310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4611" t="-39063" r="-111" b="1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6385AFD-544C-3EE6-10B1-F02784CB41B8}"/>
              </a:ext>
            </a:extLst>
          </p:cNvPr>
          <p:cNvSpPr/>
          <p:nvPr/>
        </p:nvSpPr>
        <p:spPr>
          <a:xfrm>
            <a:off x="252276" y="101521"/>
            <a:ext cx="3326130" cy="1045845"/>
          </a:xfrm>
          <a:custGeom>
            <a:avLst/>
            <a:gdLst/>
            <a:ahLst/>
            <a:cxnLst/>
            <a:rect l="l" t="t" r="r" b="b"/>
            <a:pathLst>
              <a:path w="3326130" h="1045845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128" t="-33846" r="-141392" b="-42672"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953B8CE-B09D-803F-7739-C3E82D3B9811}"/>
              </a:ext>
            </a:extLst>
          </p:cNvPr>
          <p:cNvGrpSpPr/>
          <p:nvPr/>
        </p:nvGrpSpPr>
        <p:grpSpPr>
          <a:xfrm>
            <a:off x="3730632" y="96608"/>
            <a:ext cx="10813847" cy="1263868"/>
            <a:chOff x="0" y="0"/>
            <a:chExt cx="10253129" cy="11983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C9BA949-D882-77DB-3BB3-4B736796825B}"/>
                </a:ext>
              </a:extLst>
            </p:cNvPr>
            <p:cNvSpPr/>
            <p:nvPr/>
          </p:nvSpPr>
          <p:spPr>
            <a:xfrm>
              <a:off x="-82550" y="0"/>
              <a:ext cx="10335768" cy="1202944"/>
            </a:xfrm>
            <a:custGeom>
              <a:avLst/>
              <a:gdLst/>
              <a:ahLst/>
              <a:cxnLst/>
              <a:rect l="l" t="t" r="r" b="b"/>
              <a:pathLst>
                <a:path w="10335768" h="1202944">
                  <a:moveTo>
                    <a:pt x="135636" y="0"/>
                  </a:moveTo>
                  <a:lnTo>
                    <a:pt x="161036" y="0"/>
                  </a:lnTo>
                  <a:lnTo>
                    <a:pt x="161036" y="4572"/>
                  </a:lnTo>
                  <a:lnTo>
                    <a:pt x="135636" y="4572"/>
                  </a:lnTo>
                  <a:close/>
                  <a:moveTo>
                    <a:pt x="186436" y="4572"/>
                  </a:moveTo>
                  <a:lnTo>
                    <a:pt x="211836" y="4572"/>
                  </a:lnTo>
                  <a:lnTo>
                    <a:pt x="186436" y="4572"/>
                  </a:lnTo>
                  <a:close/>
                  <a:moveTo>
                    <a:pt x="237236" y="4572"/>
                  </a:moveTo>
                  <a:lnTo>
                    <a:pt x="262636" y="4572"/>
                  </a:lnTo>
                  <a:lnTo>
                    <a:pt x="237236" y="4572"/>
                  </a:lnTo>
                  <a:close/>
                  <a:moveTo>
                    <a:pt x="288036" y="4572"/>
                  </a:moveTo>
                  <a:lnTo>
                    <a:pt x="313436" y="4572"/>
                  </a:lnTo>
                  <a:lnTo>
                    <a:pt x="288036" y="4572"/>
                  </a:lnTo>
                  <a:close/>
                  <a:moveTo>
                    <a:pt x="338836" y="4572"/>
                  </a:moveTo>
                  <a:lnTo>
                    <a:pt x="364236" y="4572"/>
                  </a:lnTo>
                  <a:lnTo>
                    <a:pt x="338836" y="4572"/>
                  </a:lnTo>
                  <a:close/>
                  <a:moveTo>
                    <a:pt x="389636" y="4572"/>
                  </a:moveTo>
                  <a:lnTo>
                    <a:pt x="415036" y="4572"/>
                  </a:lnTo>
                  <a:lnTo>
                    <a:pt x="389636" y="4572"/>
                  </a:lnTo>
                  <a:close/>
                  <a:moveTo>
                    <a:pt x="440436" y="4572"/>
                  </a:moveTo>
                  <a:lnTo>
                    <a:pt x="465836" y="4572"/>
                  </a:lnTo>
                  <a:lnTo>
                    <a:pt x="440436" y="4572"/>
                  </a:lnTo>
                  <a:close/>
                  <a:moveTo>
                    <a:pt x="491236" y="4572"/>
                  </a:moveTo>
                  <a:lnTo>
                    <a:pt x="516636" y="4572"/>
                  </a:lnTo>
                  <a:lnTo>
                    <a:pt x="491236" y="4572"/>
                  </a:lnTo>
                  <a:close/>
                  <a:moveTo>
                    <a:pt x="542036" y="4572"/>
                  </a:moveTo>
                  <a:lnTo>
                    <a:pt x="567436" y="4572"/>
                  </a:lnTo>
                  <a:lnTo>
                    <a:pt x="542036" y="4572"/>
                  </a:lnTo>
                  <a:close/>
                  <a:moveTo>
                    <a:pt x="592836" y="4572"/>
                  </a:moveTo>
                  <a:lnTo>
                    <a:pt x="618236" y="4572"/>
                  </a:lnTo>
                  <a:lnTo>
                    <a:pt x="592836" y="4572"/>
                  </a:lnTo>
                  <a:close/>
                  <a:moveTo>
                    <a:pt x="643636" y="4572"/>
                  </a:moveTo>
                  <a:lnTo>
                    <a:pt x="669036" y="4572"/>
                  </a:lnTo>
                  <a:lnTo>
                    <a:pt x="643636" y="4572"/>
                  </a:lnTo>
                  <a:close/>
                  <a:moveTo>
                    <a:pt x="694436" y="4572"/>
                  </a:moveTo>
                  <a:lnTo>
                    <a:pt x="719836" y="4572"/>
                  </a:lnTo>
                  <a:lnTo>
                    <a:pt x="694436" y="4572"/>
                  </a:lnTo>
                  <a:close/>
                  <a:moveTo>
                    <a:pt x="745236" y="4572"/>
                  </a:moveTo>
                  <a:lnTo>
                    <a:pt x="770636" y="4572"/>
                  </a:lnTo>
                  <a:lnTo>
                    <a:pt x="745236" y="4572"/>
                  </a:lnTo>
                  <a:close/>
                  <a:moveTo>
                    <a:pt x="796036" y="4572"/>
                  </a:moveTo>
                  <a:lnTo>
                    <a:pt x="821436" y="4572"/>
                  </a:lnTo>
                  <a:lnTo>
                    <a:pt x="796036" y="4572"/>
                  </a:lnTo>
                  <a:close/>
                  <a:moveTo>
                    <a:pt x="846836" y="4572"/>
                  </a:moveTo>
                  <a:lnTo>
                    <a:pt x="872236" y="4572"/>
                  </a:lnTo>
                  <a:lnTo>
                    <a:pt x="846836" y="4572"/>
                  </a:lnTo>
                  <a:close/>
                  <a:moveTo>
                    <a:pt x="897636" y="4572"/>
                  </a:moveTo>
                  <a:lnTo>
                    <a:pt x="923036" y="4572"/>
                  </a:lnTo>
                  <a:lnTo>
                    <a:pt x="897636" y="4572"/>
                  </a:lnTo>
                  <a:close/>
                  <a:moveTo>
                    <a:pt x="948436" y="4572"/>
                  </a:moveTo>
                  <a:lnTo>
                    <a:pt x="973836" y="4572"/>
                  </a:lnTo>
                  <a:lnTo>
                    <a:pt x="948436" y="4572"/>
                  </a:lnTo>
                  <a:close/>
                  <a:moveTo>
                    <a:pt x="999236" y="4572"/>
                  </a:moveTo>
                  <a:lnTo>
                    <a:pt x="1024636" y="4572"/>
                  </a:lnTo>
                  <a:lnTo>
                    <a:pt x="999236" y="4572"/>
                  </a:lnTo>
                  <a:close/>
                  <a:moveTo>
                    <a:pt x="1050036" y="4572"/>
                  </a:moveTo>
                  <a:lnTo>
                    <a:pt x="1075436" y="4572"/>
                  </a:lnTo>
                  <a:lnTo>
                    <a:pt x="1050036" y="4572"/>
                  </a:lnTo>
                  <a:close/>
                  <a:moveTo>
                    <a:pt x="1100836" y="4572"/>
                  </a:moveTo>
                  <a:lnTo>
                    <a:pt x="1126236" y="4572"/>
                  </a:lnTo>
                  <a:lnTo>
                    <a:pt x="1100836" y="4572"/>
                  </a:lnTo>
                  <a:close/>
                  <a:moveTo>
                    <a:pt x="1151636" y="4572"/>
                  </a:moveTo>
                  <a:lnTo>
                    <a:pt x="1177036" y="4572"/>
                  </a:lnTo>
                  <a:lnTo>
                    <a:pt x="1151636" y="4572"/>
                  </a:lnTo>
                  <a:close/>
                  <a:moveTo>
                    <a:pt x="1202436" y="4572"/>
                  </a:moveTo>
                  <a:lnTo>
                    <a:pt x="1227836" y="4572"/>
                  </a:lnTo>
                  <a:lnTo>
                    <a:pt x="1202436" y="4572"/>
                  </a:lnTo>
                  <a:close/>
                  <a:moveTo>
                    <a:pt x="1253236" y="4572"/>
                  </a:moveTo>
                  <a:lnTo>
                    <a:pt x="1278636" y="4572"/>
                  </a:lnTo>
                  <a:lnTo>
                    <a:pt x="1253236" y="4572"/>
                  </a:lnTo>
                  <a:close/>
                  <a:moveTo>
                    <a:pt x="1304036" y="4572"/>
                  </a:moveTo>
                  <a:lnTo>
                    <a:pt x="1329436" y="4572"/>
                  </a:lnTo>
                  <a:lnTo>
                    <a:pt x="1304036" y="4572"/>
                  </a:lnTo>
                  <a:close/>
                  <a:moveTo>
                    <a:pt x="1354836" y="4572"/>
                  </a:moveTo>
                  <a:lnTo>
                    <a:pt x="1380236" y="4572"/>
                  </a:lnTo>
                  <a:lnTo>
                    <a:pt x="1354836" y="4572"/>
                  </a:lnTo>
                  <a:close/>
                  <a:moveTo>
                    <a:pt x="1405636" y="4572"/>
                  </a:moveTo>
                  <a:lnTo>
                    <a:pt x="1431036" y="4572"/>
                  </a:lnTo>
                  <a:lnTo>
                    <a:pt x="1405636" y="4572"/>
                  </a:lnTo>
                  <a:close/>
                  <a:moveTo>
                    <a:pt x="1456436" y="4572"/>
                  </a:moveTo>
                  <a:lnTo>
                    <a:pt x="1481836" y="4572"/>
                  </a:lnTo>
                  <a:lnTo>
                    <a:pt x="1456436" y="4572"/>
                  </a:lnTo>
                  <a:close/>
                  <a:moveTo>
                    <a:pt x="1507236" y="4572"/>
                  </a:moveTo>
                  <a:lnTo>
                    <a:pt x="1532636" y="4572"/>
                  </a:lnTo>
                  <a:lnTo>
                    <a:pt x="1507236" y="4572"/>
                  </a:lnTo>
                  <a:close/>
                  <a:moveTo>
                    <a:pt x="1558036" y="4572"/>
                  </a:moveTo>
                  <a:lnTo>
                    <a:pt x="1583436" y="4572"/>
                  </a:lnTo>
                  <a:lnTo>
                    <a:pt x="1558036" y="4572"/>
                  </a:lnTo>
                  <a:close/>
                  <a:moveTo>
                    <a:pt x="1608836" y="4572"/>
                  </a:moveTo>
                  <a:lnTo>
                    <a:pt x="1634236" y="4572"/>
                  </a:lnTo>
                  <a:lnTo>
                    <a:pt x="1608836" y="4572"/>
                  </a:lnTo>
                  <a:close/>
                  <a:moveTo>
                    <a:pt x="1659636" y="4572"/>
                  </a:moveTo>
                  <a:lnTo>
                    <a:pt x="1685036" y="4572"/>
                  </a:lnTo>
                  <a:lnTo>
                    <a:pt x="1659636" y="4572"/>
                  </a:lnTo>
                  <a:close/>
                  <a:moveTo>
                    <a:pt x="1710436" y="4572"/>
                  </a:moveTo>
                  <a:lnTo>
                    <a:pt x="1735836" y="4572"/>
                  </a:lnTo>
                  <a:lnTo>
                    <a:pt x="1710436" y="4572"/>
                  </a:lnTo>
                  <a:close/>
                  <a:moveTo>
                    <a:pt x="1761236" y="4572"/>
                  </a:moveTo>
                  <a:lnTo>
                    <a:pt x="1786636" y="4572"/>
                  </a:lnTo>
                  <a:lnTo>
                    <a:pt x="1761236" y="4572"/>
                  </a:lnTo>
                  <a:close/>
                  <a:moveTo>
                    <a:pt x="1812036" y="4572"/>
                  </a:moveTo>
                  <a:lnTo>
                    <a:pt x="1837436" y="4572"/>
                  </a:lnTo>
                  <a:lnTo>
                    <a:pt x="1812036" y="4572"/>
                  </a:lnTo>
                  <a:close/>
                  <a:moveTo>
                    <a:pt x="1862836" y="4572"/>
                  </a:moveTo>
                  <a:lnTo>
                    <a:pt x="1888236" y="4572"/>
                  </a:lnTo>
                  <a:lnTo>
                    <a:pt x="1862836" y="4572"/>
                  </a:lnTo>
                  <a:close/>
                  <a:moveTo>
                    <a:pt x="1913636" y="4572"/>
                  </a:moveTo>
                  <a:lnTo>
                    <a:pt x="1939036" y="4572"/>
                  </a:lnTo>
                  <a:lnTo>
                    <a:pt x="1913636" y="4572"/>
                  </a:lnTo>
                  <a:close/>
                  <a:moveTo>
                    <a:pt x="1964436" y="4572"/>
                  </a:moveTo>
                  <a:lnTo>
                    <a:pt x="1989836" y="4572"/>
                  </a:lnTo>
                  <a:lnTo>
                    <a:pt x="1964436" y="4572"/>
                  </a:lnTo>
                  <a:close/>
                  <a:moveTo>
                    <a:pt x="2015236" y="4572"/>
                  </a:moveTo>
                  <a:lnTo>
                    <a:pt x="2040636" y="4572"/>
                  </a:lnTo>
                  <a:lnTo>
                    <a:pt x="2015236" y="4572"/>
                  </a:lnTo>
                  <a:close/>
                  <a:moveTo>
                    <a:pt x="2066036" y="4572"/>
                  </a:moveTo>
                  <a:lnTo>
                    <a:pt x="2091436" y="4572"/>
                  </a:lnTo>
                  <a:lnTo>
                    <a:pt x="2066036" y="4572"/>
                  </a:lnTo>
                  <a:close/>
                  <a:moveTo>
                    <a:pt x="2116836" y="4572"/>
                  </a:moveTo>
                  <a:lnTo>
                    <a:pt x="2142236" y="4572"/>
                  </a:lnTo>
                  <a:lnTo>
                    <a:pt x="2116836" y="4572"/>
                  </a:lnTo>
                  <a:close/>
                  <a:moveTo>
                    <a:pt x="2167636" y="4572"/>
                  </a:moveTo>
                  <a:lnTo>
                    <a:pt x="2193036" y="4572"/>
                  </a:lnTo>
                  <a:lnTo>
                    <a:pt x="2167636" y="4572"/>
                  </a:lnTo>
                  <a:close/>
                  <a:moveTo>
                    <a:pt x="2218436" y="4572"/>
                  </a:moveTo>
                  <a:lnTo>
                    <a:pt x="2243836" y="4572"/>
                  </a:lnTo>
                  <a:lnTo>
                    <a:pt x="2218436" y="4572"/>
                  </a:lnTo>
                  <a:close/>
                  <a:moveTo>
                    <a:pt x="2269236" y="4572"/>
                  </a:moveTo>
                  <a:lnTo>
                    <a:pt x="2294636" y="4572"/>
                  </a:lnTo>
                  <a:lnTo>
                    <a:pt x="2269236" y="4572"/>
                  </a:lnTo>
                  <a:close/>
                  <a:moveTo>
                    <a:pt x="2320036" y="4572"/>
                  </a:moveTo>
                  <a:lnTo>
                    <a:pt x="2345436" y="4572"/>
                  </a:lnTo>
                  <a:lnTo>
                    <a:pt x="2320036" y="4572"/>
                  </a:lnTo>
                  <a:close/>
                  <a:moveTo>
                    <a:pt x="2370836" y="4572"/>
                  </a:moveTo>
                  <a:lnTo>
                    <a:pt x="2396236" y="4572"/>
                  </a:lnTo>
                  <a:lnTo>
                    <a:pt x="2370836" y="4572"/>
                  </a:lnTo>
                  <a:close/>
                  <a:moveTo>
                    <a:pt x="2421636" y="4572"/>
                  </a:moveTo>
                  <a:lnTo>
                    <a:pt x="2447036" y="4572"/>
                  </a:lnTo>
                  <a:lnTo>
                    <a:pt x="2421636" y="4572"/>
                  </a:lnTo>
                  <a:close/>
                  <a:moveTo>
                    <a:pt x="2472436" y="4572"/>
                  </a:moveTo>
                  <a:lnTo>
                    <a:pt x="2497836" y="4572"/>
                  </a:lnTo>
                  <a:lnTo>
                    <a:pt x="2472436" y="4572"/>
                  </a:lnTo>
                  <a:close/>
                  <a:moveTo>
                    <a:pt x="2523236" y="4572"/>
                  </a:moveTo>
                  <a:lnTo>
                    <a:pt x="2548636" y="4572"/>
                  </a:lnTo>
                  <a:lnTo>
                    <a:pt x="2523236" y="4572"/>
                  </a:lnTo>
                  <a:close/>
                  <a:moveTo>
                    <a:pt x="2574036" y="4572"/>
                  </a:moveTo>
                  <a:lnTo>
                    <a:pt x="2599436" y="4572"/>
                  </a:lnTo>
                  <a:lnTo>
                    <a:pt x="2574036" y="4572"/>
                  </a:lnTo>
                  <a:close/>
                  <a:moveTo>
                    <a:pt x="2624836" y="4572"/>
                  </a:moveTo>
                  <a:lnTo>
                    <a:pt x="2650236" y="4572"/>
                  </a:lnTo>
                  <a:lnTo>
                    <a:pt x="2624836" y="4572"/>
                  </a:lnTo>
                  <a:close/>
                  <a:moveTo>
                    <a:pt x="2675636" y="4572"/>
                  </a:moveTo>
                  <a:lnTo>
                    <a:pt x="2701036" y="4572"/>
                  </a:lnTo>
                  <a:lnTo>
                    <a:pt x="2675636" y="4572"/>
                  </a:lnTo>
                  <a:close/>
                  <a:moveTo>
                    <a:pt x="2726436" y="4572"/>
                  </a:moveTo>
                  <a:lnTo>
                    <a:pt x="2751836" y="4572"/>
                  </a:lnTo>
                  <a:lnTo>
                    <a:pt x="2726436" y="4572"/>
                  </a:lnTo>
                  <a:close/>
                  <a:moveTo>
                    <a:pt x="2777236" y="4572"/>
                  </a:moveTo>
                  <a:lnTo>
                    <a:pt x="2802636" y="4572"/>
                  </a:lnTo>
                  <a:lnTo>
                    <a:pt x="2777236" y="4572"/>
                  </a:lnTo>
                  <a:close/>
                  <a:moveTo>
                    <a:pt x="2828036" y="4572"/>
                  </a:moveTo>
                  <a:lnTo>
                    <a:pt x="2853436" y="4572"/>
                  </a:lnTo>
                  <a:lnTo>
                    <a:pt x="2828036" y="4572"/>
                  </a:lnTo>
                  <a:close/>
                  <a:moveTo>
                    <a:pt x="2878836" y="4572"/>
                  </a:moveTo>
                  <a:lnTo>
                    <a:pt x="2904236" y="4572"/>
                  </a:lnTo>
                  <a:lnTo>
                    <a:pt x="2878836" y="4572"/>
                  </a:lnTo>
                  <a:close/>
                  <a:moveTo>
                    <a:pt x="2929636" y="4572"/>
                  </a:moveTo>
                  <a:lnTo>
                    <a:pt x="2955036" y="4572"/>
                  </a:lnTo>
                  <a:lnTo>
                    <a:pt x="2929636" y="4572"/>
                  </a:lnTo>
                  <a:close/>
                  <a:moveTo>
                    <a:pt x="2980436" y="4572"/>
                  </a:moveTo>
                  <a:lnTo>
                    <a:pt x="3005836" y="4572"/>
                  </a:lnTo>
                  <a:lnTo>
                    <a:pt x="2980436" y="4572"/>
                  </a:lnTo>
                  <a:close/>
                  <a:moveTo>
                    <a:pt x="3031236" y="4572"/>
                  </a:moveTo>
                  <a:lnTo>
                    <a:pt x="3056636" y="4572"/>
                  </a:lnTo>
                  <a:lnTo>
                    <a:pt x="3031236" y="4572"/>
                  </a:lnTo>
                  <a:close/>
                  <a:moveTo>
                    <a:pt x="3082036" y="4572"/>
                  </a:moveTo>
                  <a:lnTo>
                    <a:pt x="3107436" y="4572"/>
                  </a:lnTo>
                  <a:lnTo>
                    <a:pt x="3082036" y="4572"/>
                  </a:lnTo>
                  <a:close/>
                  <a:moveTo>
                    <a:pt x="3132836" y="4572"/>
                  </a:moveTo>
                  <a:lnTo>
                    <a:pt x="3158236" y="4572"/>
                  </a:lnTo>
                  <a:lnTo>
                    <a:pt x="3132836" y="4572"/>
                  </a:lnTo>
                  <a:close/>
                  <a:moveTo>
                    <a:pt x="3183636" y="4572"/>
                  </a:moveTo>
                  <a:lnTo>
                    <a:pt x="3209036" y="4572"/>
                  </a:lnTo>
                  <a:lnTo>
                    <a:pt x="3183636" y="4572"/>
                  </a:lnTo>
                  <a:close/>
                  <a:moveTo>
                    <a:pt x="3234436" y="4572"/>
                  </a:moveTo>
                  <a:lnTo>
                    <a:pt x="3259836" y="4572"/>
                  </a:lnTo>
                  <a:lnTo>
                    <a:pt x="3234436" y="4572"/>
                  </a:lnTo>
                  <a:close/>
                  <a:moveTo>
                    <a:pt x="3285236" y="4572"/>
                  </a:moveTo>
                  <a:lnTo>
                    <a:pt x="3310636" y="4572"/>
                  </a:lnTo>
                  <a:lnTo>
                    <a:pt x="3285236" y="4572"/>
                  </a:lnTo>
                  <a:close/>
                  <a:moveTo>
                    <a:pt x="3336036" y="4572"/>
                  </a:moveTo>
                  <a:lnTo>
                    <a:pt x="3361436" y="4572"/>
                  </a:lnTo>
                  <a:lnTo>
                    <a:pt x="3336036" y="4572"/>
                  </a:lnTo>
                  <a:close/>
                  <a:moveTo>
                    <a:pt x="3386836" y="4572"/>
                  </a:moveTo>
                  <a:lnTo>
                    <a:pt x="3412236" y="4572"/>
                  </a:lnTo>
                  <a:lnTo>
                    <a:pt x="3386836" y="4572"/>
                  </a:lnTo>
                  <a:close/>
                  <a:moveTo>
                    <a:pt x="3437636" y="4572"/>
                  </a:moveTo>
                  <a:lnTo>
                    <a:pt x="3463036" y="4572"/>
                  </a:lnTo>
                  <a:lnTo>
                    <a:pt x="3437636" y="4572"/>
                  </a:lnTo>
                  <a:close/>
                  <a:moveTo>
                    <a:pt x="3488436" y="4572"/>
                  </a:moveTo>
                  <a:lnTo>
                    <a:pt x="3513836" y="4572"/>
                  </a:lnTo>
                  <a:lnTo>
                    <a:pt x="3488436" y="4572"/>
                  </a:lnTo>
                  <a:close/>
                  <a:moveTo>
                    <a:pt x="3539236" y="4572"/>
                  </a:moveTo>
                  <a:lnTo>
                    <a:pt x="3564636" y="4572"/>
                  </a:lnTo>
                  <a:lnTo>
                    <a:pt x="3539236" y="4572"/>
                  </a:lnTo>
                  <a:close/>
                  <a:moveTo>
                    <a:pt x="3590036" y="4572"/>
                  </a:moveTo>
                  <a:lnTo>
                    <a:pt x="3615436" y="4572"/>
                  </a:lnTo>
                  <a:lnTo>
                    <a:pt x="3590036" y="4572"/>
                  </a:lnTo>
                  <a:close/>
                  <a:moveTo>
                    <a:pt x="3640836" y="4572"/>
                  </a:moveTo>
                  <a:lnTo>
                    <a:pt x="3666236" y="4572"/>
                  </a:lnTo>
                  <a:lnTo>
                    <a:pt x="3640836" y="4572"/>
                  </a:lnTo>
                  <a:close/>
                  <a:moveTo>
                    <a:pt x="3691636" y="4572"/>
                  </a:moveTo>
                  <a:lnTo>
                    <a:pt x="3717036" y="4572"/>
                  </a:lnTo>
                  <a:lnTo>
                    <a:pt x="3691636" y="4572"/>
                  </a:lnTo>
                  <a:close/>
                  <a:moveTo>
                    <a:pt x="3742436" y="4572"/>
                  </a:moveTo>
                  <a:lnTo>
                    <a:pt x="3767836" y="4572"/>
                  </a:lnTo>
                  <a:lnTo>
                    <a:pt x="3742436" y="4572"/>
                  </a:lnTo>
                  <a:close/>
                  <a:moveTo>
                    <a:pt x="3793236" y="4572"/>
                  </a:moveTo>
                  <a:lnTo>
                    <a:pt x="3818636" y="4572"/>
                  </a:lnTo>
                  <a:lnTo>
                    <a:pt x="3793236" y="4572"/>
                  </a:lnTo>
                  <a:close/>
                  <a:moveTo>
                    <a:pt x="3844036" y="4572"/>
                  </a:moveTo>
                  <a:lnTo>
                    <a:pt x="3869436" y="4572"/>
                  </a:lnTo>
                  <a:lnTo>
                    <a:pt x="3844036" y="4572"/>
                  </a:lnTo>
                  <a:close/>
                  <a:moveTo>
                    <a:pt x="3894836" y="4572"/>
                  </a:moveTo>
                  <a:lnTo>
                    <a:pt x="3920236" y="4572"/>
                  </a:lnTo>
                  <a:lnTo>
                    <a:pt x="3894836" y="4572"/>
                  </a:lnTo>
                  <a:close/>
                  <a:moveTo>
                    <a:pt x="3945636" y="4572"/>
                  </a:moveTo>
                  <a:lnTo>
                    <a:pt x="3971036" y="4572"/>
                  </a:lnTo>
                  <a:lnTo>
                    <a:pt x="3945636" y="4572"/>
                  </a:lnTo>
                  <a:close/>
                  <a:moveTo>
                    <a:pt x="3996436" y="4572"/>
                  </a:moveTo>
                  <a:lnTo>
                    <a:pt x="4021836" y="4572"/>
                  </a:lnTo>
                  <a:lnTo>
                    <a:pt x="3996436" y="4572"/>
                  </a:lnTo>
                  <a:close/>
                  <a:moveTo>
                    <a:pt x="4047236" y="4572"/>
                  </a:moveTo>
                  <a:lnTo>
                    <a:pt x="4072636" y="4572"/>
                  </a:lnTo>
                  <a:lnTo>
                    <a:pt x="4047236" y="4572"/>
                  </a:lnTo>
                  <a:close/>
                  <a:moveTo>
                    <a:pt x="4098036" y="4572"/>
                  </a:moveTo>
                  <a:lnTo>
                    <a:pt x="4123436" y="4572"/>
                  </a:lnTo>
                  <a:lnTo>
                    <a:pt x="4098036" y="4572"/>
                  </a:lnTo>
                  <a:close/>
                  <a:moveTo>
                    <a:pt x="4148836" y="4572"/>
                  </a:moveTo>
                  <a:lnTo>
                    <a:pt x="4174236" y="4572"/>
                  </a:lnTo>
                  <a:lnTo>
                    <a:pt x="4148836" y="4572"/>
                  </a:lnTo>
                  <a:close/>
                  <a:moveTo>
                    <a:pt x="4199636" y="4572"/>
                  </a:moveTo>
                  <a:lnTo>
                    <a:pt x="4225036" y="4572"/>
                  </a:lnTo>
                  <a:lnTo>
                    <a:pt x="4199636" y="4572"/>
                  </a:lnTo>
                  <a:close/>
                  <a:moveTo>
                    <a:pt x="4250436" y="4572"/>
                  </a:moveTo>
                  <a:lnTo>
                    <a:pt x="4275836" y="4572"/>
                  </a:lnTo>
                  <a:lnTo>
                    <a:pt x="4250436" y="4572"/>
                  </a:lnTo>
                  <a:close/>
                  <a:moveTo>
                    <a:pt x="4301236" y="4572"/>
                  </a:moveTo>
                  <a:lnTo>
                    <a:pt x="4326636" y="4572"/>
                  </a:lnTo>
                  <a:lnTo>
                    <a:pt x="4301236" y="4572"/>
                  </a:lnTo>
                  <a:close/>
                  <a:moveTo>
                    <a:pt x="4352036" y="4572"/>
                  </a:moveTo>
                  <a:lnTo>
                    <a:pt x="4377436" y="4572"/>
                  </a:lnTo>
                  <a:lnTo>
                    <a:pt x="4352036" y="4572"/>
                  </a:lnTo>
                  <a:close/>
                  <a:moveTo>
                    <a:pt x="4402836" y="4572"/>
                  </a:moveTo>
                  <a:lnTo>
                    <a:pt x="4428236" y="4572"/>
                  </a:lnTo>
                  <a:lnTo>
                    <a:pt x="4402836" y="4572"/>
                  </a:lnTo>
                  <a:close/>
                  <a:moveTo>
                    <a:pt x="4453636" y="4572"/>
                  </a:moveTo>
                  <a:lnTo>
                    <a:pt x="4479036" y="4572"/>
                  </a:lnTo>
                  <a:lnTo>
                    <a:pt x="4453636" y="4572"/>
                  </a:lnTo>
                  <a:close/>
                  <a:moveTo>
                    <a:pt x="4504436" y="4572"/>
                  </a:moveTo>
                  <a:lnTo>
                    <a:pt x="4529836" y="4572"/>
                  </a:lnTo>
                  <a:lnTo>
                    <a:pt x="4504436" y="4572"/>
                  </a:lnTo>
                  <a:close/>
                  <a:moveTo>
                    <a:pt x="4555236" y="4572"/>
                  </a:moveTo>
                  <a:lnTo>
                    <a:pt x="4580636" y="4572"/>
                  </a:lnTo>
                  <a:lnTo>
                    <a:pt x="4555236" y="4572"/>
                  </a:lnTo>
                  <a:close/>
                  <a:moveTo>
                    <a:pt x="4606036" y="4572"/>
                  </a:moveTo>
                  <a:lnTo>
                    <a:pt x="4631436" y="4572"/>
                  </a:lnTo>
                  <a:lnTo>
                    <a:pt x="4606036" y="4572"/>
                  </a:lnTo>
                  <a:close/>
                  <a:moveTo>
                    <a:pt x="4656836" y="4572"/>
                  </a:moveTo>
                  <a:lnTo>
                    <a:pt x="4682236" y="4572"/>
                  </a:lnTo>
                  <a:lnTo>
                    <a:pt x="4656836" y="4572"/>
                  </a:lnTo>
                  <a:close/>
                  <a:moveTo>
                    <a:pt x="4707636" y="4572"/>
                  </a:moveTo>
                  <a:lnTo>
                    <a:pt x="4733036" y="4572"/>
                  </a:lnTo>
                  <a:lnTo>
                    <a:pt x="4707636" y="4572"/>
                  </a:lnTo>
                  <a:close/>
                  <a:moveTo>
                    <a:pt x="4758436" y="4572"/>
                  </a:moveTo>
                  <a:lnTo>
                    <a:pt x="4783836" y="4572"/>
                  </a:lnTo>
                  <a:lnTo>
                    <a:pt x="4758436" y="4572"/>
                  </a:lnTo>
                  <a:close/>
                  <a:moveTo>
                    <a:pt x="4809236" y="4572"/>
                  </a:moveTo>
                  <a:lnTo>
                    <a:pt x="4834636" y="4572"/>
                  </a:lnTo>
                  <a:lnTo>
                    <a:pt x="4809236" y="4572"/>
                  </a:lnTo>
                  <a:close/>
                  <a:moveTo>
                    <a:pt x="4860036" y="4572"/>
                  </a:moveTo>
                  <a:lnTo>
                    <a:pt x="4885436" y="4572"/>
                  </a:lnTo>
                  <a:lnTo>
                    <a:pt x="4860036" y="4572"/>
                  </a:lnTo>
                  <a:close/>
                  <a:moveTo>
                    <a:pt x="4910836" y="4572"/>
                  </a:moveTo>
                  <a:lnTo>
                    <a:pt x="4936236" y="4572"/>
                  </a:lnTo>
                  <a:lnTo>
                    <a:pt x="4910836" y="4572"/>
                  </a:lnTo>
                  <a:close/>
                  <a:moveTo>
                    <a:pt x="4961636" y="4572"/>
                  </a:moveTo>
                  <a:lnTo>
                    <a:pt x="4987036" y="4572"/>
                  </a:lnTo>
                  <a:lnTo>
                    <a:pt x="4961636" y="4572"/>
                  </a:lnTo>
                  <a:close/>
                  <a:moveTo>
                    <a:pt x="5012436" y="4572"/>
                  </a:moveTo>
                  <a:lnTo>
                    <a:pt x="5037836" y="4572"/>
                  </a:lnTo>
                  <a:lnTo>
                    <a:pt x="5012436" y="4572"/>
                  </a:lnTo>
                  <a:close/>
                  <a:moveTo>
                    <a:pt x="5063236" y="4572"/>
                  </a:moveTo>
                  <a:lnTo>
                    <a:pt x="5088636" y="4572"/>
                  </a:lnTo>
                  <a:lnTo>
                    <a:pt x="5063236" y="4572"/>
                  </a:lnTo>
                  <a:close/>
                  <a:moveTo>
                    <a:pt x="5114036" y="4572"/>
                  </a:moveTo>
                  <a:lnTo>
                    <a:pt x="5139436" y="4572"/>
                  </a:lnTo>
                  <a:lnTo>
                    <a:pt x="5114036" y="4572"/>
                  </a:lnTo>
                  <a:close/>
                  <a:moveTo>
                    <a:pt x="5164836" y="4572"/>
                  </a:moveTo>
                  <a:lnTo>
                    <a:pt x="5190236" y="4572"/>
                  </a:lnTo>
                  <a:lnTo>
                    <a:pt x="5164836" y="4572"/>
                  </a:lnTo>
                  <a:close/>
                  <a:moveTo>
                    <a:pt x="5215636" y="4572"/>
                  </a:moveTo>
                  <a:lnTo>
                    <a:pt x="5241036" y="4572"/>
                  </a:lnTo>
                  <a:lnTo>
                    <a:pt x="5215636" y="4572"/>
                  </a:lnTo>
                  <a:close/>
                  <a:moveTo>
                    <a:pt x="5266436" y="4572"/>
                  </a:moveTo>
                  <a:lnTo>
                    <a:pt x="5291836" y="4572"/>
                  </a:lnTo>
                  <a:lnTo>
                    <a:pt x="5266436" y="4572"/>
                  </a:lnTo>
                  <a:close/>
                  <a:moveTo>
                    <a:pt x="5317236" y="4572"/>
                  </a:moveTo>
                  <a:lnTo>
                    <a:pt x="5342636" y="4572"/>
                  </a:lnTo>
                  <a:lnTo>
                    <a:pt x="5317236" y="4572"/>
                  </a:lnTo>
                  <a:close/>
                  <a:moveTo>
                    <a:pt x="5368036" y="4572"/>
                  </a:moveTo>
                  <a:lnTo>
                    <a:pt x="5393436" y="4572"/>
                  </a:lnTo>
                  <a:lnTo>
                    <a:pt x="5368036" y="4572"/>
                  </a:lnTo>
                  <a:close/>
                  <a:moveTo>
                    <a:pt x="5418836" y="4572"/>
                  </a:moveTo>
                  <a:lnTo>
                    <a:pt x="5444236" y="4572"/>
                  </a:lnTo>
                  <a:lnTo>
                    <a:pt x="5418836" y="4572"/>
                  </a:lnTo>
                  <a:close/>
                  <a:moveTo>
                    <a:pt x="5469636" y="4572"/>
                  </a:moveTo>
                  <a:lnTo>
                    <a:pt x="5495036" y="4572"/>
                  </a:lnTo>
                  <a:lnTo>
                    <a:pt x="5469636" y="4572"/>
                  </a:lnTo>
                  <a:close/>
                  <a:moveTo>
                    <a:pt x="5520436" y="4572"/>
                  </a:moveTo>
                  <a:lnTo>
                    <a:pt x="5545836" y="4572"/>
                  </a:lnTo>
                  <a:lnTo>
                    <a:pt x="5520436" y="4572"/>
                  </a:lnTo>
                  <a:close/>
                  <a:moveTo>
                    <a:pt x="5571236" y="4572"/>
                  </a:moveTo>
                  <a:lnTo>
                    <a:pt x="5596636" y="4572"/>
                  </a:lnTo>
                  <a:lnTo>
                    <a:pt x="5571236" y="4572"/>
                  </a:lnTo>
                  <a:close/>
                  <a:moveTo>
                    <a:pt x="5622036" y="4572"/>
                  </a:moveTo>
                  <a:lnTo>
                    <a:pt x="5647436" y="4572"/>
                  </a:lnTo>
                  <a:lnTo>
                    <a:pt x="5622036" y="4572"/>
                  </a:lnTo>
                  <a:close/>
                  <a:moveTo>
                    <a:pt x="5672836" y="4572"/>
                  </a:moveTo>
                  <a:lnTo>
                    <a:pt x="5698236" y="4572"/>
                  </a:lnTo>
                  <a:lnTo>
                    <a:pt x="5672836" y="4572"/>
                  </a:lnTo>
                  <a:close/>
                  <a:moveTo>
                    <a:pt x="5723636" y="4572"/>
                  </a:moveTo>
                  <a:lnTo>
                    <a:pt x="5749036" y="4572"/>
                  </a:lnTo>
                  <a:lnTo>
                    <a:pt x="5723636" y="4572"/>
                  </a:lnTo>
                  <a:close/>
                  <a:moveTo>
                    <a:pt x="5774436" y="4572"/>
                  </a:moveTo>
                  <a:lnTo>
                    <a:pt x="5799836" y="4572"/>
                  </a:lnTo>
                  <a:lnTo>
                    <a:pt x="5774436" y="4572"/>
                  </a:lnTo>
                  <a:close/>
                  <a:moveTo>
                    <a:pt x="5825236" y="4572"/>
                  </a:moveTo>
                  <a:lnTo>
                    <a:pt x="5850636" y="4572"/>
                  </a:lnTo>
                  <a:lnTo>
                    <a:pt x="5825236" y="4572"/>
                  </a:lnTo>
                  <a:close/>
                  <a:moveTo>
                    <a:pt x="5876036" y="4572"/>
                  </a:moveTo>
                  <a:lnTo>
                    <a:pt x="5901436" y="4572"/>
                  </a:lnTo>
                  <a:lnTo>
                    <a:pt x="5876036" y="4572"/>
                  </a:lnTo>
                  <a:close/>
                  <a:moveTo>
                    <a:pt x="5926836" y="4572"/>
                  </a:moveTo>
                  <a:lnTo>
                    <a:pt x="5952236" y="4572"/>
                  </a:lnTo>
                  <a:lnTo>
                    <a:pt x="5926836" y="4572"/>
                  </a:lnTo>
                  <a:close/>
                  <a:moveTo>
                    <a:pt x="5977636" y="4572"/>
                  </a:moveTo>
                  <a:lnTo>
                    <a:pt x="6003036" y="4572"/>
                  </a:lnTo>
                  <a:lnTo>
                    <a:pt x="5977636" y="4572"/>
                  </a:lnTo>
                  <a:close/>
                  <a:moveTo>
                    <a:pt x="6028436" y="4572"/>
                  </a:moveTo>
                  <a:lnTo>
                    <a:pt x="6053836" y="4572"/>
                  </a:lnTo>
                  <a:lnTo>
                    <a:pt x="6028436" y="4572"/>
                  </a:lnTo>
                  <a:close/>
                  <a:moveTo>
                    <a:pt x="6079236" y="4572"/>
                  </a:moveTo>
                  <a:lnTo>
                    <a:pt x="6104636" y="4572"/>
                  </a:lnTo>
                  <a:lnTo>
                    <a:pt x="6079236" y="4572"/>
                  </a:lnTo>
                  <a:close/>
                  <a:moveTo>
                    <a:pt x="6130036" y="4572"/>
                  </a:moveTo>
                  <a:lnTo>
                    <a:pt x="6155436" y="4572"/>
                  </a:lnTo>
                  <a:lnTo>
                    <a:pt x="6130036" y="4572"/>
                  </a:lnTo>
                  <a:close/>
                  <a:moveTo>
                    <a:pt x="6180836" y="4572"/>
                  </a:moveTo>
                  <a:lnTo>
                    <a:pt x="6206236" y="4572"/>
                  </a:lnTo>
                  <a:lnTo>
                    <a:pt x="6180836" y="4572"/>
                  </a:lnTo>
                  <a:close/>
                  <a:moveTo>
                    <a:pt x="6231636" y="4572"/>
                  </a:moveTo>
                  <a:lnTo>
                    <a:pt x="6257036" y="4572"/>
                  </a:lnTo>
                  <a:lnTo>
                    <a:pt x="6231636" y="4572"/>
                  </a:lnTo>
                  <a:close/>
                  <a:moveTo>
                    <a:pt x="6282436" y="4572"/>
                  </a:moveTo>
                  <a:lnTo>
                    <a:pt x="6307836" y="4572"/>
                  </a:lnTo>
                  <a:lnTo>
                    <a:pt x="6282436" y="4572"/>
                  </a:lnTo>
                  <a:close/>
                  <a:moveTo>
                    <a:pt x="6333236" y="4572"/>
                  </a:moveTo>
                  <a:lnTo>
                    <a:pt x="6358636" y="4572"/>
                  </a:lnTo>
                  <a:lnTo>
                    <a:pt x="6333236" y="4572"/>
                  </a:lnTo>
                  <a:close/>
                  <a:moveTo>
                    <a:pt x="6384036" y="4572"/>
                  </a:moveTo>
                  <a:lnTo>
                    <a:pt x="6409436" y="4572"/>
                  </a:lnTo>
                  <a:lnTo>
                    <a:pt x="6384036" y="4572"/>
                  </a:lnTo>
                  <a:close/>
                  <a:moveTo>
                    <a:pt x="6434836" y="4572"/>
                  </a:moveTo>
                  <a:lnTo>
                    <a:pt x="6460236" y="4572"/>
                  </a:lnTo>
                  <a:lnTo>
                    <a:pt x="6434836" y="4572"/>
                  </a:lnTo>
                  <a:close/>
                  <a:moveTo>
                    <a:pt x="6485636" y="4572"/>
                  </a:moveTo>
                  <a:lnTo>
                    <a:pt x="6511036" y="4572"/>
                  </a:lnTo>
                  <a:lnTo>
                    <a:pt x="6485636" y="4572"/>
                  </a:lnTo>
                  <a:close/>
                  <a:moveTo>
                    <a:pt x="6536436" y="4572"/>
                  </a:moveTo>
                  <a:lnTo>
                    <a:pt x="6561836" y="4572"/>
                  </a:lnTo>
                  <a:lnTo>
                    <a:pt x="6536436" y="4572"/>
                  </a:lnTo>
                  <a:close/>
                  <a:moveTo>
                    <a:pt x="6587236" y="4572"/>
                  </a:moveTo>
                  <a:lnTo>
                    <a:pt x="6612636" y="4572"/>
                  </a:lnTo>
                  <a:lnTo>
                    <a:pt x="6587236" y="4572"/>
                  </a:lnTo>
                  <a:close/>
                  <a:moveTo>
                    <a:pt x="6638036" y="4572"/>
                  </a:moveTo>
                  <a:lnTo>
                    <a:pt x="6663436" y="4572"/>
                  </a:lnTo>
                  <a:lnTo>
                    <a:pt x="6638036" y="4572"/>
                  </a:lnTo>
                  <a:close/>
                  <a:moveTo>
                    <a:pt x="6688836" y="4572"/>
                  </a:moveTo>
                  <a:lnTo>
                    <a:pt x="6714236" y="4572"/>
                  </a:lnTo>
                  <a:lnTo>
                    <a:pt x="6688836" y="4572"/>
                  </a:lnTo>
                  <a:close/>
                  <a:moveTo>
                    <a:pt x="6739636" y="4572"/>
                  </a:moveTo>
                  <a:lnTo>
                    <a:pt x="6765036" y="4572"/>
                  </a:lnTo>
                  <a:lnTo>
                    <a:pt x="6739636" y="4572"/>
                  </a:lnTo>
                  <a:close/>
                  <a:moveTo>
                    <a:pt x="6790436" y="4572"/>
                  </a:moveTo>
                  <a:lnTo>
                    <a:pt x="6815836" y="4572"/>
                  </a:lnTo>
                  <a:lnTo>
                    <a:pt x="6790436" y="4572"/>
                  </a:lnTo>
                  <a:close/>
                  <a:moveTo>
                    <a:pt x="6841236" y="4572"/>
                  </a:moveTo>
                  <a:lnTo>
                    <a:pt x="6866636" y="4572"/>
                  </a:lnTo>
                  <a:lnTo>
                    <a:pt x="6841236" y="4572"/>
                  </a:lnTo>
                  <a:close/>
                  <a:moveTo>
                    <a:pt x="6892036" y="4572"/>
                  </a:moveTo>
                  <a:lnTo>
                    <a:pt x="6917436" y="4572"/>
                  </a:lnTo>
                  <a:lnTo>
                    <a:pt x="6892036" y="4572"/>
                  </a:lnTo>
                  <a:close/>
                  <a:moveTo>
                    <a:pt x="6942836" y="4572"/>
                  </a:moveTo>
                  <a:lnTo>
                    <a:pt x="6968236" y="4572"/>
                  </a:lnTo>
                  <a:lnTo>
                    <a:pt x="6942836" y="4572"/>
                  </a:lnTo>
                  <a:close/>
                  <a:moveTo>
                    <a:pt x="6993636" y="4572"/>
                  </a:moveTo>
                  <a:lnTo>
                    <a:pt x="7019036" y="4572"/>
                  </a:lnTo>
                  <a:lnTo>
                    <a:pt x="6993636" y="4572"/>
                  </a:lnTo>
                  <a:close/>
                  <a:moveTo>
                    <a:pt x="7044436" y="4572"/>
                  </a:moveTo>
                  <a:lnTo>
                    <a:pt x="7069836" y="4572"/>
                  </a:lnTo>
                  <a:lnTo>
                    <a:pt x="7044436" y="4572"/>
                  </a:lnTo>
                  <a:close/>
                  <a:moveTo>
                    <a:pt x="7095236" y="4572"/>
                  </a:moveTo>
                  <a:lnTo>
                    <a:pt x="7120636" y="4572"/>
                  </a:lnTo>
                  <a:lnTo>
                    <a:pt x="7095236" y="4572"/>
                  </a:lnTo>
                  <a:close/>
                  <a:moveTo>
                    <a:pt x="7146036" y="4572"/>
                  </a:moveTo>
                  <a:lnTo>
                    <a:pt x="7171436" y="4572"/>
                  </a:lnTo>
                  <a:lnTo>
                    <a:pt x="7146036" y="4572"/>
                  </a:lnTo>
                  <a:close/>
                  <a:moveTo>
                    <a:pt x="7196836" y="4572"/>
                  </a:moveTo>
                  <a:lnTo>
                    <a:pt x="7222236" y="4572"/>
                  </a:lnTo>
                  <a:lnTo>
                    <a:pt x="7196836" y="4572"/>
                  </a:lnTo>
                  <a:close/>
                  <a:moveTo>
                    <a:pt x="7247636" y="4572"/>
                  </a:moveTo>
                  <a:lnTo>
                    <a:pt x="7273036" y="4572"/>
                  </a:lnTo>
                  <a:lnTo>
                    <a:pt x="7247636" y="4572"/>
                  </a:lnTo>
                  <a:close/>
                  <a:moveTo>
                    <a:pt x="7298436" y="4572"/>
                  </a:moveTo>
                  <a:lnTo>
                    <a:pt x="7323836" y="4572"/>
                  </a:lnTo>
                  <a:lnTo>
                    <a:pt x="7298436" y="4572"/>
                  </a:lnTo>
                  <a:close/>
                  <a:moveTo>
                    <a:pt x="7349236" y="4572"/>
                  </a:moveTo>
                  <a:lnTo>
                    <a:pt x="7374636" y="4572"/>
                  </a:lnTo>
                  <a:lnTo>
                    <a:pt x="7349236" y="4572"/>
                  </a:lnTo>
                  <a:close/>
                  <a:moveTo>
                    <a:pt x="7400036" y="4572"/>
                  </a:moveTo>
                  <a:lnTo>
                    <a:pt x="7425436" y="4572"/>
                  </a:lnTo>
                  <a:lnTo>
                    <a:pt x="7400036" y="4572"/>
                  </a:lnTo>
                  <a:close/>
                  <a:moveTo>
                    <a:pt x="7450836" y="4572"/>
                  </a:moveTo>
                  <a:lnTo>
                    <a:pt x="7476236" y="4572"/>
                  </a:lnTo>
                  <a:lnTo>
                    <a:pt x="7450836" y="4572"/>
                  </a:lnTo>
                  <a:close/>
                  <a:moveTo>
                    <a:pt x="7501636" y="4572"/>
                  </a:moveTo>
                  <a:lnTo>
                    <a:pt x="7527036" y="4572"/>
                  </a:lnTo>
                  <a:lnTo>
                    <a:pt x="7501636" y="4572"/>
                  </a:lnTo>
                  <a:close/>
                  <a:moveTo>
                    <a:pt x="7552436" y="4572"/>
                  </a:moveTo>
                  <a:lnTo>
                    <a:pt x="7577836" y="4572"/>
                  </a:lnTo>
                  <a:lnTo>
                    <a:pt x="7552436" y="4572"/>
                  </a:lnTo>
                  <a:close/>
                  <a:moveTo>
                    <a:pt x="7603236" y="4572"/>
                  </a:moveTo>
                  <a:lnTo>
                    <a:pt x="7628636" y="4572"/>
                  </a:lnTo>
                  <a:lnTo>
                    <a:pt x="7603236" y="4572"/>
                  </a:lnTo>
                  <a:close/>
                  <a:moveTo>
                    <a:pt x="7654036" y="4572"/>
                  </a:moveTo>
                  <a:lnTo>
                    <a:pt x="7679436" y="4572"/>
                  </a:lnTo>
                  <a:lnTo>
                    <a:pt x="7654036" y="4572"/>
                  </a:lnTo>
                  <a:close/>
                  <a:moveTo>
                    <a:pt x="7704836" y="4572"/>
                  </a:moveTo>
                  <a:lnTo>
                    <a:pt x="7730236" y="4572"/>
                  </a:lnTo>
                  <a:lnTo>
                    <a:pt x="7704836" y="4572"/>
                  </a:lnTo>
                  <a:close/>
                  <a:moveTo>
                    <a:pt x="7755636" y="4572"/>
                  </a:moveTo>
                  <a:lnTo>
                    <a:pt x="7781036" y="4572"/>
                  </a:lnTo>
                  <a:lnTo>
                    <a:pt x="7755636" y="4572"/>
                  </a:lnTo>
                  <a:close/>
                  <a:moveTo>
                    <a:pt x="7806436" y="4572"/>
                  </a:moveTo>
                  <a:lnTo>
                    <a:pt x="7831836" y="4572"/>
                  </a:lnTo>
                  <a:lnTo>
                    <a:pt x="7806436" y="4572"/>
                  </a:lnTo>
                  <a:close/>
                  <a:moveTo>
                    <a:pt x="7857236" y="4572"/>
                  </a:moveTo>
                  <a:lnTo>
                    <a:pt x="7882636" y="4572"/>
                  </a:lnTo>
                  <a:lnTo>
                    <a:pt x="7857236" y="4572"/>
                  </a:lnTo>
                  <a:close/>
                  <a:moveTo>
                    <a:pt x="7908036" y="4572"/>
                  </a:moveTo>
                  <a:lnTo>
                    <a:pt x="7933436" y="4572"/>
                  </a:lnTo>
                  <a:lnTo>
                    <a:pt x="7908036" y="4572"/>
                  </a:lnTo>
                  <a:close/>
                  <a:moveTo>
                    <a:pt x="7958836" y="4572"/>
                  </a:moveTo>
                  <a:lnTo>
                    <a:pt x="7984236" y="4572"/>
                  </a:lnTo>
                  <a:lnTo>
                    <a:pt x="7958836" y="4572"/>
                  </a:lnTo>
                  <a:close/>
                  <a:moveTo>
                    <a:pt x="8009636" y="4572"/>
                  </a:moveTo>
                  <a:lnTo>
                    <a:pt x="8035036" y="4572"/>
                  </a:lnTo>
                  <a:lnTo>
                    <a:pt x="8009636" y="4572"/>
                  </a:lnTo>
                  <a:close/>
                  <a:moveTo>
                    <a:pt x="8060436" y="4572"/>
                  </a:moveTo>
                  <a:lnTo>
                    <a:pt x="8085836" y="4572"/>
                  </a:lnTo>
                  <a:lnTo>
                    <a:pt x="8060436" y="4572"/>
                  </a:lnTo>
                  <a:close/>
                  <a:moveTo>
                    <a:pt x="8111236" y="4572"/>
                  </a:moveTo>
                  <a:lnTo>
                    <a:pt x="8136636" y="4572"/>
                  </a:lnTo>
                  <a:lnTo>
                    <a:pt x="8111236" y="4572"/>
                  </a:lnTo>
                  <a:close/>
                  <a:moveTo>
                    <a:pt x="8162036" y="4572"/>
                  </a:moveTo>
                  <a:lnTo>
                    <a:pt x="8187436" y="4572"/>
                  </a:lnTo>
                  <a:lnTo>
                    <a:pt x="8162036" y="4572"/>
                  </a:lnTo>
                  <a:close/>
                  <a:moveTo>
                    <a:pt x="8212836" y="4572"/>
                  </a:moveTo>
                  <a:lnTo>
                    <a:pt x="8238236" y="4572"/>
                  </a:lnTo>
                  <a:lnTo>
                    <a:pt x="8212836" y="4572"/>
                  </a:lnTo>
                  <a:close/>
                  <a:moveTo>
                    <a:pt x="8263636" y="4572"/>
                  </a:moveTo>
                  <a:lnTo>
                    <a:pt x="8289036" y="4572"/>
                  </a:lnTo>
                  <a:lnTo>
                    <a:pt x="8263636" y="4572"/>
                  </a:lnTo>
                  <a:close/>
                  <a:moveTo>
                    <a:pt x="8314436" y="4572"/>
                  </a:moveTo>
                  <a:lnTo>
                    <a:pt x="8339836" y="4572"/>
                  </a:lnTo>
                  <a:lnTo>
                    <a:pt x="8314436" y="4572"/>
                  </a:lnTo>
                  <a:close/>
                  <a:moveTo>
                    <a:pt x="8365236" y="4572"/>
                  </a:moveTo>
                  <a:lnTo>
                    <a:pt x="8390636" y="4572"/>
                  </a:lnTo>
                  <a:lnTo>
                    <a:pt x="8365236" y="4572"/>
                  </a:lnTo>
                  <a:close/>
                  <a:moveTo>
                    <a:pt x="8416036" y="4572"/>
                  </a:moveTo>
                  <a:lnTo>
                    <a:pt x="8441436" y="4572"/>
                  </a:lnTo>
                  <a:lnTo>
                    <a:pt x="8416036" y="4572"/>
                  </a:lnTo>
                  <a:close/>
                  <a:moveTo>
                    <a:pt x="8466836" y="4572"/>
                  </a:moveTo>
                  <a:lnTo>
                    <a:pt x="8492236" y="4572"/>
                  </a:lnTo>
                  <a:lnTo>
                    <a:pt x="8466836" y="4572"/>
                  </a:lnTo>
                  <a:close/>
                  <a:moveTo>
                    <a:pt x="8517636" y="4572"/>
                  </a:moveTo>
                  <a:lnTo>
                    <a:pt x="8543036" y="4572"/>
                  </a:lnTo>
                  <a:lnTo>
                    <a:pt x="8517636" y="4572"/>
                  </a:lnTo>
                  <a:close/>
                  <a:moveTo>
                    <a:pt x="8568436" y="4572"/>
                  </a:moveTo>
                  <a:lnTo>
                    <a:pt x="8593836" y="4572"/>
                  </a:lnTo>
                  <a:lnTo>
                    <a:pt x="8568436" y="4572"/>
                  </a:lnTo>
                  <a:close/>
                  <a:moveTo>
                    <a:pt x="8619236" y="4572"/>
                  </a:moveTo>
                  <a:lnTo>
                    <a:pt x="8644636" y="4572"/>
                  </a:lnTo>
                  <a:lnTo>
                    <a:pt x="8619236" y="4572"/>
                  </a:lnTo>
                  <a:close/>
                  <a:moveTo>
                    <a:pt x="8670036" y="4572"/>
                  </a:moveTo>
                  <a:lnTo>
                    <a:pt x="8695436" y="4572"/>
                  </a:lnTo>
                  <a:lnTo>
                    <a:pt x="8670036" y="4572"/>
                  </a:lnTo>
                  <a:close/>
                  <a:moveTo>
                    <a:pt x="8720836" y="4572"/>
                  </a:moveTo>
                  <a:lnTo>
                    <a:pt x="8746236" y="4572"/>
                  </a:lnTo>
                  <a:lnTo>
                    <a:pt x="8720836" y="4572"/>
                  </a:lnTo>
                  <a:close/>
                  <a:moveTo>
                    <a:pt x="8771636" y="4572"/>
                  </a:moveTo>
                  <a:lnTo>
                    <a:pt x="8797036" y="4572"/>
                  </a:lnTo>
                  <a:lnTo>
                    <a:pt x="8771636" y="4572"/>
                  </a:lnTo>
                  <a:close/>
                  <a:moveTo>
                    <a:pt x="8822436" y="4572"/>
                  </a:moveTo>
                  <a:lnTo>
                    <a:pt x="8847836" y="4572"/>
                  </a:lnTo>
                  <a:lnTo>
                    <a:pt x="8822436" y="4572"/>
                  </a:lnTo>
                  <a:close/>
                  <a:moveTo>
                    <a:pt x="8873236" y="4572"/>
                  </a:moveTo>
                  <a:lnTo>
                    <a:pt x="8898636" y="4572"/>
                  </a:lnTo>
                  <a:lnTo>
                    <a:pt x="8873236" y="4572"/>
                  </a:lnTo>
                  <a:close/>
                  <a:moveTo>
                    <a:pt x="8924036" y="4572"/>
                  </a:moveTo>
                  <a:lnTo>
                    <a:pt x="8949436" y="4572"/>
                  </a:lnTo>
                  <a:lnTo>
                    <a:pt x="8924036" y="4572"/>
                  </a:lnTo>
                  <a:close/>
                  <a:moveTo>
                    <a:pt x="8974836" y="4572"/>
                  </a:moveTo>
                  <a:lnTo>
                    <a:pt x="9000236" y="4572"/>
                  </a:lnTo>
                  <a:lnTo>
                    <a:pt x="8974836" y="4572"/>
                  </a:lnTo>
                  <a:close/>
                  <a:moveTo>
                    <a:pt x="9025636" y="4572"/>
                  </a:moveTo>
                  <a:lnTo>
                    <a:pt x="9051036" y="4572"/>
                  </a:lnTo>
                  <a:lnTo>
                    <a:pt x="9025636" y="4572"/>
                  </a:lnTo>
                  <a:close/>
                  <a:moveTo>
                    <a:pt x="9076436" y="4572"/>
                  </a:moveTo>
                  <a:lnTo>
                    <a:pt x="9101836" y="4572"/>
                  </a:lnTo>
                  <a:lnTo>
                    <a:pt x="9076436" y="4572"/>
                  </a:lnTo>
                  <a:close/>
                  <a:moveTo>
                    <a:pt x="9127236" y="4572"/>
                  </a:moveTo>
                  <a:lnTo>
                    <a:pt x="9152636" y="4572"/>
                  </a:lnTo>
                  <a:lnTo>
                    <a:pt x="9127236" y="4572"/>
                  </a:lnTo>
                  <a:close/>
                  <a:moveTo>
                    <a:pt x="9178036" y="4572"/>
                  </a:moveTo>
                  <a:lnTo>
                    <a:pt x="9203436" y="4572"/>
                  </a:lnTo>
                  <a:lnTo>
                    <a:pt x="9178036" y="4572"/>
                  </a:lnTo>
                  <a:close/>
                  <a:moveTo>
                    <a:pt x="9228836" y="4572"/>
                  </a:moveTo>
                  <a:lnTo>
                    <a:pt x="9254236" y="4572"/>
                  </a:lnTo>
                  <a:lnTo>
                    <a:pt x="9228836" y="4572"/>
                  </a:lnTo>
                  <a:close/>
                  <a:moveTo>
                    <a:pt x="9279636" y="4572"/>
                  </a:moveTo>
                  <a:lnTo>
                    <a:pt x="9305036" y="4572"/>
                  </a:lnTo>
                  <a:lnTo>
                    <a:pt x="9279636" y="4572"/>
                  </a:lnTo>
                  <a:close/>
                  <a:moveTo>
                    <a:pt x="9330436" y="4572"/>
                  </a:moveTo>
                  <a:lnTo>
                    <a:pt x="9355836" y="4572"/>
                  </a:lnTo>
                  <a:lnTo>
                    <a:pt x="9330436" y="4572"/>
                  </a:lnTo>
                  <a:close/>
                  <a:moveTo>
                    <a:pt x="9381236" y="4572"/>
                  </a:moveTo>
                  <a:lnTo>
                    <a:pt x="9406636" y="4572"/>
                  </a:lnTo>
                  <a:lnTo>
                    <a:pt x="9381236" y="4572"/>
                  </a:lnTo>
                  <a:close/>
                  <a:moveTo>
                    <a:pt x="9432036" y="4572"/>
                  </a:moveTo>
                  <a:lnTo>
                    <a:pt x="9457436" y="4572"/>
                  </a:lnTo>
                  <a:lnTo>
                    <a:pt x="9432036" y="4572"/>
                  </a:lnTo>
                  <a:close/>
                  <a:moveTo>
                    <a:pt x="9482836" y="4572"/>
                  </a:moveTo>
                  <a:lnTo>
                    <a:pt x="9508236" y="4572"/>
                  </a:lnTo>
                  <a:lnTo>
                    <a:pt x="9482836" y="4572"/>
                  </a:lnTo>
                  <a:close/>
                  <a:moveTo>
                    <a:pt x="9533636" y="4572"/>
                  </a:moveTo>
                  <a:lnTo>
                    <a:pt x="9559036" y="4572"/>
                  </a:lnTo>
                  <a:lnTo>
                    <a:pt x="9533636" y="4572"/>
                  </a:lnTo>
                  <a:close/>
                  <a:moveTo>
                    <a:pt x="9584436" y="4572"/>
                  </a:moveTo>
                  <a:lnTo>
                    <a:pt x="9609836" y="4572"/>
                  </a:lnTo>
                  <a:lnTo>
                    <a:pt x="9584436" y="4572"/>
                  </a:lnTo>
                  <a:close/>
                  <a:moveTo>
                    <a:pt x="9635236" y="4572"/>
                  </a:moveTo>
                  <a:lnTo>
                    <a:pt x="9660636" y="4572"/>
                  </a:lnTo>
                  <a:lnTo>
                    <a:pt x="9635236" y="4572"/>
                  </a:lnTo>
                  <a:close/>
                  <a:moveTo>
                    <a:pt x="9686036" y="4572"/>
                  </a:moveTo>
                  <a:lnTo>
                    <a:pt x="9711436" y="4572"/>
                  </a:lnTo>
                  <a:lnTo>
                    <a:pt x="9686036" y="4572"/>
                  </a:lnTo>
                  <a:close/>
                  <a:moveTo>
                    <a:pt x="9736836" y="4572"/>
                  </a:moveTo>
                  <a:lnTo>
                    <a:pt x="9762236" y="4572"/>
                  </a:lnTo>
                  <a:lnTo>
                    <a:pt x="9736836" y="4572"/>
                  </a:lnTo>
                  <a:close/>
                  <a:moveTo>
                    <a:pt x="9787636" y="4572"/>
                  </a:moveTo>
                  <a:lnTo>
                    <a:pt x="9813036" y="4572"/>
                  </a:lnTo>
                  <a:lnTo>
                    <a:pt x="9787636" y="4572"/>
                  </a:lnTo>
                  <a:close/>
                  <a:moveTo>
                    <a:pt x="9838436" y="4572"/>
                  </a:moveTo>
                  <a:lnTo>
                    <a:pt x="9863836" y="4572"/>
                  </a:lnTo>
                  <a:lnTo>
                    <a:pt x="9838436" y="4572"/>
                  </a:lnTo>
                  <a:close/>
                  <a:moveTo>
                    <a:pt x="9889236" y="4572"/>
                  </a:moveTo>
                  <a:lnTo>
                    <a:pt x="9914636" y="4572"/>
                  </a:lnTo>
                  <a:lnTo>
                    <a:pt x="9889236" y="4572"/>
                  </a:lnTo>
                  <a:close/>
                  <a:moveTo>
                    <a:pt x="9940036" y="4572"/>
                  </a:moveTo>
                  <a:lnTo>
                    <a:pt x="9965436" y="4572"/>
                  </a:lnTo>
                  <a:lnTo>
                    <a:pt x="9940036" y="4572"/>
                  </a:lnTo>
                  <a:close/>
                  <a:moveTo>
                    <a:pt x="9990836" y="4572"/>
                  </a:moveTo>
                  <a:lnTo>
                    <a:pt x="10016236" y="4572"/>
                  </a:lnTo>
                  <a:lnTo>
                    <a:pt x="9990836" y="4572"/>
                  </a:lnTo>
                  <a:close/>
                  <a:moveTo>
                    <a:pt x="10041636" y="4572"/>
                  </a:moveTo>
                  <a:lnTo>
                    <a:pt x="10067036" y="4572"/>
                  </a:lnTo>
                  <a:lnTo>
                    <a:pt x="10041636" y="4572"/>
                  </a:lnTo>
                  <a:close/>
                  <a:moveTo>
                    <a:pt x="10092436" y="4572"/>
                  </a:moveTo>
                  <a:lnTo>
                    <a:pt x="10117836" y="4572"/>
                  </a:lnTo>
                  <a:lnTo>
                    <a:pt x="10092436" y="4572"/>
                  </a:lnTo>
                  <a:close/>
                  <a:moveTo>
                    <a:pt x="10143236" y="4572"/>
                  </a:moveTo>
                  <a:lnTo>
                    <a:pt x="10168636" y="4572"/>
                  </a:lnTo>
                  <a:lnTo>
                    <a:pt x="10143236" y="4572"/>
                  </a:lnTo>
                  <a:close/>
                  <a:moveTo>
                    <a:pt x="10194036" y="4572"/>
                  </a:moveTo>
                  <a:lnTo>
                    <a:pt x="10219436" y="4572"/>
                  </a:lnTo>
                  <a:lnTo>
                    <a:pt x="10194036" y="4572"/>
                  </a:lnTo>
                  <a:close/>
                  <a:moveTo>
                    <a:pt x="10244836" y="4572"/>
                  </a:moveTo>
                  <a:lnTo>
                    <a:pt x="10270236" y="4572"/>
                  </a:lnTo>
                  <a:lnTo>
                    <a:pt x="10244836" y="4572"/>
                  </a:lnTo>
                  <a:close/>
                  <a:moveTo>
                    <a:pt x="10295636" y="4572"/>
                  </a:moveTo>
                  <a:lnTo>
                    <a:pt x="10321036" y="4572"/>
                  </a:lnTo>
                  <a:lnTo>
                    <a:pt x="10295636" y="4572"/>
                  </a:lnTo>
                  <a:close/>
                  <a:moveTo>
                    <a:pt x="10335768" y="19812"/>
                  </a:moveTo>
                  <a:lnTo>
                    <a:pt x="10335768" y="45212"/>
                  </a:lnTo>
                  <a:lnTo>
                    <a:pt x="10331196" y="45212"/>
                  </a:lnTo>
                  <a:lnTo>
                    <a:pt x="10331196" y="19812"/>
                  </a:lnTo>
                  <a:close/>
                  <a:moveTo>
                    <a:pt x="10331196" y="70612"/>
                  </a:moveTo>
                  <a:lnTo>
                    <a:pt x="10331196" y="96012"/>
                  </a:lnTo>
                  <a:lnTo>
                    <a:pt x="10326624" y="96012"/>
                  </a:lnTo>
                  <a:lnTo>
                    <a:pt x="10326624" y="70612"/>
                  </a:lnTo>
                  <a:close/>
                  <a:moveTo>
                    <a:pt x="10326624" y="121412"/>
                  </a:moveTo>
                  <a:lnTo>
                    <a:pt x="10326624" y="146812"/>
                  </a:lnTo>
                  <a:lnTo>
                    <a:pt x="10322052" y="146812"/>
                  </a:lnTo>
                  <a:lnTo>
                    <a:pt x="10322052" y="121412"/>
                  </a:lnTo>
                  <a:close/>
                  <a:moveTo>
                    <a:pt x="10322052" y="172212"/>
                  </a:moveTo>
                  <a:lnTo>
                    <a:pt x="10322052" y="197612"/>
                  </a:lnTo>
                  <a:lnTo>
                    <a:pt x="10317480" y="197612"/>
                  </a:lnTo>
                  <a:lnTo>
                    <a:pt x="10317480" y="172212"/>
                  </a:lnTo>
                  <a:close/>
                  <a:moveTo>
                    <a:pt x="10317480" y="223012"/>
                  </a:moveTo>
                  <a:lnTo>
                    <a:pt x="10317480" y="248412"/>
                  </a:lnTo>
                  <a:lnTo>
                    <a:pt x="10312908" y="248412"/>
                  </a:lnTo>
                  <a:lnTo>
                    <a:pt x="10312908" y="223012"/>
                  </a:lnTo>
                  <a:close/>
                  <a:moveTo>
                    <a:pt x="10312908" y="273812"/>
                  </a:moveTo>
                  <a:lnTo>
                    <a:pt x="10312908" y="299212"/>
                  </a:lnTo>
                  <a:lnTo>
                    <a:pt x="10308336" y="299212"/>
                  </a:lnTo>
                  <a:lnTo>
                    <a:pt x="10308336" y="273812"/>
                  </a:lnTo>
                  <a:close/>
                  <a:moveTo>
                    <a:pt x="10308336" y="324612"/>
                  </a:moveTo>
                  <a:lnTo>
                    <a:pt x="10308336" y="350012"/>
                  </a:lnTo>
                  <a:lnTo>
                    <a:pt x="10303764" y="350012"/>
                  </a:lnTo>
                  <a:lnTo>
                    <a:pt x="10303764" y="324612"/>
                  </a:lnTo>
                  <a:close/>
                  <a:moveTo>
                    <a:pt x="10303764" y="375412"/>
                  </a:moveTo>
                  <a:lnTo>
                    <a:pt x="10303764" y="400812"/>
                  </a:lnTo>
                  <a:lnTo>
                    <a:pt x="10299192" y="400812"/>
                  </a:lnTo>
                  <a:lnTo>
                    <a:pt x="10299192" y="375412"/>
                  </a:lnTo>
                  <a:close/>
                  <a:moveTo>
                    <a:pt x="10299192" y="426212"/>
                  </a:moveTo>
                  <a:lnTo>
                    <a:pt x="10299192" y="451612"/>
                  </a:lnTo>
                  <a:lnTo>
                    <a:pt x="10294620" y="451612"/>
                  </a:lnTo>
                  <a:lnTo>
                    <a:pt x="10294620" y="426212"/>
                  </a:lnTo>
                  <a:close/>
                  <a:moveTo>
                    <a:pt x="10294620" y="477012"/>
                  </a:moveTo>
                  <a:lnTo>
                    <a:pt x="10294620" y="502412"/>
                  </a:lnTo>
                  <a:lnTo>
                    <a:pt x="10290048" y="502412"/>
                  </a:lnTo>
                  <a:lnTo>
                    <a:pt x="10290048" y="477012"/>
                  </a:lnTo>
                  <a:close/>
                  <a:moveTo>
                    <a:pt x="10290048" y="527812"/>
                  </a:moveTo>
                  <a:lnTo>
                    <a:pt x="10290048" y="553212"/>
                  </a:lnTo>
                  <a:lnTo>
                    <a:pt x="10285476" y="553212"/>
                  </a:lnTo>
                  <a:lnTo>
                    <a:pt x="10285476" y="527812"/>
                  </a:lnTo>
                  <a:close/>
                  <a:moveTo>
                    <a:pt x="10285476" y="578612"/>
                  </a:moveTo>
                  <a:lnTo>
                    <a:pt x="10285476" y="604012"/>
                  </a:lnTo>
                  <a:lnTo>
                    <a:pt x="10280904" y="604012"/>
                  </a:lnTo>
                  <a:lnTo>
                    <a:pt x="10280904" y="578612"/>
                  </a:lnTo>
                  <a:close/>
                  <a:moveTo>
                    <a:pt x="10280904" y="629412"/>
                  </a:moveTo>
                  <a:lnTo>
                    <a:pt x="10280904" y="654812"/>
                  </a:lnTo>
                  <a:lnTo>
                    <a:pt x="10276332" y="654812"/>
                  </a:lnTo>
                  <a:lnTo>
                    <a:pt x="10276332" y="629412"/>
                  </a:lnTo>
                  <a:close/>
                  <a:moveTo>
                    <a:pt x="10276332" y="680212"/>
                  </a:moveTo>
                  <a:lnTo>
                    <a:pt x="10276332" y="705612"/>
                  </a:lnTo>
                  <a:lnTo>
                    <a:pt x="10271760" y="705612"/>
                  </a:lnTo>
                  <a:lnTo>
                    <a:pt x="10271760" y="680212"/>
                  </a:lnTo>
                  <a:close/>
                  <a:moveTo>
                    <a:pt x="10271760" y="731012"/>
                  </a:moveTo>
                  <a:lnTo>
                    <a:pt x="10271760" y="756412"/>
                  </a:lnTo>
                  <a:lnTo>
                    <a:pt x="10267188" y="756412"/>
                  </a:lnTo>
                  <a:lnTo>
                    <a:pt x="10267188" y="731012"/>
                  </a:lnTo>
                  <a:close/>
                  <a:moveTo>
                    <a:pt x="10267188" y="781812"/>
                  </a:moveTo>
                  <a:lnTo>
                    <a:pt x="10267188" y="807212"/>
                  </a:lnTo>
                  <a:lnTo>
                    <a:pt x="10262616" y="807212"/>
                  </a:lnTo>
                  <a:lnTo>
                    <a:pt x="10262616" y="781812"/>
                  </a:lnTo>
                  <a:close/>
                  <a:moveTo>
                    <a:pt x="10262616" y="832612"/>
                  </a:moveTo>
                  <a:lnTo>
                    <a:pt x="10262616" y="858012"/>
                  </a:lnTo>
                  <a:lnTo>
                    <a:pt x="10258044" y="858012"/>
                  </a:lnTo>
                  <a:lnTo>
                    <a:pt x="10258044" y="832612"/>
                  </a:lnTo>
                  <a:close/>
                  <a:moveTo>
                    <a:pt x="10258044" y="883412"/>
                  </a:moveTo>
                  <a:lnTo>
                    <a:pt x="10258044" y="908812"/>
                  </a:lnTo>
                  <a:lnTo>
                    <a:pt x="10253472" y="908812"/>
                  </a:lnTo>
                  <a:lnTo>
                    <a:pt x="10253472" y="883412"/>
                  </a:lnTo>
                  <a:close/>
                  <a:moveTo>
                    <a:pt x="10253472" y="934212"/>
                  </a:moveTo>
                  <a:lnTo>
                    <a:pt x="10253472" y="959612"/>
                  </a:lnTo>
                  <a:lnTo>
                    <a:pt x="10248900" y="959612"/>
                  </a:lnTo>
                  <a:lnTo>
                    <a:pt x="10248900" y="934212"/>
                  </a:lnTo>
                  <a:close/>
                  <a:moveTo>
                    <a:pt x="10248900" y="985012"/>
                  </a:moveTo>
                  <a:lnTo>
                    <a:pt x="10248900" y="1010412"/>
                  </a:lnTo>
                  <a:lnTo>
                    <a:pt x="10244328" y="1010412"/>
                  </a:lnTo>
                  <a:lnTo>
                    <a:pt x="10244328" y="985012"/>
                  </a:lnTo>
                  <a:close/>
                  <a:moveTo>
                    <a:pt x="10244328" y="1035812"/>
                  </a:moveTo>
                  <a:lnTo>
                    <a:pt x="10244328" y="1061212"/>
                  </a:lnTo>
                  <a:lnTo>
                    <a:pt x="10239756" y="1061212"/>
                  </a:lnTo>
                  <a:lnTo>
                    <a:pt x="10239756" y="1035812"/>
                  </a:lnTo>
                  <a:close/>
                  <a:moveTo>
                    <a:pt x="10239756" y="1086612"/>
                  </a:moveTo>
                  <a:lnTo>
                    <a:pt x="10239756" y="1112012"/>
                  </a:lnTo>
                  <a:lnTo>
                    <a:pt x="10235184" y="1112012"/>
                  </a:lnTo>
                  <a:lnTo>
                    <a:pt x="10235184" y="1086612"/>
                  </a:lnTo>
                  <a:close/>
                  <a:moveTo>
                    <a:pt x="10235184" y="1137412"/>
                  </a:moveTo>
                  <a:lnTo>
                    <a:pt x="10235184" y="1162812"/>
                  </a:lnTo>
                  <a:lnTo>
                    <a:pt x="10230612" y="1162812"/>
                  </a:lnTo>
                  <a:lnTo>
                    <a:pt x="10230612" y="1137412"/>
                  </a:lnTo>
                  <a:close/>
                  <a:moveTo>
                    <a:pt x="10230612" y="1188212"/>
                  </a:moveTo>
                  <a:lnTo>
                    <a:pt x="10230612" y="1200658"/>
                  </a:lnTo>
                  <a:cubicBezTo>
                    <a:pt x="10230612" y="1201928"/>
                    <a:pt x="10229596" y="1202944"/>
                    <a:pt x="10228326" y="1202944"/>
                  </a:cubicBezTo>
                  <a:lnTo>
                    <a:pt x="10215372" y="1202944"/>
                  </a:lnTo>
                  <a:lnTo>
                    <a:pt x="10215372" y="1193800"/>
                  </a:lnTo>
                  <a:lnTo>
                    <a:pt x="10228326" y="1193800"/>
                  </a:lnTo>
                  <a:lnTo>
                    <a:pt x="10228326" y="1196086"/>
                  </a:lnTo>
                  <a:lnTo>
                    <a:pt x="10226040" y="1196086"/>
                  </a:lnTo>
                  <a:lnTo>
                    <a:pt x="10226040" y="1183640"/>
                  </a:lnTo>
                  <a:close/>
                  <a:moveTo>
                    <a:pt x="10185400" y="1198372"/>
                  </a:moveTo>
                  <a:lnTo>
                    <a:pt x="10160000" y="1198372"/>
                  </a:lnTo>
                  <a:lnTo>
                    <a:pt x="10160000" y="1193800"/>
                  </a:lnTo>
                  <a:lnTo>
                    <a:pt x="10185400" y="1193800"/>
                  </a:lnTo>
                  <a:close/>
                  <a:moveTo>
                    <a:pt x="10134600" y="1193800"/>
                  </a:moveTo>
                  <a:lnTo>
                    <a:pt x="10109200" y="1193800"/>
                  </a:lnTo>
                  <a:lnTo>
                    <a:pt x="10134600" y="1193800"/>
                  </a:lnTo>
                  <a:close/>
                  <a:moveTo>
                    <a:pt x="10083800" y="1193800"/>
                  </a:moveTo>
                  <a:lnTo>
                    <a:pt x="10058400" y="1193800"/>
                  </a:lnTo>
                  <a:lnTo>
                    <a:pt x="10083800" y="1193800"/>
                  </a:lnTo>
                  <a:close/>
                  <a:moveTo>
                    <a:pt x="10033000" y="1193800"/>
                  </a:moveTo>
                  <a:lnTo>
                    <a:pt x="10007600" y="1193800"/>
                  </a:lnTo>
                  <a:lnTo>
                    <a:pt x="10033000" y="1193800"/>
                  </a:lnTo>
                  <a:close/>
                  <a:moveTo>
                    <a:pt x="9982200" y="1193800"/>
                  </a:moveTo>
                  <a:lnTo>
                    <a:pt x="9956800" y="1193800"/>
                  </a:lnTo>
                  <a:lnTo>
                    <a:pt x="9982200" y="1193800"/>
                  </a:lnTo>
                  <a:close/>
                  <a:moveTo>
                    <a:pt x="9931400" y="1193800"/>
                  </a:moveTo>
                  <a:lnTo>
                    <a:pt x="9906000" y="1193800"/>
                  </a:lnTo>
                  <a:lnTo>
                    <a:pt x="9931400" y="1193800"/>
                  </a:lnTo>
                  <a:close/>
                  <a:moveTo>
                    <a:pt x="9880600" y="1193800"/>
                  </a:moveTo>
                  <a:lnTo>
                    <a:pt x="9855200" y="1193800"/>
                  </a:lnTo>
                  <a:lnTo>
                    <a:pt x="9880600" y="1193800"/>
                  </a:lnTo>
                  <a:close/>
                  <a:moveTo>
                    <a:pt x="9829800" y="1193800"/>
                  </a:moveTo>
                  <a:lnTo>
                    <a:pt x="9804400" y="1193800"/>
                  </a:lnTo>
                  <a:lnTo>
                    <a:pt x="9829800" y="1193800"/>
                  </a:lnTo>
                  <a:close/>
                  <a:moveTo>
                    <a:pt x="9779000" y="1193800"/>
                  </a:moveTo>
                  <a:lnTo>
                    <a:pt x="9753600" y="1193800"/>
                  </a:lnTo>
                  <a:lnTo>
                    <a:pt x="9779000" y="1193800"/>
                  </a:lnTo>
                  <a:close/>
                  <a:moveTo>
                    <a:pt x="9728200" y="1193800"/>
                  </a:moveTo>
                  <a:lnTo>
                    <a:pt x="9702800" y="1193800"/>
                  </a:lnTo>
                  <a:lnTo>
                    <a:pt x="9728200" y="1193800"/>
                  </a:lnTo>
                  <a:close/>
                  <a:moveTo>
                    <a:pt x="9677400" y="1193800"/>
                  </a:moveTo>
                  <a:lnTo>
                    <a:pt x="9652000" y="1193800"/>
                  </a:lnTo>
                  <a:lnTo>
                    <a:pt x="9677400" y="1193800"/>
                  </a:lnTo>
                  <a:close/>
                  <a:moveTo>
                    <a:pt x="9626600" y="1193800"/>
                  </a:moveTo>
                  <a:lnTo>
                    <a:pt x="9601200" y="1193800"/>
                  </a:lnTo>
                  <a:lnTo>
                    <a:pt x="9626600" y="1193800"/>
                  </a:lnTo>
                  <a:close/>
                  <a:moveTo>
                    <a:pt x="9575800" y="1193800"/>
                  </a:moveTo>
                  <a:lnTo>
                    <a:pt x="9550400" y="1193800"/>
                  </a:lnTo>
                  <a:lnTo>
                    <a:pt x="9575800" y="1193800"/>
                  </a:lnTo>
                  <a:close/>
                  <a:moveTo>
                    <a:pt x="9525000" y="1193800"/>
                  </a:moveTo>
                  <a:lnTo>
                    <a:pt x="9499600" y="1193800"/>
                  </a:lnTo>
                  <a:lnTo>
                    <a:pt x="9525000" y="1193800"/>
                  </a:lnTo>
                  <a:close/>
                  <a:moveTo>
                    <a:pt x="9474200" y="1193800"/>
                  </a:moveTo>
                  <a:lnTo>
                    <a:pt x="9448800" y="1193800"/>
                  </a:lnTo>
                  <a:lnTo>
                    <a:pt x="9474200" y="1193800"/>
                  </a:lnTo>
                  <a:close/>
                  <a:moveTo>
                    <a:pt x="9423400" y="1193800"/>
                  </a:moveTo>
                  <a:lnTo>
                    <a:pt x="9398000" y="1193800"/>
                  </a:lnTo>
                  <a:lnTo>
                    <a:pt x="9423400" y="1193800"/>
                  </a:lnTo>
                  <a:close/>
                  <a:moveTo>
                    <a:pt x="9372600" y="1193800"/>
                  </a:moveTo>
                  <a:lnTo>
                    <a:pt x="9347200" y="1193800"/>
                  </a:lnTo>
                  <a:lnTo>
                    <a:pt x="9372600" y="1193800"/>
                  </a:lnTo>
                  <a:close/>
                  <a:moveTo>
                    <a:pt x="9321800" y="1193800"/>
                  </a:moveTo>
                  <a:lnTo>
                    <a:pt x="9296400" y="1193800"/>
                  </a:lnTo>
                  <a:lnTo>
                    <a:pt x="9321800" y="1193800"/>
                  </a:lnTo>
                  <a:close/>
                  <a:moveTo>
                    <a:pt x="9271000" y="1193800"/>
                  </a:moveTo>
                  <a:lnTo>
                    <a:pt x="9245600" y="1193800"/>
                  </a:lnTo>
                  <a:lnTo>
                    <a:pt x="9271000" y="1193800"/>
                  </a:lnTo>
                  <a:close/>
                  <a:moveTo>
                    <a:pt x="9220200" y="1193800"/>
                  </a:moveTo>
                  <a:lnTo>
                    <a:pt x="9194800" y="1193800"/>
                  </a:lnTo>
                  <a:lnTo>
                    <a:pt x="9220200" y="1193800"/>
                  </a:lnTo>
                  <a:close/>
                  <a:moveTo>
                    <a:pt x="9169400" y="1193800"/>
                  </a:moveTo>
                  <a:lnTo>
                    <a:pt x="9144000" y="1193800"/>
                  </a:lnTo>
                  <a:lnTo>
                    <a:pt x="9169400" y="1193800"/>
                  </a:lnTo>
                  <a:close/>
                  <a:moveTo>
                    <a:pt x="9118600" y="1193800"/>
                  </a:moveTo>
                  <a:lnTo>
                    <a:pt x="9093200" y="1193800"/>
                  </a:lnTo>
                  <a:lnTo>
                    <a:pt x="9118600" y="1193800"/>
                  </a:lnTo>
                  <a:close/>
                  <a:moveTo>
                    <a:pt x="9067800" y="1193800"/>
                  </a:moveTo>
                  <a:lnTo>
                    <a:pt x="9042400" y="1193800"/>
                  </a:lnTo>
                  <a:lnTo>
                    <a:pt x="9067800" y="1193800"/>
                  </a:lnTo>
                  <a:close/>
                  <a:moveTo>
                    <a:pt x="9017000" y="1193800"/>
                  </a:moveTo>
                  <a:lnTo>
                    <a:pt x="8991600" y="1193800"/>
                  </a:lnTo>
                  <a:lnTo>
                    <a:pt x="9017000" y="1193800"/>
                  </a:lnTo>
                  <a:close/>
                  <a:moveTo>
                    <a:pt x="8966200" y="1193800"/>
                  </a:moveTo>
                  <a:lnTo>
                    <a:pt x="8940800" y="1193800"/>
                  </a:lnTo>
                  <a:lnTo>
                    <a:pt x="8966200" y="1193800"/>
                  </a:lnTo>
                  <a:close/>
                  <a:moveTo>
                    <a:pt x="8915400" y="1193800"/>
                  </a:moveTo>
                  <a:lnTo>
                    <a:pt x="8890000" y="1193800"/>
                  </a:lnTo>
                  <a:lnTo>
                    <a:pt x="8915400" y="1193800"/>
                  </a:lnTo>
                  <a:close/>
                  <a:moveTo>
                    <a:pt x="8864600" y="1193800"/>
                  </a:moveTo>
                  <a:lnTo>
                    <a:pt x="8839200" y="1193800"/>
                  </a:lnTo>
                  <a:lnTo>
                    <a:pt x="8864600" y="1193800"/>
                  </a:lnTo>
                  <a:close/>
                  <a:moveTo>
                    <a:pt x="8813800" y="1193800"/>
                  </a:moveTo>
                  <a:lnTo>
                    <a:pt x="8788400" y="1193800"/>
                  </a:lnTo>
                  <a:lnTo>
                    <a:pt x="8813800" y="1193800"/>
                  </a:lnTo>
                  <a:close/>
                  <a:moveTo>
                    <a:pt x="8763000" y="1193800"/>
                  </a:moveTo>
                  <a:lnTo>
                    <a:pt x="8737600" y="1193800"/>
                  </a:lnTo>
                  <a:lnTo>
                    <a:pt x="8763000" y="1193800"/>
                  </a:lnTo>
                  <a:close/>
                  <a:moveTo>
                    <a:pt x="8712200" y="1193800"/>
                  </a:moveTo>
                  <a:lnTo>
                    <a:pt x="8686800" y="1193800"/>
                  </a:lnTo>
                  <a:lnTo>
                    <a:pt x="8712200" y="1193800"/>
                  </a:lnTo>
                  <a:close/>
                  <a:moveTo>
                    <a:pt x="8661400" y="1193800"/>
                  </a:moveTo>
                  <a:lnTo>
                    <a:pt x="8636000" y="1193800"/>
                  </a:lnTo>
                  <a:lnTo>
                    <a:pt x="8661400" y="1193800"/>
                  </a:lnTo>
                  <a:close/>
                  <a:moveTo>
                    <a:pt x="8610600" y="1193800"/>
                  </a:moveTo>
                  <a:lnTo>
                    <a:pt x="8585200" y="1193800"/>
                  </a:lnTo>
                  <a:lnTo>
                    <a:pt x="8610600" y="1193800"/>
                  </a:lnTo>
                  <a:close/>
                  <a:moveTo>
                    <a:pt x="8559800" y="1193800"/>
                  </a:moveTo>
                  <a:lnTo>
                    <a:pt x="8534400" y="1193800"/>
                  </a:lnTo>
                  <a:lnTo>
                    <a:pt x="8559800" y="1193800"/>
                  </a:lnTo>
                  <a:close/>
                  <a:moveTo>
                    <a:pt x="8509000" y="1193800"/>
                  </a:moveTo>
                  <a:lnTo>
                    <a:pt x="8483600" y="1193800"/>
                  </a:lnTo>
                  <a:lnTo>
                    <a:pt x="8509000" y="1193800"/>
                  </a:lnTo>
                  <a:close/>
                  <a:moveTo>
                    <a:pt x="8458200" y="1193800"/>
                  </a:moveTo>
                  <a:lnTo>
                    <a:pt x="8432800" y="1193800"/>
                  </a:lnTo>
                  <a:lnTo>
                    <a:pt x="8458200" y="1193800"/>
                  </a:lnTo>
                  <a:close/>
                  <a:moveTo>
                    <a:pt x="8407400" y="1193800"/>
                  </a:moveTo>
                  <a:lnTo>
                    <a:pt x="8382000" y="1193800"/>
                  </a:lnTo>
                  <a:lnTo>
                    <a:pt x="8407400" y="1193800"/>
                  </a:lnTo>
                  <a:close/>
                  <a:moveTo>
                    <a:pt x="8356600" y="1193800"/>
                  </a:moveTo>
                  <a:lnTo>
                    <a:pt x="8331200" y="1193800"/>
                  </a:lnTo>
                  <a:lnTo>
                    <a:pt x="8356600" y="1193800"/>
                  </a:lnTo>
                  <a:close/>
                  <a:moveTo>
                    <a:pt x="8305800" y="1193800"/>
                  </a:moveTo>
                  <a:lnTo>
                    <a:pt x="8280400" y="1193800"/>
                  </a:lnTo>
                  <a:lnTo>
                    <a:pt x="8305800" y="1193800"/>
                  </a:lnTo>
                  <a:close/>
                  <a:moveTo>
                    <a:pt x="8255000" y="1193800"/>
                  </a:moveTo>
                  <a:lnTo>
                    <a:pt x="8229600" y="1193800"/>
                  </a:lnTo>
                  <a:lnTo>
                    <a:pt x="8255000" y="1193800"/>
                  </a:lnTo>
                  <a:close/>
                  <a:moveTo>
                    <a:pt x="8204200" y="1193800"/>
                  </a:moveTo>
                  <a:lnTo>
                    <a:pt x="8178800" y="1193800"/>
                  </a:lnTo>
                  <a:lnTo>
                    <a:pt x="8204200" y="1193800"/>
                  </a:lnTo>
                  <a:close/>
                  <a:moveTo>
                    <a:pt x="8153400" y="1193800"/>
                  </a:moveTo>
                  <a:lnTo>
                    <a:pt x="8128000" y="1193800"/>
                  </a:lnTo>
                  <a:lnTo>
                    <a:pt x="8153400" y="1193800"/>
                  </a:lnTo>
                  <a:close/>
                  <a:moveTo>
                    <a:pt x="8102600" y="1193800"/>
                  </a:moveTo>
                  <a:lnTo>
                    <a:pt x="8077200" y="1193800"/>
                  </a:lnTo>
                  <a:lnTo>
                    <a:pt x="8102600" y="1193800"/>
                  </a:lnTo>
                  <a:close/>
                  <a:moveTo>
                    <a:pt x="8051800" y="1193800"/>
                  </a:moveTo>
                  <a:lnTo>
                    <a:pt x="8026400" y="1193800"/>
                  </a:lnTo>
                  <a:lnTo>
                    <a:pt x="8051800" y="1193800"/>
                  </a:lnTo>
                  <a:close/>
                  <a:moveTo>
                    <a:pt x="8001000" y="1193800"/>
                  </a:moveTo>
                  <a:lnTo>
                    <a:pt x="7975600" y="1193800"/>
                  </a:lnTo>
                  <a:lnTo>
                    <a:pt x="8001000" y="1193800"/>
                  </a:lnTo>
                  <a:close/>
                  <a:moveTo>
                    <a:pt x="7950200" y="1193800"/>
                  </a:moveTo>
                  <a:lnTo>
                    <a:pt x="7924800" y="1193800"/>
                  </a:lnTo>
                  <a:lnTo>
                    <a:pt x="7950200" y="1193800"/>
                  </a:lnTo>
                  <a:close/>
                  <a:moveTo>
                    <a:pt x="7899400" y="1193800"/>
                  </a:moveTo>
                  <a:lnTo>
                    <a:pt x="7874000" y="1193800"/>
                  </a:lnTo>
                  <a:lnTo>
                    <a:pt x="7899400" y="1193800"/>
                  </a:lnTo>
                  <a:close/>
                  <a:moveTo>
                    <a:pt x="7848600" y="1193800"/>
                  </a:moveTo>
                  <a:lnTo>
                    <a:pt x="7823200" y="1193800"/>
                  </a:lnTo>
                  <a:lnTo>
                    <a:pt x="7848600" y="1193800"/>
                  </a:lnTo>
                  <a:close/>
                  <a:moveTo>
                    <a:pt x="7797800" y="1193800"/>
                  </a:moveTo>
                  <a:lnTo>
                    <a:pt x="7772400" y="1193800"/>
                  </a:lnTo>
                  <a:lnTo>
                    <a:pt x="7797800" y="1193800"/>
                  </a:lnTo>
                  <a:close/>
                  <a:moveTo>
                    <a:pt x="7747000" y="1193800"/>
                  </a:moveTo>
                  <a:lnTo>
                    <a:pt x="7721600" y="1193800"/>
                  </a:lnTo>
                  <a:lnTo>
                    <a:pt x="7747000" y="1193800"/>
                  </a:lnTo>
                  <a:close/>
                  <a:moveTo>
                    <a:pt x="7696200" y="1193800"/>
                  </a:moveTo>
                  <a:lnTo>
                    <a:pt x="7670800" y="1193800"/>
                  </a:lnTo>
                  <a:lnTo>
                    <a:pt x="7696200" y="1193800"/>
                  </a:lnTo>
                  <a:close/>
                  <a:moveTo>
                    <a:pt x="7645400" y="1193800"/>
                  </a:moveTo>
                  <a:lnTo>
                    <a:pt x="7620000" y="1193800"/>
                  </a:lnTo>
                  <a:lnTo>
                    <a:pt x="7645400" y="1193800"/>
                  </a:lnTo>
                  <a:close/>
                  <a:moveTo>
                    <a:pt x="7594600" y="1193800"/>
                  </a:moveTo>
                  <a:lnTo>
                    <a:pt x="7569200" y="1193800"/>
                  </a:lnTo>
                  <a:lnTo>
                    <a:pt x="7594600" y="1193800"/>
                  </a:lnTo>
                  <a:close/>
                  <a:moveTo>
                    <a:pt x="7543800" y="1193800"/>
                  </a:moveTo>
                  <a:lnTo>
                    <a:pt x="7518400" y="1193800"/>
                  </a:lnTo>
                  <a:lnTo>
                    <a:pt x="7543800" y="1193800"/>
                  </a:lnTo>
                  <a:close/>
                  <a:moveTo>
                    <a:pt x="7493000" y="1193800"/>
                  </a:moveTo>
                  <a:lnTo>
                    <a:pt x="7467600" y="1193800"/>
                  </a:lnTo>
                  <a:lnTo>
                    <a:pt x="7493000" y="1193800"/>
                  </a:lnTo>
                  <a:close/>
                  <a:moveTo>
                    <a:pt x="7442200" y="1193800"/>
                  </a:moveTo>
                  <a:lnTo>
                    <a:pt x="7416800" y="1193800"/>
                  </a:lnTo>
                  <a:lnTo>
                    <a:pt x="7442200" y="1193800"/>
                  </a:lnTo>
                  <a:close/>
                  <a:moveTo>
                    <a:pt x="7391400" y="1193800"/>
                  </a:moveTo>
                  <a:lnTo>
                    <a:pt x="7366000" y="1193800"/>
                  </a:lnTo>
                  <a:lnTo>
                    <a:pt x="7391400" y="1193800"/>
                  </a:lnTo>
                  <a:close/>
                  <a:moveTo>
                    <a:pt x="7340600" y="1193800"/>
                  </a:moveTo>
                  <a:lnTo>
                    <a:pt x="7315200" y="1193800"/>
                  </a:lnTo>
                  <a:lnTo>
                    <a:pt x="7340600" y="1193800"/>
                  </a:lnTo>
                  <a:close/>
                  <a:moveTo>
                    <a:pt x="7289800" y="1193800"/>
                  </a:moveTo>
                  <a:lnTo>
                    <a:pt x="7264400" y="1193800"/>
                  </a:lnTo>
                  <a:lnTo>
                    <a:pt x="7289800" y="1193800"/>
                  </a:lnTo>
                  <a:close/>
                  <a:moveTo>
                    <a:pt x="7239000" y="1193800"/>
                  </a:moveTo>
                  <a:lnTo>
                    <a:pt x="7213600" y="1193800"/>
                  </a:lnTo>
                  <a:lnTo>
                    <a:pt x="7239000" y="1193800"/>
                  </a:lnTo>
                  <a:close/>
                  <a:moveTo>
                    <a:pt x="7188200" y="1193800"/>
                  </a:moveTo>
                  <a:lnTo>
                    <a:pt x="7162800" y="1193800"/>
                  </a:lnTo>
                  <a:lnTo>
                    <a:pt x="7188200" y="1193800"/>
                  </a:lnTo>
                  <a:close/>
                  <a:moveTo>
                    <a:pt x="7137400" y="1193800"/>
                  </a:moveTo>
                  <a:lnTo>
                    <a:pt x="7112000" y="1193800"/>
                  </a:lnTo>
                  <a:lnTo>
                    <a:pt x="7137400" y="1193800"/>
                  </a:lnTo>
                  <a:close/>
                  <a:moveTo>
                    <a:pt x="7086600" y="1193800"/>
                  </a:moveTo>
                  <a:lnTo>
                    <a:pt x="7061200" y="1193800"/>
                  </a:lnTo>
                  <a:lnTo>
                    <a:pt x="7086600" y="1193800"/>
                  </a:lnTo>
                  <a:close/>
                  <a:moveTo>
                    <a:pt x="7035800" y="1193800"/>
                  </a:moveTo>
                  <a:lnTo>
                    <a:pt x="7010400" y="1193800"/>
                  </a:lnTo>
                  <a:lnTo>
                    <a:pt x="7035800" y="1193800"/>
                  </a:lnTo>
                  <a:close/>
                  <a:moveTo>
                    <a:pt x="6985000" y="1193800"/>
                  </a:moveTo>
                  <a:lnTo>
                    <a:pt x="6959600" y="1193800"/>
                  </a:lnTo>
                  <a:lnTo>
                    <a:pt x="6985000" y="1193800"/>
                  </a:lnTo>
                  <a:close/>
                  <a:moveTo>
                    <a:pt x="6934200" y="1193800"/>
                  </a:moveTo>
                  <a:lnTo>
                    <a:pt x="6908800" y="1193800"/>
                  </a:lnTo>
                  <a:lnTo>
                    <a:pt x="6934200" y="1193800"/>
                  </a:lnTo>
                  <a:close/>
                  <a:moveTo>
                    <a:pt x="6883400" y="1193800"/>
                  </a:moveTo>
                  <a:lnTo>
                    <a:pt x="6858000" y="1193800"/>
                  </a:lnTo>
                  <a:lnTo>
                    <a:pt x="6883400" y="1193800"/>
                  </a:lnTo>
                  <a:close/>
                  <a:moveTo>
                    <a:pt x="6832600" y="1193800"/>
                  </a:moveTo>
                  <a:lnTo>
                    <a:pt x="6807200" y="1193800"/>
                  </a:lnTo>
                  <a:lnTo>
                    <a:pt x="6832600" y="1193800"/>
                  </a:lnTo>
                  <a:close/>
                  <a:moveTo>
                    <a:pt x="6781800" y="1193800"/>
                  </a:moveTo>
                  <a:lnTo>
                    <a:pt x="6756400" y="1193800"/>
                  </a:lnTo>
                  <a:lnTo>
                    <a:pt x="6781800" y="1193800"/>
                  </a:lnTo>
                  <a:close/>
                  <a:moveTo>
                    <a:pt x="6731000" y="1193800"/>
                  </a:moveTo>
                  <a:lnTo>
                    <a:pt x="6705600" y="1193800"/>
                  </a:lnTo>
                  <a:lnTo>
                    <a:pt x="6731000" y="1193800"/>
                  </a:lnTo>
                  <a:close/>
                  <a:moveTo>
                    <a:pt x="6680200" y="1193800"/>
                  </a:moveTo>
                  <a:lnTo>
                    <a:pt x="6654800" y="1193800"/>
                  </a:lnTo>
                  <a:lnTo>
                    <a:pt x="6680200" y="1193800"/>
                  </a:lnTo>
                  <a:close/>
                  <a:moveTo>
                    <a:pt x="6629400" y="1193800"/>
                  </a:moveTo>
                  <a:lnTo>
                    <a:pt x="6604000" y="1193800"/>
                  </a:lnTo>
                  <a:lnTo>
                    <a:pt x="6629400" y="1193800"/>
                  </a:lnTo>
                  <a:close/>
                  <a:moveTo>
                    <a:pt x="6578600" y="1193800"/>
                  </a:moveTo>
                  <a:lnTo>
                    <a:pt x="6553200" y="1193800"/>
                  </a:lnTo>
                  <a:lnTo>
                    <a:pt x="6578600" y="1193800"/>
                  </a:lnTo>
                  <a:close/>
                  <a:moveTo>
                    <a:pt x="6527800" y="1193800"/>
                  </a:moveTo>
                  <a:lnTo>
                    <a:pt x="6502400" y="1193800"/>
                  </a:lnTo>
                  <a:lnTo>
                    <a:pt x="6527800" y="1193800"/>
                  </a:lnTo>
                  <a:close/>
                  <a:moveTo>
                    <a:pt x="6477000" y="1193800"/>
                  </a:moveTo>
                  <a:lnTo>
                    <a:pt x="6451600" y="1193800"/>
                  </a:lnTo>
                  <a:lnTo>
                    <a:pt x="6477000" y="1193800"/>
                  </a:lnTo>
                  <a:close/>
                  <a:moveTo>
                    <a:pt x="6426200" y="1193800"/>
                  </a:moveTo>
                  <a:lnTo>
                    <a:pt x="6400800" y="1193800"/>
                  </a:lnTo>
                  <a:lnTo>
                    <a:pt x="6426200" y="1193800"/>
                  </a:lnTo>
                  <a:close/>
                  <a:moveTo>
                    <a:pt x="6375400" y="1193800"/>
                  </a:moveTo>
                  <a:lnTo>
                    <a:pt x="6350000" y="1193800"/>
                  </a:lnTo>
                  <a:lnTo>
                    <a:pt x="6375400" y="1193800"/>
                  </a:lnTo>
                  <a:close/>
                  <a:moveTo>
                    <a:pt x="6324600" y="1193800"/>
                  </a:moveTo>
                  <a:lnTo>
                    <a:pt x="6299200" y="1193800"/>
                  </a:lnTo>
                  <a:lnTo>
                    <a:pt x="6324600" y="1193800"/>
                  </a:lnTo>
                  <a:close/>
                  <a:moveTo>
                    <a:pt x="6273800" y="1193800"/>
                  </a:moveTo>
                  <a:lnTo>
                    <a:pt x="6248400" y="1193800"/>
                  </a:lnTo>
                  <a:lnTo>
                    <a:pt x="6273800" y="1193800"/>
                  </a:lnTo>
                  <a:close/>
                  <a:moveTo>
                    <a:pt x="6223000" y="1193800"/>
                  </a:moveTo>
                  <a:lnTo>
                    <a:pt x="6197600" y="1193800"/>
                  </a:lnTo>
                  <a:lnTo>
                    <a:pt x="6223000" y="1193800"/>
                  </a:lnTo>
                  <a:close/>
                  <a:moveTo>
                    <a:pt x="6172200" y="1193800"/>
                  </a:moveTo>
                  <a:lnTo>
                    <a:pt x="6146800" y="1193800"/>
                  </a:lnTo>
                  <a:lnTo>
                    <a:pt x="6172200" y="1193800"/>
                  </a:lnTo>
                  <a:close/>
                  <a:moveTo>
                    <a:pt x="6121400" y="1193800"/>
                  </a:moveTo>
                  <a:lnTo>
                    <a:pt x="6096000" y="1193800"/>
                  </a:lnTo>
                  <a:lnTo>
                    <a:pt x="6121400" y="1193800"/>
                  </a:lnTo>
                  <a:close/>
                  <a:moveTo>
                    <a:pt x="6070600" y="1193800"/>
                  </a:moveTo>
                  <a:lnTo>
                    <a:pt x="6045200" y="1193800"/>
                  </a:lnTo>
                  <a:lnTo>
                    <a:pt x="6070600" y="1193800"/>
                  </a:lnTo>
                  <a:close/>
                  <a:moveTo>
                    <a:pt x="6019800" y="1193800"/>
                  </a:moveTo>
                  <a:lnTo>
                    <a:pt x="5994400" y="1193800"/>
                  </a:lnTo>
                  <a:lnTo>
                    <a:pt x="6019800" y="1193800"/>
                  </a:lnTo>
                  <a:close/>
                  <a:moveTo>
                    <a:pt x="5969000" y="1193800"/>
                  </a:moveTo>
                  <a:lnTo>
                    <a:pt x="5943600" y="1193800"/>
                  </a:lnTo>
                  <a:lnTo>
                    <a:pt x="5969000" y="1193800"/>
                  </a:lnTo>
                  <a:close/>
                  <a:moveTo>
                    <a:pt x="5918200" y="1193800"/>
                  </a:moveTo>
                  <a:lnTo>
                    <a:pt x="5892800" y="1193800"/>
                  </a:lnTo>
                  <a:lnTo>
                    <a:pt x="5918200" y="1193800"/>
                  </a:lnTo>
                  <a:close/>
                  <a:moveTo>
                    <a:pt x="5867400" y="1193800"/>
                  </a:moveTo>
                  <a:lnTo>
                    <a:pt x="5842000" y="1193800"/>
                  </a:lnTo>
                  <a:lnTo>
                    <a:pt x="5867400" y="1193800"/>
                  </a:lnTo>
                  <a:close/>
                  <a:moveTo>
                    <a:pt x="5816600" y="1193800"/>
                  </a:moveTo>
                  <a:lnTo>
                    <a:pt x="5791200" y="1193800"/>
                  </a:lnTo>
                  <a:lnTo>
                    <a:pt x="5816600" y="1193800"/>
                  </a:lnTo>
                  <a:close/>
                  <a:moveTo>
                    <a:pt x="5765800" y="1193800"/>
                  </a:moveTo>
                  <a:lnTo>
                    <a:pt x="5740400" y="1193800"/>
                  </a:lnTo>
                  <a:lnTo>
                    <a:pt x="5765800" y="1193800"/>
                  </a:lnTo>
                  <a:close/>
                  <a:moveTo>
                    <a:pt x="5715000" y="1193800"/>
                  </a:moveTo>
                  <a:lnTo>
                    <a:pt x="5689600" y="1193800"/>
                  </a:lnTo>
                  <a:lnTo>
                    <a:pt x="5715000" y="1193800"/>
                  </a:lnTo>
                  <a:close/>
                  <a:moveTo>
                    <a:pt x="5664200" y="1193800"/>
                  </a:moveTo>
                  <a:lnTo>
                    <a:pt x="5638800" y="1193800"/>
                  </a:lnTo>
                  <a:lnTo>
                    <a:pt x="5664200" y="1193800"/>
                  </a:lnTo>
                  <a:close/>
                  <a:moveTo>
                    <a:pt x="5613400" y="1193800"/>
                  </a:moveTo>
                  <a:lnTo>
                    <a:pt x="5588000" y="1193800"/>
                  </a:lnTo>
                  <a:lnTo>
                    <a:pt x="5613400" y="1193800"/>
                  </a:lnTo>
                  <a:close/>
                  <a:moveTo>
                    <a:pt x="5562600" y="1193800"/>
                  </a:moveTo>
                  <a:lnTo>
                    <a:pt x="5537200" y="1193800"/>
                  </a:lnTo>
                  <a:lnTo>
                    <a:pt x="5562600" y="1193800"/>
                  </a:lnTo>
                  <a:close/>
                  <a:moveTo>
                    <a:pt x="5511800" y="1193800"/>
                  </a:moveTo>
                  <a:lnTo>
                    <a:pt x="5486400" y="1193800"/>
                  </a:lnTo>
                  <a:lnTo>
                    <a:pt x="5511800" y="1193800"/>
                  </a:lnTo>
                  <a:close/>
                  <a:moveTo>
                    <a:pt x="5461000" y="1193800"/>
                  </a:moveTo>
                  <a:lnTo>
                    <a:pt x="5435600" y="1193800"/>
                  </a:lnTo>
                  <a:lnTo>
                    <a:pt x="5461000" y="1193800"/>
                  </a:lnTo>
                  <a:close/>
                  <a:moveTo>
                    <a:pt x="5410200" y="1193800"/>
                  </a:moveTo>
                  <a:lnTo>
                    <a:pt x="5384800" y="1193800"/>
                  </a:lnTo>
                  <a:lnTo>
                    <a:pt x="5410200" y="1193800"/>
                  </a:lnTo>
                  <a:close/>
                  <a:moveTo>
                    <a:pt x="5359400" y="1193800"/>
                  </a:moveTo>
                  <a:lnTo>
                    <a:pt x="5334000" y="1193800"/>
                  </a:lnTo>
                  <a:lnTo>
                    <a:pt x="5359400" y="1193800"/>
                  </a:lnTo>
                  <a:close/>
                  <a:moveTo>
                    <a:pt x="5308600" y="1193800"/>
                  </a:moveTo>
                  <a:lnTo>
                    <a:pt x="5283200" y="1193800"/>
                  </a:lnTo>
                  <a:lnTo>
                    <a:pt x="5308600" y="1193800"/>
                  </a:lnTo>
                  <a:close/>
                  <a:moveTo>
                    <a:pt x="5257800" y="1193800"/>
                  </a:moveTo>
                  <a:lnTo>
                    <a:pt x="5232400" y="1193800"/>
                  </a:lnTo>
                  <a:lnTo>
                    <a:pt x="5257800" y="1193800"/>
                  </a:lnTo>
                  <a:close/>
                  <a:moveTo>
                    <a:pt x="5207000" y="1193800"/>
                  </a:moveTo>
                  <a:lnTo>
                    <a:pt x="5181600" y="1193800"/>
                  </a:lnTo>
                  <a:lnTo>
                    <a:pt x="5207000" y="1193800"/>
                  </a:lnTo>
                  <a:close/>
                  <a:moveTo>
                    <a:pt x="5156200" y="1193800"/>
                  </a:moveTo>
                  <a:lnTo>
                    <a:pt x="5130800" y="1193800"/>
                  </a:lnTo>
                  <a:lnTo>
                    <a:pt x="5156200" y="1193800"/>
                  </a:lnTo>
                  <a:close/>
                  <a:moveTo>
                    <a:pt x="5105400" y="1193800"/>
                  </a:moveTo>
                  <a:lnTo>
                    <a:pt x="5080000" y="1193800"/>
                  </a:lnTo>
                  <a:lnTo>
                    <a:pt x="5105400" y="1193800"/>
                  </a:lnTo>
                  <a:close/>
                  <a:moveTo>
                    <a:pt x="5054600" y="1193800"/>
                  </a:moveTo>
                  <a:lnTo>
                    <a:pt x="5029200" y="1193800"/>
                  </a:lnTo>
                  <a:lnTo>
                    <a:pt x="5054600" y="1193800"/>
                  </a:lnTo>
                  <a:close/>
                  <a:moveTo>
                    <a:pt x="5003800" y="1193800"/>
                  </a:moveTo>
                  <a:lnTo>
                    <a:pt x="4978400" y="1193800"/>
                  </a:lnTo>
                  <a:lnTo>
                    <a:pt x="5003800" y="1193800"/>
                  </a:lnTo>
                  <a:close/>
                  <a:moveTo>
                    <a:pt x="4953000" y="1193800"/>
                  </a:moveTo>
                  <a:lnTo>
                    <a:pt x="4927600" y="1193800"/>
                  </a:lnTo>
                  <a:lnTo>
                    <a:pt x="4953000" y="1193800"/>
                  </a:lnTo>
                  <a:close/>
                  <a:moveTo>
                    <a:pt x="4902200" y="1193800"/>
                  </a:moveTo>
                  <a:lnTo>
                    <a:pt x="4876800" y="1193800"/>
                  </a:lnTo>
                  <a:lnTo>
                    <a:pt x="4902200" y="1193800"/>
                  </a:lnTo>
                  <a:close/>
                  <a:moveTo>
                    <a:pt x="4851400" y="1193800"/>
                  </a:moveTo>
                  <a:lnTo>
                    <a:pt x="4826000" y="1193800"/>
                  </a:lnTo>
                  <a:lnTo>
                    <a:pt x="4851400" y="1193800"/>
                  </a:lnTo>
                  <a:close/>
                  <a:moveTo>
                    <a:pt x="4800600" y="1193800"/>
                  </a:moveTo>
                  <a:lnTo>
                    <a:pt x="4775200" y="1193800"/>
                  </a:lnTo>
                  <a:lnTo>
                    <a:pt x="4800600" y="1193800"/>
                  </a:lnTo>
                  <a:close/>
                  <a:moveTo>
                    <a:pt x="4749800" y="1193800"/>
                  </a:moveTo>
                  <a:lnTo>
                    <a:pt x="4724400" y="1193800"/>
                  </a:lnTo>
                  <a:lnTo>
                    <a:pt x="4749800" y="1193800"/>
                  </a:lnTo>
                  <a:close/>
                  <a:moveTo>
                    <a:pt x="4699000" y="1193800"/>
                  </a:moveTo>
                  <a:lnTo>
                    <a:pt x="4673600" y="1193800"/>
                  </a:lnTo>
                  <a:lnTo>
                    <a:pt x="4699000" y="1193800"/>
                  </a:lnTo>
                  <a:close/>
                  <a:moveTo>
                    <a:pt x="4648200" y="1193800"/>
                  </a:moveTo>
                  <a:lnTo>
                    <a:pt x="4622800" y="1193800"/>
                  </a:lnTo>
                  <a:lnTo>
                    <a:pt x="4648200" y="1193800"/>
                  </a:lnTo>
                  <a:close/>
                  <a:moveTo>
                    <a:pt x="4597400" y="1193800"/>
                  </a:moveTo>
                  <a:lnTo>
                    <a:pt x="4572000" y="1193800"/>
                  </a:lnTo>
                  <a:lnTo>
                    <a:pt x="4597400" y="1193800"/>
                  </a:lnTo>
                  <a:close/>
                  <a:moveTo>
                    <a:pt x="4546600" y="1193800"/>
                  </a:moveTo>
                  <a:lnTo>
                    <a:pt x="4521200" y="1193800"/>
                  </a:lnTo>
                  <a:lnTo>
                    <a:pt x="4546600" y="1193800"/>
                  </a:lnTo>
                  <a:close/>
                  <a:moveTo>
                    <a:pt x="4495800" y="1193800"/>
                  </a:moveTo>
                  <a:lnTo>
                    <a:pt x="4470400" y="1193800"/>
                  </a:lnTo>
                  <a:lnTo>
                    <a:pt x="4495800" y="1193800"/>
                  </a:lnTo>
                  <a:close/>
                  <a:moveTo>
                    <a:pt x="4445000" y="1193800"/>
                  </a:moveTo>
                  <a:lnTo>
                    <a:pt x="4419600" y="1193800"/>
                  </a:lnTo>
                  <a:lnTo>
                    <a:pt x="4445000" y="1193800"/>
                  </a:lnTo>
                  <a:close/>
                  <a:moveTo>
                    <a:pt x="4394200" y="1193800"/>
                  </a:moveTo>
                  <a:lnTo>
                    <a:pt x="4368800" y="1193800"/>
                  </a:lnTo>
                  <a:lnTo>
                    <a:pt x="4394200" y="1193800"/>
                  </a:lnTo>
                  <a:close/>
                  <a:moveTo>
                    <a:pt x="4343400" y="1193800"/>
                  </a:moveTo>
                  <a:lnTo>
                    <a:pt x="4318000" y="1193800"/>
                  </a:lnTo>
                  <a:lnTo>
                    <a:pt x="4343400" y="1193800"/>
                  </a:lnTo>
                  <a:close/>
                  <a:moveTo>
                    <a:pt x="4292600" y="1193800"/>
                  </a:moveTo>
                  <a:lnTo>
                    <a:pt x="4267200" y="1193800"/>
                  </a:lnTo>
                  <a:lnTo>
                    <a:pt x="4292600" y="1193800"/>
                  </a:lnTo>
                  <a:close/>
                  <a:moveTo>
                    <a:pt x="4241800" y="1193800"/>
                  </a:moveTo>
                  <a:lnTo>
                    <a:pt x="4216400" y="1193800"/>
                  </a:lnTo>
                  <a:lnTo>
                    <a:pt x="4241800" y="1193800"/>
                  </a:lnTo>
                  <a:close/>
                  <a:moveTo>
                    <a:pt x="4191000" y="1193800"/>
                  </a:moveTo>
                  <a:lnTo>
                    <a:pt x="4165600" y="1193800"/>
                  </a:lnTo>
                  <a:lnTo>
                    <a:pt x="4191000" y="1193800"/>
                  </a:lnTo>
                  <a:close/>
                  <a:moveTo>
                    <a:pt x="4140200" y="1193800"/>
                  </a:moveTo>
                  <a:lnTo>
                    <a:pt x="4114800" y="1193800"/>
                  </a:lnTo>
                  <a:lnTo>
                    <a:pt x="4140200" y="1193800"/>
                  </a:lnTo>
                  <a:close/>
                  <a:moveTo>
                    <a:pt x="4089400" y="1193800"/>
                  </a:moveTo>
                  <a:lnTo>
                    <a:pt x="4064000" y="1193800"/>
                  </a:lnTo>
                  <a:lnTo>
                    <a:pt x="4089400" y="1193800"/>
                  </a:lnTo>
                  <a:close/>
                  <a:moveTo>
                    <a:pt x="4038600" y="1193800"/>
                  </a:moveTo>
                  <a:lnTo>
                    <a:pt x="4013200" y="1193800"/>
                  </a:lnTo>
                  <a:lnTo>
                    <a:pt x="4038600" y="1193800"/>
                  </a:lnTo>
                  <a:close/>
                  <a:moveTo>
                    <a:pt x="3987800" y="1193800"/>
                  </a:moveTo>
                  <a:lnTo>
                    <a:pt x="3962400" y="1193800"/>
                  </a:lnTo>
                  <a:lnTo>
                    <a:pt x="3987800" y="1193800"/>
                  </a:lnTo>
                  <a:close/>
                  <a:moveTo>
                    <a:pt x="3937000" y="1193800"/>
                  </a:moveTo>
                  <a:lnTo>
                    <a:pt x="3911600" y="1193800"/>
                  </a:lnTo>
                  <a:lnTo>
                    <a:pt x="3937000" y="1193800"/>
                  </a:lnTo>
                  <a:close/>
                  <a:moveTo>
                    <a:pt x="3886200" y="1193800"/>
                  </a:moveTo>
                  <a:lnTo>
                    <a:pt x="3860800" y="1193800"/>
                  </a:lnTo>
                  <a:lnTo>
                    <a:pt x="3886200" y="1193800"/>
                  </a:lnTo>
                  <a:close/>
                  <a:moveTo>
                    <a:pt x="3835400" y="1193800"/>
                  </a:moveTo>
                  <a:lnTo>
                    <a:pt x="3810000" y="1193800"/>
                  </a:lnTo>
                  <a:lnTo>
                    <a:pt x="3835400" y="1193800"/>
                  </a:lnTo>
                  <a:close/>
                  <a:moveTo>
                    <a:pt x="3784600" y="1193800"/>
                  </a:moveTo>
                  <a:lnTo>
                    <a:pt x="3759200" y="1193800"/>
                  </a:lnTo>
                  <a:lnTo>
                    <a:pt x="3784600" y="1193800"/>
                  </a:lnTo>
                  <a:close/>
                  <a:moveTo>
                    <a:pt x="3733800" y="1193800"/>
                  </a:moveTo>
                  <a:lnTo>
                    <a:pt x="3708400" y="1193800"/>
                  </a:lnTo>
                  <a:lnTo>
                    <a:pt x="3733800" y="1193800"/>
                  </a:lnTo>
                  <a:close/>
                  <a:moveTo>
                    <a:pt x="3683000" y="1193800"/>
                  </a:moveTo>
                  <a:lnTo>
                    <a:pt x="3657600" y="1193800"/>
                  </a:lnTo>
                  <a:lnTo>
                    <a:pt x="3683000" y="1193800"/>
                  </a:lnTo>
                  <a:close/>
                  <a:moveTo>
                    <a:pt x="3632200" y="1193800"/>
                  </a:moveTo>
                  <a:lnTo>
                    <a:pt x="3606800" y="1193800"/>
                  </a:lnTo>
                  <a:lnTo>
                    <a:pt x="3632200" y="1193800"/>
                  </a:lnTo>
                  <a:close/>
                  <a:moveTo>
                    <a:pt x="3581400" y="1193800"/>
                  </a:moveTo>
                  <a:lnTo>
                    <a:pt x="3556000" y="1193800"/>
                  </a:lnTo>
                  <a:lnTo>
                    <a:pt x="3581400" y="1193800"/>
                  </a:lnTo>
                  <a:close/>
                  <a:moveTo>
                    <a:pt x="3530600" y="1193800"/>
                  </a:moveTo>
                  <a:lnTo>
                    <a:pt x="3505200" y="1193800"/>
                  </a:lnTo>
                  <a:lnTo>
                    <a:pt x="3530600" y="1193800"/>
                  </a:lnTo>
                  <a:close/>
                  <a:moveTo>
                    <a:pt x="3479800" y="1193800"/>
                  </a:moveTo>
                  <a:lnTo>
                    <a:pt x="3454400" y="1193800"/>
                  </a:lnTo>
                  <a:lnTo>
                    <a:pt x="3479800" y="1193800"/>
                  </a:lnTo>
                  <a:close/>
                  <a:moveTo>
                    <a:pt x="3429000" y="1193800"/>
                  </a:moveTo>
                  <a:lnTo>
                    <a:pt x="3403600" y="1193800"/>
                  </a:lnTo>
                  <a:lnTo>
                    <a:pt x="3429000" y="1193800"/>
                  </a:lnTo>
                  <a:close/>
                  <a:moveTo>
                    <a:pt x="3378200" y="1193800"/>
                  </a:moveTo>
                  <a:lnTo>
                    <a:pt x="3352800" y="1193800"/>
                  </a:lnTo>
                  <a:lnTo>
                    <a:pt x="3378200" y="1193800"/>
                  </a:lnTo>
                  <a:close/>
                  <a:moveTo>
                    <a:pt x="3327400" y="1193800"/>
                  </a:moveTo>
                  <a:lnTo>
                    <a:pt x="3302000" y="1193800"/>
                  </a:lnTo>
                  <a:lnTo>
                    <a:pt x="3327400" y="1193800"/>
                  </a:lnTo>
                  <a:close/>
                  <a:moveTo>
                    <a:pt x="3276600" y="1193800"/>
                  </a:moveTo>
                  <a:lnTo>
                    <a:pt x="3251200" y="1193800"/>
                  </a:lnTo>
                  <a:lnTo>
                    <a:pt x="3276600" y="1193800"/>
                  </a:lnTo>
                  <a:close/>
                  <a:moveTo>
                    <a:pt x="3225800" y="1193800"/>
                  </a:moveTo>
                  <a:lnTo>
                    <a:pt x="3200400" y="1193800"/>
                  </a:lnTo>
                  <a:lnTo>
                    <a:pt x="3225800" y="1193800"/>
                  </a:lnTo>
                  <a:close/>
                  <a:moveTo>
                    <a:pt x="3175000" y="1193800"/>
                  </a:moveTo>
                  <a:lnTo>
                    <a:pt x="3149600" y="1193800"/>
                  </a:lnTo>
                  <a:lnTo>
                    <a:pt x="3175000" y="1193800"/>
                  </a:lnTo>
                  <a:close/>
                  <a:moveTo>
                    <a:pt x="3124200" y="1193800"/>
                  </a:moveTo>
                  <a:lnTo>
                    <a:pt x="3098800" y="1193800"/>
                  </a:lnTo>
                  <a:lnTo>
                    <a:pt x="3124200" y="1193800"/>
                  </a:lnTo>
                  <a:close/>
                  <a:moveTo>
                    <a:pt x="3073400" y="1193800"/>
                  </a:moveTo>
                  <a:lnTo>
                    <a:pt x="3048000" y="1193800"/>
                  </a:lnTo>
                  <a:lnTo>
                    <a:pt x="3073400" y="1193800"/>
                  </a:lnTo>
                  <a:close/>
                  <a:moveTo>
                    <a:pt x="3022600" y="1193800"/>
                  </a:moveTo>
                  <a:lnTo>
                    <a:pt x="2997200" y="1193800"/>
                  </a:lnTo>
                  <a:lnTo>
                    <a:pt x="3022600" y="1193800"/>
                  </a:lnTo>
                  <a:close/>
                  <a:moveTo>
                    <a:pt x="2971800" y="1193800"/>
                  </a:moveTo>
                  <a:lnTo>
                    <a:pt x="2946400" y="1193800"/>
                  </a:lnTo>
                  <a:lnTo>
                    <a:pt x="2971800" y="1193800"/>
                  </a:lnTo>
                  <a:close/>
                  <a:moveTo>
                    <a:pt x="2921000" y="1193800"/>
                  </a:moveTo>
                  <a:lnTo>
                    <a:pt x="2895600" y="1193800"/>
                  </a:lnTo>
                  <a:lnTo>
                    <a:pt x="2921000" y="1193800"/>
                  </a:lnTo>
                  <a:close/>
                  <a:moveTo>
                    <a:pt x="2870200" y="1193800"/>
                  </a:moveTo>
                  <a:lnTo>
                    <a:pt x="2844800" y="1193800"/>
                  </a:lnTo>
                  <a:lnTo>
                    <a:pt x="2870200" y="1193800"/>
                  </a:lnTo>
                  <a:close/>
                  <a:moveTo>
                    <a:pt x="2819400" y="1193800"/>
                  </a:moveTo>
                  <a:lnTo>
                    <a:pt x="2794000" y="1193800"/>
                  </a:lnTo>
                  <a:lnTo>
                    <a:pt x="2819400" y="1193800"/>
                  </a:lnTo>
                  <a:close/>
                  <a:moveTo>
                    <a:pt x="2768600" y="1193800"/>
                  </a:moveTo>
                  <a:lnTo>
                    <a:pt x="2743200" y="1193800"/>
                  </a:lnTo>
                  <a:lnTo>
                    <a:pt x="2768600" y="1193800"/>
                  </a:lnTo>
                  <a:close/>
                  <a:moveTo>
                    <a:pt x="2717800" y="1193800"/>
                  </a:moveTo>
                  <a:lnTo>
                    <a:pt x="2692400" y="1193800"/>
                  </a:lnTo>
                  <a:lnTo>
                    <a:pt x="2717800" y="1193800"/>
                  </a:lnTo>
                  <a:close/>
                  <a:moveTo>
                    <a:pt x="2667000" y="1193800"/>
                  </a:moveTo>
                  <a:lnTo>
                    <a:pt x="2641600" y="1193800"/>
                  </a:lnTo>
                  <a:lnTo>
                    <a:pt x="2667000" y="1193800"/>
                  </a:lnTo>
                  <a:close/>
                  <a:moveTo>
                    <a:pt x="2616200" y="1193800"/>
                  </a:moveTo>
                  <a:lnTo>
                    <a:pt x="2590800" y="1193800"/>
                  </a:lnTo>
                  <a:lnTo>
                    <a:pt x="2616200" y="1193800"/>
                  </a:lnTo>
                  <a:close/>
                  <a:moveTo>
                    <a:pt x="2565400" y="1193800"/>
                  </a:moveTo>
                  <a:lnTo>
                    <a:pt x="2540000" y="1193800"/>
                  </a:lnTo>
                  <a:lnTo>
                    <a:pt x="2565400" y="1193800"/>
                  </a:lnTo>
                  <a:close/>
                  <a:moveTo>
                    <a:pt x="2514600" y="1193800"/>
                  </a:moveTo>
                  <a:lnTo>
                    <a:pt x="2489200" y="1193800"/>
                  </a:lnTo>
                  <a:lnTo>
                    <a:pt x="2514600" y="1193800"/>
                  </a:lnTo>
                  <a:close/>
                  <a:moveTo>
                    <a:pt x="2463800" y="1193800"/>
                  </a:moveTo>
                  <a:lnTo>
                    <a:pt x="2438400" y="1193800"/>
                  </a:lnTo>
                  <a:lnTo>
                    <a:pt x="2463800" y="1193800"/>
                  </a:lnTo>
                  <a:close/>
                  <a:moveTo>
                    <a:pt x="2413000" y="1193800"/>
                  </a:moveTo>
                  <a:lnTo>
                    <a:pt x="2387600" y="1193800"/>
                  </a:lnTo>
                  <a:lnTo>
                    <a:pt x="2413000" y="1193800"/>
                  </a:lnTo>
                  <a:close/>
                  <a:moveTo>
                    <a:pt x="2362200" y="1193800"/>
                  </a:moveTo>
                  <a:lnTo>
                    <a:pt x="2336800" y="1193800"/>
                  </a:lnTo>
                  <a:lnTo>
                    <a:pt x="2362200" y="1193800"/>
                  </a:lnTo>
                  <a:close/>
                  <a:moveTo>
                    <a:pt x="2311400" y="1193800"/>
                  </a:moveTo>
                  <a:lnTo>
                    <a:pt x="2286000" y="1193800"/>
                  </a:lnTo>
                  <a:lnTo>
                    <a:pt x="2311400" y="1193800"/>
                  </a:lnTo>
                  <a:close/>
                  <a:moveTo>
                    <a:pt x="2260600" y="1193800"/>
                  </a:moveTo>
                  <a:lnTo>
                    <a:pt x="2235200" y="1193800"/>
                  </a:lnTo>
                  <a:lnTo>
                    <a:pt x="2260600" y="1193800"/>
                  </a:lnTo>
                  <a:close/>
                  <a:moveTo>
                    <a:pt x="2209800" y="1193800"/>
                  </a:moveTo>
                  <a:lnTo>
                    <a:pt x="2184400" y="1193800"/>
                  </a:lnTo>
                  <a:lnTo>
                    <a:pt x="2209800" y="1193800"/>
                  </a:lnTo>
                  <a:close/>
                  <a:moveTo>
                    <a:pt x="2159000" y="1193800"/>
                  </a:moveTo>
                  <a:lnTo>
                    <a:pt x="2133600" y="1193800"/>
                  </a:lnTo>
                  <a:lnTo>
                    <a:pt x="2159000" y="1193800"/>
                  </a:lnTo>
                  <a:close/>
                  <a:moveTo>
                    <a:pt x="2108200" y="1193800"/>
                  </a:moveTo>
                  <a:lnTo>
                    <a:pt x="2082800" y="1193800"/>
                  </a:lnTo>
                  <a:lnTo>
                    <a:pt x="2108200" y="1193800"/>
                  </a:lnTo>
                  <a:close/>
                  <a:moveTo>
                    <a:pt x="2057400" y="1193800"/>
                  </a:moveTo>
                  <a:lnTo>
                    <a:pt x="2032000" y="1193800"/>
                  </a:lnTo>
                  <a:lnTo>
                    <a:pt x="2057400" y="1193800"/>
                  </a:lnTo>
                  <a:close/>
                  <a:moveTo>
                    <a:pt x="2006600" y="1193800"/>
                  </a:moveTo>
                  <a:lnTo>
                    <a:pt x="1981200" y="1193800"/>
                  </a:lnTo>
                  <a:lnTo>
                    <a:pt x="2006600" y="1193800"/>
                  </a:lnTo>
                  <a:close/>
                  <a:moveTo>
                    <a:pt x="1955800" y="1193800"/>
                  </a:moveTo>
                  <a:lnTo>
                    <a:pt x="1930400" y="1193800"/>
                  </a:lnTo>
                  <a:lnTo>
                    <a:pt x="1955800" y="1193800"/>
                  </a:lnTo>
                  <a:close/>
                  <a:moveTo>
                    <a:pt x="1905000" y="1193800"/>
                  </a:moveTo>
                  <a:lnTo>
                    <a:pt x="1879600" y="1193800"/>
                  </a:lnTo>
                  <a:lnTo>
                    <a:pt x="1905000" y="1193800"/>
                  </a:lnTo>
                  <a:close/>
                  <a:moveTo>
                    <a:pt x="1854200" y="1193800"/>
                  </a:moveTo>
                  <a:lnTo>
                    <a:pt x="1828800" y="1193800"/>
                  </a:lnTo>
                  <a:lnTo>
                    <a:pt x="1854200" y="1193800"/>
                  </a:lnTo>
                  <a:close/>
                  <a:moveTo>
                    <a:pt x="1803400" y="1193800"/>
                  </a:moveTo>
                  <a:lnTo>
                    <a:pt x="1778000" y="1193800"/>
                  </a:lnTo>
                  <a:lnTo>
                    <a:pt x="1803400" y="1193800"/>
                  </a:lnTo>
                  <a:close/>
                  <a:moveTo>
                    <a:pt x="1752600" y="1193800"/>
                  </a:moveTo>
                  <a:lnTo>
                    <a:pt x="1727200" y="1193800"/>
                  </a:lnTo>
                  <a:lnTo>
                    <a:pt x="1752600" y="1193800"/>
                  </a:lnTo>
                  <a:close/>
                  <a:moveTo>
                    <a:pt x="1701800" y="1193800"/>
                  </a:moveTo>
                  <a:lnTo>
                    <a:pt x="1676400" y="1193800"/>
                  </a:lnTo>
                  <a:lnTo>
                    <a:pt x="1701800" y="1193800"/>
                  </a:lnTo>
                  <a:close/>
                  <a:moveTo>
                    <a:pt x="1651000" y="1193800"/>
                  </a:moveTo>
                  <a:lnTo>
                    <a:pt x="1625600" y="1193800"/>
                  </a:lnTo>
                  <a:lnTo>
                    <a:pt x="1651000" y="1193800"/>
                  </a:lnTo>
                  <a:close/>
                  <a:moveTo>
                    <a:pt x="1600200" y="1193800"/>
                  </a:moveTo>
                  <a:lnTo>
                    <a:pt x="1574800" y="1193800"/>
                  </a:lnTo>
                  <a:lnTo>
                    <a:pt x="1600200" y="1193800"/>
                  </a:lnTo>
                  <a:close/>
                  <a:moveTo>
                    <a:pt x="1549400" y="1193800"/>
                  </a:moveTo>
                  <a:lnTo>
                    <a:pt x="1524000" y="1193800"/>
                  </a:lnTo>
                  <a:lnTo>
                    <a:pt x="1549400" y="1193800"/>
                  </a:lnTo>
                  <a:close/>
                  <a:moveTo>
                    <a:pt x="1498600" y="1193800"/>
                  </a:moveTo>
                  <a:lnTo>
                    <a:pt x="1473200" y="1193800"/>
                  </a:lnTo>
                  <a:lnTo>
                    <a:pt x="1498600" y="1193800"/>
                  </a:lnTo>
                  <a:close/>
                  <a:moveTo>
                    <a:pt x="1447800" y="1193800"/>
                  </a:moveTo>
                  <a:lnTo>
                    <a:pt x="1422400" y="1193800"/>
                  </a:lnTo>
                  <a:lnTo>
                    <a:pt x="1447800" y="1193800"/>
                  </a:lnTo>
                  <a:close/>
                  <a:moveTo>
                    <a:pt x="1397000" y="1193800"/>
                  </a:moveTo>
                  <a:lnTo>
                    <a:pt x="1371600" y="1193800"/>
                  </a:lnTo>
                  <a:lnTo>
                    <a:pt x="1397000" y="1193800"/>
                  </a:lnTo>
                  <a:close/>
                  <a:moveTo>
                    <a:pt x="1346200" y="1193800"/>
                  </a:moveTo>
                  <a:lnTo>
                    <a:pt x="1320800" y="1193800"/>
                  </a:lnTo>
                  <a:lnTo>
                    <a:pt x="1346200" y="1193800"/>
                  </a:lnTo>
                  <a:close/>
                  <a:moveTo>
                    <a:pt x="1295400" y="1193800"/>
                  </a:moveTo>
                  <a:lnTo>
                    <a:pt x="1270000" y="1193800"/>
                  </a:lnTo>
                  <a:lnTo>
                    <a:pt x="1295400" y="1193800"/>
                  </a:lnTo>
                  <a:close/>
                  <a:moveTo>
                    <a:pt x="1244600" y="1193800"/>
                  </a:moveTo>
                  <a:lnTo>
                    <a:pt x="1219200" y="1193800"/>
                  </a:lnTo>
                  <a:lnTo>
                    <a:pt x="1244600" y="1193800"/>
                  </a:lnTo>
                  <a:close/>
                  <a:moveTo>
                    <a:pt x="1193800" y="1193800"/>
                  </a:moveTo>
                  <a:lnTo>
                    <a:pt x="1168400" y="1193800"/>
                  </a:lnTo>
                  <a:lnTo>
                    <a:pt x="1193800" y="1193800"/>
                  </a:lnTo>
                  <a:close/>
                  <a:moveTo>
                    <a:pt x="1143000" y="1193800"/>
                  </a:moveTo>
                  <a:lnTo>
                    <a:pt x="1117600" y="1193800"/>
                  </a:lnTo>
                  <a:lnTo>
                    <a:pt x="1143000" y="1193800"/>
                  </a:lnTo>
                  <a:close/>
                  <a:moveTo>
                    <a:pt x="1092200" y="1193800"/>
                  </a:moveTo>
                  <a:lnTo>
                    <a:pt x="1066800" y="1193800"/>
                  </a:lnTo>
                  <a:lnTo>
                    <a:pt x="1092200" y="1193800"/>
                  </a:lnTo>
                  <a:close/>
                  <a:moveTo>
                    <a:pt x="1041400" y="1193800"/>
                  </a:moveTo>
                  <a:lnTo>
                    <a:pt x="1016000" y="1193800"/>
                  </a:lnTo>
                  <a:lnTo>
                    <a:pt x="1041400" y="1193800"/>
                  </a:lnTo>
                  <a:close/>
                  <a:moveTo>
                    <a:pt x="990600" y="1193800"/>
                  </a:moveTo>
                  <a:lnTo>
                    <a:pt x="965200" y="1193800"/>
                  </a:lnTo>
                  <a:lnTo>
                    <a:pt x="990600" y="1193800"/>
                  </a:lnTo>
                  <a:close/>
                  <a:moveTo>
                    <a:pt x="939800" y="1193800"/>
                  </a:moveTo>
                  <a:lnTo>
                    <a:pt x="914400" y="1193800"/>
                  </a:lnTo>
                  <a:lnTo>
                    <a:pt x="939800" y="1193800"/>
                  </a:lnTo>
                  <a:close/>
                  <a:moveTo>
                    <a:pt x="889000" y="1193800"/>
                  </a:moveTo>
                  <a:lnTo>
                    <a:pt x="863600" y="1193800"/>
                  </a:lnTo>
                  <a:lnTo>
                    <a:pt x="889000" y="1193800"/>
                  </a:lnTo>
                  <a:close/>
                  <a:moveTo>
                    <a:pt x="838200" y="1193800"/>
                  </a:moveTo>
                  <a:lnTo>
                    <a:pt x="812800" y="1193800"/>
                  </a:lnTo>
                  <a:lnTo>
                    <a:pt x="838200" y="1193800"/>
                  </a:lnTo>
                  <a:close/>
                  <a:moveTo>
                    <a:pt x="787400" y="1193800"/>
                  </a:moveTo>
                  <a:lnTo>
                    <a:pt x="762000" y="1193800"/>
                  </a:lnTo>
                  <a:lnTo>
                    <a:pt x="787400" y="1193800"/>
                  </a:lnTo>
                  <a:close/>
                  <a:moveTo>
                    <a:pt x="736600" y="1193800"/>
                  </a:moveTo>
                  <a:lnTo>
                    <a:pt x="711200" y="1193800"/>
                  </a:lnTo>
                  <a:lnTo>
                    <a:pt x="736600" y="1193800"/>
                  </a:lnTo>
                  <a:close/>
                  <a:moveTo>
                    <a:pt x="685800" y="1193800"/>
                  </a:moveTo>
                  <a:lnTo>
                    <a:pt x="660400" y="1193800"/>
                  </a:lnTo>
                  <a:lnTo>
                    <a:pt x="685800" y="1193800"/>
                  </a:lnTo>
                  <a:close/>
                  <a:moveTo>
                    <a:pt x="635000" y="1193800"/>
                  </a:moveTo>
                  <a:lnTo>
                    <a:pt x="609600" y="1193800"/>
                  </a:lnTo>
                  <a:lnTo>
                    <a:pt x="635000" y="1193800"/>
                  </a:lnTo>
                  <a:close/>
                  <a:moveTo>
                    <a:pt x="584200" y="1193800"/>
                  </a:moveTo>
                  <a:lnTo>
                    <a:pt x="558800" y="1193800"/>
                  </a:lnTo>
                  <a:lnTo>
                    <a:pt x="584200" y="1193800"/>
                  </a:lnTo>
                  <a:close/>
                  <a:moveTo>
                    <a:pt x="533400" y="1193800"/>
                  </a:moveTo>
                  <a:lnTo>
                    <a:pt x="508000" y="1193800"/>
                  </a:lnTo>
                  <a:lnTo>
                    <a:pt x="533400" y="1193800"/>
                  </a:lnTo>
                  <a:close/>
                  <a:moveTo>
                    <a:pt x="482600" y="1193800"/>
                  </a:moveTo>
                  <a:lnTo>
                    <a:pt x="457200" y="1193800"/>
                  </a:lnTo>
                  <a:lnTo>
                    <a:pt x="482600" y="1193800"/>
                  </a:lnTo>
                  <a:close/>
                  <a:moveTo>
                    <a:pt x="431800" y="1193800"/>
                  </a:moveTo>
                  <a:lnTo>
                    <a:pt x="406400" y="1193800"/>
                  </a:lnTo>
                  <a:lnTo>
                    <a:pt x="431800" y="1193800"/>
                  </a:lnTo>
                  <a:close/>
                  <a:moveTo>
                    <a:pt x="381000" y="1193800"/>
                  </a:moveTo>
                  <a:lnTo>
                    <a:pt x="355600" y="1193800"/>
                  </a:lnTo>
                  <a:lnTo>
                    <a:pt x="381000" y="1193800"/>
                  </a:lnTo>
                  <a:close/>
                  <a:moveTo>
                    <a:pt x="330200" y="1193800"/>
                  </a:moveTo>
                  <a:lnTo>
                    <a:pt x="304800" y="1193800"/>
                  </a:lnTo>
                  <a:lnTo>
                    <a:pt x="330200" y="1193800"/>
                  </a:lnTo>
                  <a:close/>
                  <a:moveTo>
                    <a:pt x="279400" y="1193800"/>
                  </a:moveTo>
                  <a:lnTo>
                    <a:pt x="254000" y="1193800"/>
                  </a:lnTo>
                  <a:lnTo>
                    <a:pt x="279400" y="1193800"/>
                  </a:lnTo>
                  <a:close/>
                  <a:moveTo>
                    <a:pt x="228600" y="1193800"/>
                  </a:moveTo>
                  <a:lnTo>
                    <a:pt x="203200" y="1193800"/>
                  </a:lnTo>
                  <a:lnTo>
                    <a:pt x="228600" y="1193800"/>
                  </a:lnTo>
                  <a:close/>
                  <a:moveTo>
                    <a:pt x="177800" y="1193800"/>
                  </a:moveTo>
                  <a:lnTo>
                    <a:pt x="152400" y="1193800"/>
                  </a:lnTo>
                  <a:lnTo>
                    <a:pt x="177800" y="1193800"/>
                  </a:lnTo>
                  <a:close/>
                  <a:moveTo>
                    <a:pt x="127000" y="1193800"/>
                  </a:moveTo>
                  <a:lnTo>
                    <a:pt x="101600" y="1193800"/>
                  </a:lnTo>
                  <a:lnTo>
                    <a:pt x="127000" y="1193800"/>
                  </a:lnTo>
                  <a:close/>
                  <a:moveTo>
                    <a:pt x="76200" y="1193800"/>
                  </a:moveTo>
                  <a:lnTo>
                    <a:pt x="50800" y="1193800"/>
                  </a:lnTo>
                  <a:lnTo>
                    <a:pt x="76200" y="1193800"/>
                  </a:lnTo>
                  <a:close/>
                  <a:moveTo>
                    <a:pt x="25400" y="1193800"/>
                  </a:moveTo>
                  <a:lnTo>
                    <a:pt x="0" y="1193800"/>
                  </a:lnTo>
                  <a:lnTo>
                    <a:pt x="25400" y="1193800"/>
                  </a:lnTo>
                  <a:close/>
                  <a:moveTo>
                    <a:pt x="82550" y="1195451"/>
                  </a:moveTo>
                  <a:lnTo>
                    <a:pt x="82550" y="1170051"/>
                  </a:lnTo>
                  <a:lnTo>
                    <a:pt x="87122" y="1170051"/>
                  </a:lnTo>
                  <a:lnTo>
                    <a:pt x="87122" y="1195451"/>
                  </a:lnTo>
                  <a:close/>
                  <a:moveTo>
                    <a:pt x="87122" y="1144651"/>
                  </a:moveTo>
                  <a:lnTo>
                    <a:pt x="87122" y="1119251"/>
                  </a:lnTo>
                  <a:lnTo>
                    <a:pt x="87122" y="1144651"/>
                  </a:lnTo>
                  <a:close/>
                  <a:moveTo>
                    <a:pt x="87122" y="1093851"/>
                  </a:moveTo>
                  <a:lnTo>
                    <a:pt x="87122" y="1068451"/>
                  </a:lnTo>
                  <a:lnTo>
                    <a:pt x="87122" y="1093851"/>
                  </a:lnTo>
                  <a:close/>
                  <a:moveTo>
                    <a:pt x="87122" y="1043051"/>
                  </a:moveTo>
                  <a:lnTo>
                    <a:pt x="87122" y="1017651"/>
                  </a:lnTo>
                  <a:lnTo>
                    <a:pt x="87122" y="1043051"/>
                  </a:lnTo>
                  <a:close/>
                  <a:moveTo>
                    <a:pt x="87122" y="992251"/>
                  </a:moveTo>
                  <a:lnTo>
                    <a:pt x="87122" y="966851"/>
                  </a:lnTo>
                  <a:lnTo>
                    <a:pt x="87122" y="992251"/>
                  </a:lnTo>
                  <a:close/>
                  <a:moveTo>
                    <a:pt x="87122" y="941451"/>
                  </a:moveTo>
                  <a:lnTo>
                    <a:pt x="87122" y="916051"/>
                  </a:lnTo>
                  <a:lnTo>
                    <a:pt x="87122" y="941451"/>
                  </a:lnTo>
                  <a:close/>
                  <a:moveTo>
                    <a:pt x="87122" y="890651"/>
                  </a:moveTo>
                  <a:lnTo>
                    <a:pt x="87122" y="865251"/>
                  </a:lnTo>
                  <a:lnTo>
                    <a:pt x="87122" y="890651"/>
                  </a:lnTo>
                  <a:close/>
                  <a:moveTo>
                    <a:pt x="87122" y="839851"/>
                  </a:moveTo>
                  <a:lnTo>
                    <a:pt x="87122" y="814451"/>
                  </a:lnTo>
                  <a:lnTo>
                    <a:pt x="87122" y="839851"/>
                  </a:lnTo>
                  <a:close/>
                  <a:moveTo>
                    <a:pt x="87122" y="789051"/>
                  </a:moveTo>
                  <a:lnTo>
                    <a:pt x="87122" y="763651"/>
                  </a:lnTo>
                  <a:lnTo>
                    <a:pt x="87122" y="789051"/>
                  </a:lnTo>
                  <a:close/>
                  <a:moveTo>
                    <a:pt x="87122" y="738251"/>
                  </a:moveTo>
                  <a:lnTo>
                    <a:pt x="87122" y="712851"/>
                  </a:lnTo>
                  <a:lnTo>
                    <a:pt x="87122" y="738251"/>
                  </a:lnTo>
                  <a:close/>
                  <a:moveTo>
                    <a:pt x="87122" y="687451"/>
                  </a:moveTo>
                  <a:lnTo>
                    <a:pt x="87122" y="662051"/>
                  </a:lnTo>
                  <a:lnTo>
                    <a:pt x="87122" y="687451"/>
                  </a:lnTo>
                  <a:close/>
                  <a:moveTo>
                    <a:pt x="87122" y="636651"/>
                  </a:moveTo>
                  <a:lnTo>
                    <a:pt x="87122" y="611251"/>
                  </a:lnTo>
                  <a:lnTo>
                    <a:pt x="87122" y="636651"/>
                  </a:lnTo>
                  <a:close/>
                  <a:moveTo>
                    <a:pt x="87122" y="585851"/>
                  </a:moveTo>
                  <a:lnTo>
                    <a:pt x="87122" y="560451"/>
                  </a:lnTo>
                  <a:lnTo>
                    <a:pt x="87122" y="585851"/>
                  </a:lnTo>
                  <a:close/>
                  <a:moveTo>
                    <a:pt x="87122" y="535051"/>
                  </a:moveTo>
                  <a:lnTo>
                    <a:pt x="87122" y="509651"/>
                  </a:lnTo>
                  <a:lnTo>
                    <a:pt x="87122" y="535051"/>
                  </a:lnTo>
                  <a:close/>
                  <a:moveTo>
                    <a:pt x="87122" y="484251"/>
                  </a:moveTo>
                  <a:lnTo>
                    <a:pt x="87122" y="458851"/>
                  </a:lnTo>
                  <a:lnTo>
                    <a:pt x="87122" y="484251"/>
                  </a:lnTo>
                  <a:close/>
                  <a:moveTo>
                    <a:pt x="87122" y="433451"/>
                  </a:moveTo>
                  <a:lnTo>
                    <a:pt x="87122" y="408051"/>
                  </a:lnTo>
                  <a:lnTo>
                    <a:pt x="87122" y="433451"/>
                  </a:lnTo>
                  <a:close/>
                  <a:moveTo>
                    <a:pt x="87122" y="382651"/>
                  </a:moveTo>
                  <a:lnTo>
                    <a:pt x="87122" y="357251"/>
                  </a:lnTo>
                  <a:lnTo>
                    <a:pt x="87122" y="382651"/>
                  </a:lnTo>
                  <a:close/>
                  <a:moveTo>
                    <a:pt x="87122" y="331851"/>
                  </a:moveTo>
                  <a:lnTo>
                    <a:pt x="87122" y="306451"/>
                  </a:lnTo>
                  <a:lnTo>
                    <a:pt x="87122" y="331851"/>
                  </a:lnTo>
                  <a:close/>
                  <a:moveTo>
                    <a:pt x="87122" y="281051"/>
                  </a:moveTo>
                  <a:lnTo>
                    <a:pt x="87122" y="255651"/>
                  </a:lnTo>
                  <a:lnTo>
                    <a:pt x="87122" y="281051"/>
                  </a:lnTo>
                  <a:close/>
                  <a:moveTo>
                    <a:pt x="87122" y="230251"/>
                  </a:moveTo>
                  <a:lnTo>
                    <a:pt x="87122" y="204851"/>
                  </a:lnTo>
                  <a:lnTo>
                    <a:pt x="87122" y="230251"/>
                  </a:lnTo>
                  <a:close/>
                  <a:moveTo>
                    <a:pt x="87122" y="179451"/>
                  </a:moveTo>
                  <a:lnTo>
                    <a:pt x="87122" y="154051"/>
                  </a:lnTo>
                  <a:lnTo>
                    <a:pt x="87122" y="179451"/>
                  </a:lnTo>
                  <a:close/>
                  <a:moveTo>
                    <a:pt x="87122" y="128651"/>
                  </a:moveTo>
                  <a:lnTo>
                    <a:pt x="87122" y="103251"/>
                  </a:lnTo>
                  <a:lnTo>
                    <a:pt x="87122" y="128651"/>
                  </a:lnTo>
                  <a:close/>
                  <a:moveTo>
                    <a:pt x="87122" y="77851"/>
                  </a:moveTo>
                  <a:lnTo>
                    <a:pt x="87122" y="52451"/>
                  </a:lnTo>
                  <a:lnTo>
                    <a:pt x="87122" y="77851"/>
                  </a:lnTo>
                  <a:close/>
                  <a:moveTo>
                    <a:pt x="87122" y="27051"/>
                  </a:moveTo>
                  <a:lnTo>
                    <a:pt x="87122" y="2286"/>
                  </a:lnTo>
                  <a:cubicBezTo>
                    <a:pt x="82550" y="1016"/>
                    <a:pt x="83566" y="0"/>
                    <a:pt x="84836" y="0"/>
                  </a:cubicBezTo>
                  <a:lnTo>
                    <a:pt x="110236" y="0"/>
                  </a:lnTo>
                  <a:lnTo>
                    <a:pt x="110236" y="4572"/>
                  </a:lnTo>
                  <a:lnTo>
                    <a:pt x="84836" y="4572"/>
                  </a:lnTo>
                  <a:lnTo>
                    <a:pt x="84836" y="2286"/>
                  </a:lnTo>
                  <a:lnTo>
                    <a:pt x="87122" y="2286"/>
                  </a:lnTo>
                  <a:lnTo>
                    <a:pt x="87122" y="270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3F37904-1FCC-8745-6284-9ACB98B816AB}"/>
                </a:ext>
              </a:extLst>
            </p:cNvPr>
            <p:cNvSpPr txBox="1"/>
            <p:nvPr/>
          </p:nvSpPr>
          <p:spPr>
            <a:xfrm>
              <a:off x="0" y="-38100"/>
              <a:ext cx="10253129" cy="1236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 dirty="0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Methodology</a:t>
              </a:r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1DE6341F-76C6-1760-945F-243B7E6085E3}"/>
              </a:ext>
            </a:extLst>
          </p:cNvPr>
          <p:cNvSpPr/>
          <p:nvPr/>
        </p:nvSpPr>
        <p:spPr>
          <a:xfrm>
            <a:off x="3314700" y="9721683"/>
            <a:ext cx="11482536" cy="521933"/>
          </a:xfrm>
          <a:custGeom>
            <a:avLst/>
            <a:gdLst/>
            <a:ahLst/>
            <a:cxnLst/>
            <a:rect l="l" t="t" r="r" b="b"/>
            <a:pathLst>
              <a:path w="11482536" h="521933">
                <a:moveTo>
                  <a:pt x="0" y="0"/>
                </a:moveTo>
                <a:lnTo>
                  <a:pt x="11482536" y="0"/>
                </a:lnTo>
                <a:lnTo>
                  <a:pt x="11482536" y="521934"/>
                </a:lnTo>
                <a:lnTo>
                  <a:pt x="0" y="521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A4D4F47-6EBD-F983-8440-D721295AAB42}"/>
              </a:ext>
            </a:extLst>
          </p:cNvPr>
          <p:cNvSpPr txBox="1"/>
          <p:nvPr/>
        </p:nvSpPr>
        <p:spPr>
          <a:xfrm>
            <a:off x="1066800" y="2096067"/>
            <a:ext cx="16383000" cy="58705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just">
              <a:lnSpc>
                <a:spcPts val="4583"/>
              </a:lnSpc>
              <a:buFont typeface="Arial" panose="020B0604020202020204" pitchFamily="34" charset="0"/>
              <a:buChar char="•"/>
            </a:pPr>
            <a:r>
              <a:rPr lang="en-US" sz="32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Data Ingestion &amp; Partitioning: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JEE, NEET, KCET, and COMEDK counselling datasets are ingested and partitioned using Apache Spark, cleaning nulls and unifying inconsistent multi-line headers.</a:t>
            </a:r>
          </a:p>
          <a:p>
            <a:pPr marL="571500" indent="-571500" algn="just">
              <a:lnSpc>
                <a:spcPts val="4583"/>
              </a:lnSpc>
              <a:buFont typeface="Arial" panose="020B0604020202020204" pitchFamily="34" charset="0"/>
              <a:buChar char="•"/>
            </a:pPr>
            <a:r>
              <a:rPr lang="en-US" sz="32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Storage &amp; Feature Engineering: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data is written to columnar Parquet storage; Spark aggregates records by {Institute, Course, Category, Quota} into historical closing-rank thresholds.</a:t>
            </a:r>
          </a:p>
          <a:p>
            <a:pPr marL="571500" indent="-571500" algn="just">
              <a:lnSpc>
                <a:spcPts val="4583"/>
              </a:lnSpc>
              <a:buFont typeface="Arial" panose="020B0604020202020204" pitchFamily="34" charset="0"/>
              <a:buChar char="•"/>
            </a:pPr>
            <a:r>
              <a:rPr lang="en-US" sz="32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domain-specific CatBoost/XGBoost models are trained — a probabilistic classifier for JEE and rank-gap regressors for NEET, KCET, and COMEDK — tuned with Optuna and evaluated via AUC/RMSE.</a:t>
            </a:r>
          </a:p>
          <a:p>
            <a:pPr marL="571500" indent="-571500" algn="just">
              <a:lnSpc>
                <a:spcPts val="4583"/>
              </a:lnSpc>
              <a:buFont typeface="Arial" panose="020B0604020202020204" pitchFamily="34" charset="0"/>
              <a:buChar char="•"/>
            </a:pPr>
            <a:r>
              <a:rPr lang="en-US" sz="32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Prediction Serving: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FastAPI backend routes each domain's requests to its pre-trained model; Redis caches repeated {rank, category} queries to serve results in milliseconds.</a:t>
            </a:r>
          </a:p>
          <a:p>
            <a:pPr marL="571500" indent="-571500" algn="just">
              <a:lnSpc>
                <a:spcPts val="4583"/>
              </a:lnSpc>
              <a:buFont typeface="Arial" panose="020B0604020202020204" pitchFamily="34" charset="0"/>
              <a:buChar char="•"/>
            </a:pPr>
            <a:r>
              <a:rPr lang="en-US" sz="32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Layer: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React/Vite frontend collects student input and renders ranked, color-coded (“Safe”/“Likely”) results in an interactive table.</a:t>
            </a:r>
          </a:p>
        </p:txBody>
      </p:sp>
    </p:spTree>
    <p:extLst>
      <p:ext uri="{BB962C8B-B14F-4D97-AF65-F5344CB8AC3E}">
        <p14:creationId xmlns:p14="http://schemas.microsoft.com/office/powerpoint/2010/main" val="3852995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CEA11-B3BE-49CB-250A-E544A0E60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739886A-7DED-1F52-FA9A-6E7D306368B8}"/>
              </a:ext>
            </a:extLst>
          </p:cNvPr>
          <p:cNvSpPr/>
          <p:nvPr/>
        </p:nvSpPr>
        <p:spPr>
          <a:xfrm>
            <a:off x="14180650" y="262793"/>
            <a:ext cx="3988597" cy="731047"/>
          </a:xfrm>
          <a:custGeom>
            <a:avLst/>
            <a:gdLst/>
            <a:ahLst/>
            <a:cxnLst/>
            <a:rect l="l" t="t" r="r" b="b"/>
            <a:pathLst>
              <a:path w="3988597" h="731047">
                <a:moveTo>
                  <a:pt x="0" y="0"/>
                </a:moveTo>
                <a:lnTo>
                  <a:pt x="3988597" y="0"/>
                </a:lnTo>
                <a:lnTo>
                  <a:pt x="3988597" y="731047"/>
                </a:lnTo>
                <a:lnTo>
                  <a:pt x="0" y="7310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4611" t="-39063" r="-111" b="1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5DD7580-40BC-A0EC-E5C1-370F929E696F}"/>
              </a:ext>
            </a:extLst>
          </p:cNvPr>
          <p:cNvSpPr/>
          <p:nvPr/>
        </p:nvSpPr>
        <p:spPr>
          <a:xfrm>
            <a:off x="252276" y="101521"/>
            <a:ext cx="3326130" cy="1045845"/>
          </a:xfrm>
          <a:custGeom>
            <a:avLst/>
            <a:gdLst/>
            <a:ahLst/>
            <a:cxnLst/>
            <a:rect l="l" t="t" r="r" b="b"/>
            <a:pathLst>
              <a:path w="3326130" h="1045845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128" t="-33846" r="-141392" b="-42672"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E8C786D-140C-B3FE-5C3F-0168C712668F}"/>
              </a:ext>
            </a:extLst>
          </p:cNvPr>
          <p:cNvGrpSpPr/>
          <p:nvPr/>
        </p:nvGrpSpPr>
        <p:grpSpPr>
          <a:xfrm>
            <a:off x="3730632" y="96608"/>
            <a:ext cx="10813847" cy="1263868"/>
            <a:chOff x="0" y="0"/>
            <a:chExt cx="10253129" cy="11983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FF8F687-8493-ABAB-48E4-57766E7659C6}"/>
                </a:ext>
              </a:extLst>
            </p:cNvPr>
            <p:cNvSpPr/>
            <p:nvPr/>
          </p:nvSpPr>
          <p:spPr>
            <a:xfrm>
              <a:off x="-82550" y="0"/>
              <a:ext cx="10335768" cy="1202944"/>
            </a:xfrm>
            <a:custGeom>
              <a:avLst/>
              <a:gdLst/>
              <a:ahLst/>
              <a:cxnLst/>
              <a:rect l="l" t="t" r="r" b="b"/>
              <a:pathLst>
                <a:path w="10335768" h="1202944">
                  <a:moveTo>
                    <a:pt x="135636" y="0"/>
                  </a:moveTo>
                  <a:lnTo>
                    <a:pt x="161036" y="0"/>
                  </a:lnTo>
                  <a:lnTo>
                    <a:pt x="161036" y="4572"/>
                  </a:lnTo>
                  <a:lnTo>
                    <a:pt x="135636" y="4572"/>
                  </a:lnTo>
                  <a:close/>
                  <a:moveTo>
                    <a:pt x="186436" y="4572"/>
                  </a:moveTo>
                  <a:lnTo>
                    <a:pt x="211836" y="4572"/>
                  </a:lnTo>
                  <a:lnTo>
                    <a:pt x="186436" y="4572"/>
                  </a:lnTo>
                  <a:close/>
                  <a:moveTo>
                    <a:pt x="237236" y="4572"/>
                  </a:moveTo>
                  <a:lnTo>
                    <a:pt x="262636" y="4572"/>
                  </a:lnTo>
                  <a:lnTo>
                    <a:pt x="237236" y="4572"/>
                  </a:lnTo>
                  <a:close/>
                  <a:moveTo>
                    <a:pt x="288036" y="4572"/>
                  </a:moveTo>
                  <a:lnTo>
                    <a:pt x="313436" y="4572"/>
                  </a:lnTo>
                  <a:lnTo>
                    <a:pt x="288036" y="4572"/>
                  </a:lnTo>
                  <a:close/>
                  <a:moveTo>
                    <a:pt x="338836" y="4572"/>
                  </a:moveTo>
                  <a:lnTo>
                    <a:pt x="364236" y="4572"/>
                  </a:lnTo>
                  <a:lnTo>
                    <a:pt x="338836" y="4572"/>
                  </a:lnTo>
                  <a:close/>
                  <a:moveTo>
                    <a:pt x="389636" y="4572"/>
                  </a:moveTo>
                  <a:lnTo>
                    <a:pt x="415036" y="4572"/>
                  </a:lnTo>
                  <a:lnTo>
                    <a:pt x="389636" y="4572"/>
                  </a:lnTo>
                  <a:close/>
                  <a:moveTo>
                    <a:pt x="440436" y="4572"/>
                  </a:moveTo>
                  <a:lnTo>
                    <a:pt x="465836" y="4572"/>
                  </a:lnTo>
                  <a:lnTo>
                    <a:pt x="440436" y="4572"/>
                  </a:lnTo>
                  <a:close/>
                  <a:moveTo>
                    <a:pt x="491236" y="4572"/>
                  </a:moveTo>
                  <a:lnTo>
                    <a:pt x="516636" y="4572"/>
                  </a:lnTo>
                  <a:lnTo>
                    <a:pt x="491236" y="4572"/>
                  </a:lnTo>
                  <a:close/>
                  <a:moveTo>
                    <a:pt x="542036" y="4572"/>
                  </a:moveTo>
                  <a:lnTo>
                    <a:pt x="567436" y="4572"/>
                  </a:lnTo>
                  <a:lnTo>
                    <a:pt x="542036" y="4572"/>
                  </a:lnTo>
                  <a:close/>
                  <a:moveTo>
                    <a:pt x="592836" y="4572"/>
                  </a:moveTo>
                  <a:lnTo>
                    <a:pt x="618236" y="4572"/>
                  </a:lnTo>
                  <a:lnTo>
                    <a:pt x="592836" y="4572"/>
                  </a:lnTo>
                  <a:close/>
                  <a:moveTo>
                    <a:pt x="643636" y="4572"/>
                  </a:moveTo>
                  <a:lnTo>
                    <a:pt x="669036" y="4572"/>
                  </a:lnTo>
                  <a:lnTo>
                    <a:pt x="643636" y="4572"/>
                  </a:lnTo>
                  <a:close/>
                  <a:moveTo>
                    <a:pt x="694436" y="4572"/>
                  </a:moveTo>
                  <a:lnTo>
                    <a:pt x="719836" y="4572"/>
                  </a:lnTo>
                  <a:lnTo>
                    <a:pt x="694436" y="4572"/>
                  </a:lnTo>
                  <a:close/>
                  <a:moveTo>
                    <a:pt x="745236" y="4572"/>
                  </a:moveTo>
                  <a:lnTo>
                    <a:pt x="770636" y="4572"/>
                  </a:lnTo>
                  <a:lnTo>
                    <a:pt x="745236" y="4572"/>
                  </a:lnTo>
                  <a:close/>
                  <a:moveTo>
                    <a:pt x="796036" y="4572"/>
                  </a:moveTo>
                  <a:lnTo>
                    <a:pt x="821436" y="4572"/>
                  </a:lnTo>
                  <a:lnTo>
                    <a:pt x="796036" y="4572"/>
                  </a:lnTo>
                  <a:close/>
                  <a:moveTo>
                    <a:pt x="846836" y="4572"/>
                  </a:moveTo>
                  <a:lnTo>
                    <a:pt x="872236" y="4572"/>
                  </a:lnTo>
                  <a:lnTo>
                    <a:pt x="846836" y="4572"/>
                  </a:lnTo>
                  <a:close/>
                  <a:moveTo>
                    <a:pt x="897636" y="4572"/>
                  </a:moveTo>
                  <a:lnTo>
                    <a:pt x="923036" y="4572"/>
                  </a:lnTo>
                  <a:lnTo>
                    <a:pt x="897636" y="4572"/>
                  </a:lnTo>
                  <a:close/>
                  <a:moveTo>
                    <a:pt x="948436" y="4572"/>
                  </a:moveTo>
                  <a:lnTo>
                    <a:pt x="973836" y="4572"/>
                  </a:lnTo>
                  <a:lnTo>
                    <a:pt x="948436" y="4572"/>
                  </a:lnTo>
                  <a:close/>
                  <a:moveTo>
                    <a:pt x="999236" y="4572"/>
                  </a:moveTo>
                  <a:lnTo>
                    <a:pt x="1024636" y="4572"/>
                  </a:lnTo>
                  <a:lnTo>
                    <a:pt x="999236" y="4572"/>
                  </a:lnTo>
                  <a:close/>
                  <a:moveTo>
                    <a:pt x="1050036" y="4572"/>
                  </a:moveTo>
                  <a:lnTo>
                    <a:pt x="1075436" y="4572"/>
                  </a:lnTo>
                  <a:lnTo>
                    <a:pt x="1050036" y="4572"/>
                  </a:lnTo>
                  <a:close/>
                  <a:moveTo>
                    <a:pt x="1100836" y="4572"/>
                  </a:moveTo>
                  <a:lnTo>
                    <a:pt x="1126236" y="4572"/>
                  </a:lnTo>
                  <a:lnTo>
                    <a:pt x="1100836" y="4572"/>
                  </a:lnTo>
                  <a:close/>
                  <a:moveTo>
                    <a:pt x="1151636" y="4572"/>
                  </a:moveTo>
                  <a:lnTo>
                    <a:pt x="1177036" y="4572"/>
                  </a:lnTo>
                  <a:lnTo>
                    <a:pt x="1151636" y="4572"/>
                  </a:lnTo>
                  <a:close/>
                  <a:moveTo>
                    <a:pt x="1202436" y="4572"/>
                  </a:moveTo>
                  <a:lnTo>
                    <a:pt x="1227836" y="4572"/>
                  </a:lnTo>
                  <a:lnTo>
                    <a:pt x="1202436" y="4572"/>
                  </a:lnTo>
                  <a:close/>
                  <a:moveTo>
                    <a:pt x="1253236" y="4572"/>
                  </a:moveTo>
                  <a:lnTo>
                    <a:pt x="1278636" y="4572"/>
                  </a:lnTo>
                  <a:lnTo>
                    <a:pt x="1253236" y="4572"/>
                  </a:lnTo>
                  <a:close/>
                  <a:moveTo>
                    <a:pt x="1304036" y="4572"/>
                  </a:moveTo>
                  <a:lnTo>
                    <a:pt x="1329436" y="4572"/>
                  </a:lnTo>
                  <a:lnTo>
                    <a:pt x="1304036" y="4572"/>
                  </a:lnTo>
                  <a:close/>
                  <a:moveTo>
                    <a:pt x="1354836" y="4572"/>
                  </a:moveTo>
                  <a:lnTo>
                    <a:pt x="1380236" y="4572"/>
                  </a:lnTo>
                  <a:lnTo>
                    <a:pt x="1354836" y="4572"/>
                  </a:lnTo>
                  <a:close/>
                  <a:moveTo>
                    <a:pt x="1405636" y="4572"/>
                  </a:moveTo>
                  <a:lnTo>
                    <a:pt x="1431036" y="4572"/>
                  </a:lnTo>
                  <a:lnTo>
                    <a:pt x="1405636" y="4572"/>
                  </a:lnTo>
                  <a:close/>
                  <a:moveTo>
                    <a:pt x="1456436" y="4572"/>
                  </a:moveTo>
                  <a:lnTo>
                    <a:pt x="1481836" y="4572"/>
                  </a:lnTo>
                  <a:lnTo>
                    <a:pt x="1456436" y="4572"/>
                  </a:lnTo>
                  <a:close/>
                  <a:moveTo>
                    <a:pt x="1507236" y="4572"/>
                  </a:moveTo>
                  <a:lnTo>
                    <a:pt x="1532636" y="4572"/>
                  </a:lnTo>
                  <a:lnTo>
                    <a:pt x="1507236" y="4572"/>
                  </a:lnTo>
                  <a:close/>
                  <a:moveTo>
                    <a:pt x="1558036" y="4572"/>
                  </a:moveTo>
                  <a:lnTo>
                    <a:pt x="1583436" y="4572"/>
                  </a:lnTo>
                  <a:lnTo>
                    <a:pt x="1558036" y="4572"/>
                  </a:lnTo>
                  <a:close/>
                  <a:moveTo>
                    <a:pt x="1608836" y="4572"/>
                  </a:moveTo>
                  <a:lnTo>
                    <a:pt x="1634236" y="4572"/>
                  </a:lnTo>
                  <a:lnTo>
                    <a:pt x="1608836" y="4572"/>
                  </a:lnTo>
                  <a:close/>
                  <a:moveTo>
                    <a:pt x="1659636" y="4572"/>
                  </a:moveTo>
                  <a:lnTo>
                    <a:pt x="1685036" y="4572"/>
                  </a:lnTo>
                  <a:lnTo>
                    <a:pt x="1659636" y="4572"/>
                  </a:lnTo>
                  <a:close/>
                  <a:moveTo>
                    <a:pt x="1710436" y="4572"/>
                  </a:moveTo>
                  <a:lnTo>
                    <a:pt x="1735836" y="4572"/>
                  </a:lnTo>
                  <a:lnTo>
                    <a:pt x="1710436" y="4572"/>
                  </a:lnTo>
                  <a:close/>
                  <a:moveTo>
                    <a:pt x="1761236" y="4572"/>
                  </a:moveTo>
                  <a:lnTo>
                    <a:pt x="1786636" y="4572"/>
                  </a:lnTo>
                  <a:lnTo>
                    <a:pt x="1761236" y="4572"/>
                  </a:lnTo>
                  <a:close/>
                  <a:moveTo>
                    <a:pt x="1812036" y="4572"/>
                  </a:moveTo>
                  <a:lnTo>
                    <a:pt x="1837436" y="4572"/>
                  </a:lnTo>
                  <a:lnTo>
                    <a:pt x="1812036" y="4572"/>
                  </a:lnTo>
                  <a:close/>
                  <a:moveTo>
                    <a:pt x="1862836" y="4572"/>
                  </a:moveTo>
                  <a:lnTo>
                    <a:pt x="1888236" y="4572"/>
                  </a:lnTo>
                  <a:lnTo>
                    <a:pt x="1862836" y="4572"/>
                  </a:lnTo>
                  <a:close/>
                  <a:moveTo>
                    <a:pt x="1913636" y="4572"/>
                  </a:moveTo>
                  <a:lnTo>
                    <a:pt x="1939036" y="4572"/>
                  </a:lnTo>
                  <a:lnTo>
                    <a:pt x="1913636" y="4572"/>
                  </a:lnTo>
                  <a:close/>
                  <a:moveTo>
                    <a:pt x="1964436" y="4572"/>
                  </a:moveTo>
                  <a:lnTo>
                    <a:pt x="1989836" y="4572"/>
                  </a:lnTo>
                  <a:lnTo>
                    <a:pt x="1964436" y="4572"/>
                  </a:lnTo>
                  <a:close/>
                  <a:moveTo>
                    <a:pt x="2015236" y="4572"/>
                  </a:moveTo>
                  <a:lnTo>
                    <a:pt x="2040636" y="4572"/>
                  </a:lnTo>
                  <a:lnTo>
                    <a:pt x="2015236" y="4572"/>
                  </a:lnTo>
                  <a:close/>
                  <a:moveTo>
                    <a:pt x="2066036" y="4572"/>
                  </a:moveTo>
                  <a:lnTo>
                    <a:pt x="2091436" y="4572"/>
                  </a:lnTo>
                  <a:lnTo>
                    <a:pt x="2066036" y="4572"/>
                  </a:lnTo>
                  <a:close/>
                  <a:moveTo>
                    <a:pt x="2116836" y="4572"/>
                  </a:moveTo>
                  <a:lnTo>
                    <a:pt x="2142236" y="4572"/>
                  </a:lnTo>
                  <a:lnTo>
                    <a:pt x="2116836" y="4572"/>
                  </a:lnTo>
                  <a:close/>
                  <a:moveTo>
                    <a:pt x="2167636" y="4572"/>
                  </a:moveTo>
                  <a:lnTo>
                    <a:pt x="2193036" y="4572"/>
                  </a:lnTo>
                  <a:lnTo>
                    <a:pt x="2167636" y="4572"/>
                  </a:lnTo>
                  <a:close/>
                  <a:moveTo>
                    <a:pt x="2218436" y="4572"/>
                  </a:moveTo>
                  <a:lnTo>
                    <a:pt x="2243836" y="4572"/>
                  </a:lnTo>
                  <a:lnTo>
                    <a:pt x="2218436" y="4572"/>
                  </a:lnTo>
                  <a:close/>
                  <a:moveTo>
                    <a:pt x="2269236" y="4572"/>
                  </a:moveTo>
                  <a:lnTo>
                    <a:pt x="2294636" y="4572"/>
                  </a:lnTo>
                  <a:lnTo>
                    <a:pt x="2269236" y="4572"/>
                  </a:lnTo>
                  <a:close/>
                  <a:moveTo>
                    <a:pt x="2320036" y="4572"/>
                  </a:moveTo>
                  <a:lnTo>
                    <a:pt x="2345436" y="4572"/>
                  </a:lnTo>
                  <a:lnTo>
                    <a:pt x="2320036" y="4572"/>
                  </a:lnTo>
                  <a:close/>
                  <a:moveTo>
                    <a:pt x="2370836" y="4572"/>
                  </a:moveTo>
                  <a:lnTo>
                    <a:pt x="2396236" y="4572"/>
                  </a:lnTo>
                  <a:lnTo>
                    <a:pt x="2370836" y="4572"/>
                  </a:lnTo>
                  <a:close/>
                  <a:moveTo>
                    <a:pt x="2421636" y="4572"/>
                  </a:moveTo>
                  <a:lnTo>
                    <a:pt x="2447036" y="4572"/>
                  </a:lnTo>
                  <a:lnTo>
                    <a:pt x="2421636" y="4572"/>
                  </a:lnTo>
                  <a:close/>
                  <a:moveTo>
                    <a:pt x="2472436" y="4572"/>
                  </a:moveTo>
                  <a:lnTo>
                    <a:pt x="2497836" y="4572"/>
                  </a:lnTo>
                  <a:lnTo>
                    <a:pt x="2472436" y="4572"/>
                  </a:lnTo>
                  <a:close/>
                  <a:moveTo>
                    <a:pt x="2523236" y="4572"/>
                  </a:moveTo>
                  <a:lnTo>
                    <a:pt x="2548636" y="4572"/>
                  </a:lnTo>
                  <a:lnTo>
                    <a:pt x="2523236" y="4572"/>
                  </a:lnTo>
                  <a:close/>
                  <a:moveTo>
                    <a:pt x="2574036" y="4572"/>
                  </a:moveTo>
                  <a:lnTo>
                    <a:pt x="2599436" y="4572"/>
                  </a:lnTo>
                  <a:lnTo>
                    <a:pt x="2574036" y="4572"/>
                  </a:lnTo>
                  <a:close/>
                  <a:moveTo>
                    <a:pt x="2624836" y="4572"/>
                  </a:moveTo>
                  <a:lnTo>
                    <a:pt x="2650236" y="4572"/>
                  </a:lnTo>
                  <a:lnTo>
                    <a:pt x="2624836" y="4572"/>
                  </a:lnTo>
                  <a:close/>
                  <a:moveTo>
                    <a:pt x="2675636" y="4572"/>
                  </a:moveTo>
                  <a:lnTo>
                    <a:pt x="2701036" y="4572"/>
                  </a:lnTo>
                  <a:lnTo>
                    <a:pt x="2675636" y="4572"/>
                  </a:lnTo>
                  <a:close/>
                  <a:moveTo>
                    <a:pt x="2726436" y="4572"/>
                  </a:moveTo>
                  <a:lnTo>
                    <a:pt x="2751836" y="4572"/>
                  </a:lnTo>
                  <a:lnTo>
                    <a:pt x="2726436" y="4572"/>
                  </a:lnTo>
                  <a:close/>
                  <a:moveTo>
                    <a:pt x="2777236" y="4572"/>
                  </a:moveTo>
                  <a:lnTo>
                    <a:pt x="2802636" y="4572"/>
                  </a:lnTo>
                  <a:lnTo>
                    <a:pt x="2777236" y="4572"/>
                  </a:lnTo>
                  <a:close/>
                  <a:moveTo>
                    <a:pt x="2828036" y="4572"/>
                  </a:moveTo>
                  <a:lnTo>
                    <a:pt x="2853436" y="4572"/>
                  </a:lnTo>
                  <a:lnTo>
                    <a:pt x="2828036" y="4572"/>
                  </a:lnTo>
                  <a:close/>
                  <a:moveTo>
                    <a:pt x="2878836" y="4572"/>
                  </a:moveTo>
                  <a:lnTo>
                    <a:pt x="2904236" y="4572"/>
                  </a:lnTo>
                  <a:lnTo>
                    <a:pt x="2878836" y="4572"/>
                  </a:lnTo>
                  <a:close/>
                  <a:moveTo>
                    <a:pt x="2929636" y="4572"/>
                  </a:moveTo>
                  <a:lnTo>
                    <a:pt x="2955036" y="4572"/>
                  </a:lnTo>
                  <a:lnTo>
                    <a:pt x="2929636" y="4572"/>
                  </a:lnTo>
                  <a:close/>
                  <a:moveTo>
                    <a:pt x="2980436" y="4572"/>
                  </a:moveTo>
                  <a:lnTo>
                    <a:pt x="3005836" y="4572"/>
                  </a:lnTo>
                  <a:lnTo>
                    <a:pt x="2980436" y="4572"/>
                  </a:lnTo>
                  <a:close/>
                  <a:moveTo>
                    <a:pt x="3031236" y="4572"/>
                  </a:moveTo>
                  <a:lnTo>
                    <a:pt x="3056636" y="4572"/>
                  </a:lnTo>
                  <a:lnTo>
                    <a:pt x="3031236" y="4572"/>
                  </a:lnTo>
                  <a:close/>
                  <a:moveTo>
                    <a:pt x="3082036" y="4572"/>
                  </a:moveTo>
                  <a:lnTo>
                    <a:pt x="3107436" y="4572"/>
                  </a:lnTo>
                  <a:lnTo>
                    <a:pt x="3082036" y="4572"/>
                  </a:lnTo>
                  <a:close/>
                  <a:moveTo>
                    <a:pt x="3132836" y="4572"/>
                  </a:moveTo>
                  <a:lnTo>
                    <a:pt x="3158236" y="4572"/>
                  </a:lnTo>
                  <a:lnTo>
                    <a:pt x="3132836" y="4572"/>
                  </a:lnTo>
                  <a:close/>
                  <a:moveTo>
                    <a:pt x="3183636" y="4572"/>
                  </a:moveTo>
                  <a:lnTo>
                    <a:pt x="3209036" y="4572"/>
                  </a:lnTo>
                  <a:lnTo>
                    <a:pt x="3183636" y="4572"/>
                  </a:lnTo>
                  <a:close/>
                  <a:moveTo>
                    <a:pt x="3234436" y="4572"/>
                  </a:moveTo>
                  <a:lnTo>
                    <a:pt x="3259836" y="4572"/>
                  </a:lnTo>
                  <a:lnTo>
                    <a:pt x="3234436" y="4572"/>
                  </a:lnTo>
                  <a:close/>
                  <a:moveTo>
                    <a:pt x="3285236" y="4572"/>
                  </a:moveTo>
                  <a:lnTo>
                    <a:pt x="3310636" y="4572"/>
                  </a:lnTo>
                  <a:lnTo>
                    <a:pt x="3285236" y="4572"/>
                  </a:lnTo>
                  <a:close/>
                  <a:moveTo>
                    <a:pt x="3336036" y="4572"/>
                  </a:moveTo>
                  <a:lnTo>
                    <a:pt x="3361436" y="4572"/>
                  </a:lnTo>
                  <a:lnTo>
                    <a:pt x="3336036" y="4572"/>
                  </a:lnTo>
                  <a:close/>
                  <a:moveTo>
                    <a:pt x="3386836" y="4572"/>
                  </a:moveTo>
                  <a:lnTo>
                    <a:pt x="3412236" y="4572"/>
                  </a:lnTo>
                  <a:lnTo>
                    <a:pt x="3386836" y="4572"/>
                  </a:lnTo>
                  <a:close/>
                  <a:moveTo>
                    <a:pt x="3437636" y="4572"/>
                  </a:moveTo>
                  <a:lnTo>
                    <a:pt x="3463036" y="4572"/>
                  </a:lnTo>
                  <a:lnTo>
                    <a:pt x="3437636" y="4572"/>
                  </a:lnTo>
                  <a:close/>
                  <a:moveTo>
                    <a:pt x="3488436" y="4572"/>
                  </a:moveTo>
                  <a:lnTo>
                    <a:pt x="3513836" y="4572"/>
                  </a:lnTo>
                  <a:lnTo>
                    <a:pt x="3488436" y="4572"/>
                  </a:lnTo>
                  <a:close/>
                  <a:moveTo>
                    <a:pt x="3539236" y="4572"/>
                  </a:moveTo>
                  <a:lnTo>
                    <a:pt x="3564636" y="4572"/>
                  </a:lnTo>
                  <a:lnTo>
                    <a:pt x="3539236" y="4572"/>
                  </a:lnTo>
                  <a:close/>
                  <a:moveTo>
                    <a:pt x="3590036" y="4572"/>
                  </a:moveTo>
                  <a:lnTo>
                    <a:pt x="3615436" y="4572"/>
                  </a:lnTo>
                  <a:lnTo>
                    <a:pt x="3590036" y="4572"/>
                  </a:lnTo>
                  <a:close/>
                  <a:moveTo>
                    <a:pt x="3640836" y="4572"/>
                  </a:moveTo>
                  <a:lnTo>
                    <a:pt x="3666236" y="4572"/>
                  </a:lnTo>
                  <a:lnTo>
                    <a:pt x="3640836" y="4572"/>
                  </a:lnTo>
                  <a:close/>
                  <a:moveTo>
                    <a:pt x="3691636" y="4572"/>
                  </a:moveTo>
                  <a:lnTo>
                    <a:pt x="3717036" y="4572"/>
                  </a:lnTo>
                  <a:lnTo>
                    <a:pt x="3691636" y="4572"/>
                  </a:lnTo>
                  <a:close/>
                  <a:moveTo>
                    <a:pt x="3742436" y="4572"/>
                  </a:moveTo>
                  <a:lnTo>
                    <a:pt x="3767836" y="4572"/>
                  </a:lnTo>
                  <a:lnTo>
                    <a:pt x="3742436" y="4572"/>
                  </a:lnTo>
                  <a:close/>
                  <a:moveTo>
                    <a:pt x="3793236" y="4572"/>
                  </a:moveTo>
                  <a:lnTo>
                    <a:pt x="3818636" y="4572"/>
                  </a:lnTo>
                  <a:lnTo>
                    <a:pt x="3793236" y="4572"/>
                  </a:lnTo>
                  <a:close/>
                  <a:moveTo>
                    <a:pt x="3844036" y="4572"/>
                  </a:moveTo>
                  <a:lnTo>
                    <a:pt x="3869436" y="4572"/>
                  </a:lnTo>
                  <a:lnTo>
                    <a:pt x="3844036" y="4572"/>
                  </a:lnTo>
                  <a:close/>
                  <a:moveTo>
                    <a:pt x="3894836" y="4572"/>
                  </a:moveTo>
                  <a:lnTo>
                    <a:pt x="3920236" y="4572"/>
                  </a:lnTo>
                  <a:lnTo>
                    <a:pt x="3894836" y="4572"/>
                  </a:lnTo>
                  <a:close/>
                  <a:moveTo>
                    <a:pt x="3945636" y="4572"/>
                  </a:moveTo>
                  <a:lnTo>
                    <a:pt x="3971036" y="4572"/>
                  </a:lnTo>
                  <a:lnTo>
                    <a:pt x="3945636" y="4572"/>
                  </a:lnTo>
                  <a:close/>
                  <a:moveTo>
                    <a:pt x="3996436" y="4572"/>
                  </a:moveTo>
                  <a:lnTo>
                    <a:pt x="4021836" y="4572"/>
                  </a:lnTo>
                  <a:lnTo>
                    <a:pt x="3996436" y="4572"/>
                  </a:lnTo>
                  <a:close/>
                  <a:moveTo>
                    <a:pt x="4047236" y="4572"/>
                  </a:moveTo>
                  <a:lnTo>
                    <a:pt x="4072636" y="4572"/>
                  </a:lnTo>
                  <a:lnTo>
                    <a:pt x="4047236" y="4572"/>
                  </a:lnTo>
                  <a:close/>
                  <a:moveTo>
                    <a:pt x="4098036" y="4572"/>
                  </a:moveTo>
                  <a:lnTo>
                    <a:pt x="4123436" y="4572"/>
                  </a:lnTo>
                  <a:lnTo>
                    <a:pt x="4098036" y="4572"/>
                  </a:lnTo>
                  <a:close/>
                  <a:moveTo>
                    <a:pt x="4148836" y="4572"/>
                  </a:moveTo>
                  <a:lnTo>
                    <a:pt x="4174236" y="4572"/>
                  </a:lnTo>
                  <a:lnTo>
                    <a:pt x="4148836" y="4572"/>
                  </a:lnTo>
                  <a:close/>
                  <a:moveTo>
                    <a:pt x="4199636" y="4572"/>
                  </a:moveTo>
                  <a:lnTo>
                    <a:pt x="4225036" y="4572"/>
                  </a:lnTo>
                  <a:lnTo>
                    <a:pt x="4199636" y="4572"/>
                  </a:lnTo>
                  <a:close/>
                  <a:moveTo>
                    <a:pt x="4250436" y="4572"/>
                  </a:moveTo>
                  <a:lnTo>
                    <a:pt x="4275836" y="4572"/>
                  </a:lnTo>
                  <a:lnTo>
                    <a:pt x="4250436" y="4572"/>
                  </a:lnTo>
                  <a:close/>
                  <a:moveTo>
                    <a:pt x="4301236" y="4572"/>
                  </a:moveTo>
                  <a:lnTo>
                    <a:pt x="4326636" y="4572"/>
                  </a:lnTo>
                  <a:lnTo>
                    <a:pt x="4301236" y="4572"/>
                  </a:lnTo>
                  <a:close/>
                  <a:moveTo>
                    <a:pt x="4352036" y="4572"/>
                  </a:moveTo>
                  <a:lnTo>
                    <a:pt x="4377436" y="4572"/>
                  </a:lnTo>
                  <a:lnTo>
                    <a:pt x="4352036" y="4572"/>
                  </a:lnTo>
                  <a:close/>
                  <a:moveTo>
                    <a:pt x="4402836" y="4572"/>
                  </a:moveTo>
                  <a:lnTo>
                    <a:pt x="4428236" y="4572"/>
                  </a:lnTo>
                  <a:lnTo>
                    <a:pt x="4402836" y="4572"/>
                  </a:lnTo>
                  <a:close/>
                  <a:moveTo>
                    <a:pt x="4453636" y="4572"/>
                  </a:moveTo>
                  <a:lnTo>
                    <a:pt x="4479036" y="4572"/>
                  </a:lnTo>
                  <a:lnTo>
                    <a:pt x="4453636" y="4572"/>
                  </a:lnTo>
                  <a:close/>
                  <a:moveTo>
                    <a:pt x="4504436" y="4572"/>
                  </a:moveTo>
                  <a:lnTo>
                    <a:pt x="4529836" y="4572"/>
                  </a:lnTo>
                  <a:lnTo>
                    <a:pt x="4504436" y="4572"/>
                  </a:lnTo>
                  <a:close/>
                  <a:moveTo>
                    <a:pt x="4555236" y="4572"/>
                  </a:moveTo>
                  <a:lnTo>
                    <a:pt x="4580636" y="4572"/>
                  </a:lnTo>
                  <a:lnTo>
                    <a:pt x="4555236" y="4572"/>
                  </a:lnTo>
                  <a:close/>
                  <a:moveTo>
                    <a:pt x="4606036" y="4572"/>
                  </a:moveTo>
                  <a:lnTo>
                    <a:pt x="4631436" y="4572"/>
                  </a:lnTo>
                  <a:lnTo>
                    <a:pt x="4606036" y="4572"/>
                  </a:lnTo>
                  <a:close/>
                  <a:moveTo>
                    <a:pt x="4656836" y="4572"/>
                  </a:moveTo>
                  <a:lnTo>
                    <a:pt x="4682236" y="4572"/>
                  </a:lnTo>
                  <a:lnTo>
                    <a:pt x="4656836" y="4572"/>
                  </a:lnTo>
                  <a:close/>
                  <a:moveTo>
                    <a:pt x="4707636" y="4572"/>
                  </a:moveTo>
                  <a:lnTo>
                    <a:pt x="4733036" y="4572"/>
                  </a:lnTo>
                  <a:lnTo>
                    <a:pt x="4707636" y="4572"/>
                  </a:lnTo>
                  <a:close/>
                  <a:moveTo>
                    <a:pt x="4758436" y="4572"/>
                  </a:moveTo>
                  <a:lnTo>
                    <a:pt x="4783836" y="4572"/>
                  </a:lnTo>
                  <a:lnTo>
                    <a:pt x="4758436" y="4572"/>
                  </a:lnTo>
                  <a:close/>
                  <a:moveTo>
                    <a:pt x="4809236" y="4572"/>
                  </a:moveTo>
                  <a:lnTo>
                    <a:pt x="4834636" y="4572"/>
                  </a:lnTo>
                  <a:lnTo>
                    <a:pt x="4809236" y="4572"/>
                  </a:lnTo>
                  <a:close/>
                  <a:moveTo>
                    <a:pt x="4860036" y="4572"/>
                  </a:moveTo>
                  <a:lnTo>
                    <a:pt x="4885436" y="4572"/>
                  </a:lnTo>
                  <a:lnTo>
                    <a:pt x="4860036" y="4572"/>
                  </a:lnTo>
                  <a:close/>
                  <a:moveTo>
                    <a:pt x="4910836" y="4572"/>
                  </a:moveTo>
                  <a:lnTo>
                    <a:pt x="4936236" y="4572"/>
                  </a:lnTo>
                  <a:lnTo>
                    <a:pt x="4910836" y="4572"/>
                  </a:lnTo>
                  <a:close/>
                  <a:moveTo>
                    <a:pt x="4961636" y="4572"/>
                  </a:moveTo>
                  <a:lnTo>
                    <a:pt x="4987036" y="4572"/>
                  </a:lnTo>
                  <a:lnTo>
                    <a:pt x="4961636" y="4572"/>
                  </a:lnTo>
                  <a:close/>
                  <a:moveTo>
                    <a:pt x="5012436" y="4572"/>
                  </a:moveTo>
                  <a:lnTo>
                    <a:pt x="5037836" y="4572"/>
                  </a:lnTo>
                  <a:lnTo>
                    <a:pt x="5012436" y="4572"/>
                  </a:lnTo>
                  <a:close/>
                  <a:moveTo>
                    <a:pt x="5063236" y="4572"/>
                  </a:moveTo>
                  <a:lnTo>
                    <a:pt x="5088636" y="4572"/>
                  </a:lnTo>
                  <a:lnTo>
                    <a:pt x="5063236" y="4572"/>
                  </a:lnTo>
                  <a:close/>
                  <a:moveTo>
                    <a:pt x="5114036" y="4572"/>
                  </a:moveTo>
                  <a:lnTo>
                    <a:pt x="5139436" y="4572"/>
                  </a:lnTo>
                  <a:lnTo>
                    <a:pt x="5114036" y="4572"/>
                  </a:lnTo>
                  <a:close/>
                  <a:moveTo>
                    <a:pt x="5164836" y="4572"/>
                  </a:moveTo>
                  <a:lnTo>
                    <a:pt x="5190236" y="4572"/>
                  </a:lnTo>
                  <a:lnTo>
                    <a:pt x="5164836" y="4572"/>
                  </a:lnTo>
                  <a:close/>
                  <a:moveTo>
                    <a:pt x="5215636" y="4572"/>
                  </a:moveTo>
                  <a:lnTo>
                    <a:pt x="5241036" y="4572"/>
                  </a:lnTo>
                  <a:lnTo>
                    <a:pt x="5215636" y="4572"/>
                  </a:lnTo>
                  <a:close/>
                  <a:moveTo>
                    <a:pt x="5266436" y="4572"/>
                  </a:moveTo>
                  <a:lnTo>
                    <a:pt x="5291836" y="4572"/>
                  </a:lnTo>
                  <a:lnTo>
                    <a:pt x="5266436" y="4572"/>
                  </a:lnTo>
                  <a:close/>
                  <a:moveTo>
                    <a:pt x="5317236" y="4572"/>
                  </a:moveTo>
                  <a:lnTo>
                    <a:pt x="5342636" y="4572"/>
                  </a:lnTo>
                  <a:lnTo>
                    <a:pt x="5317236" y="4572"/>
                  </a:lnTo>
                  <a:close/>
                  <a:moveTo>
                    <a:pt x="5368036" y="4572"/>
                  </a:moveTo>
                  <a:lnTo>
                    <a:pt x="5393436" y="4572"/>
                  </a:lnTo>
                  <a:lnTo>
                    <a:pt x="5368036" y="4572"/>
                  </a:lnTo>
                  <a:close/>
                  <a:moveTo>
                    <a:pt x="5418836" y="4572"/>
                  </a:moveTo>
                  <a:lnTo>
                    <a:pt x="5444236" y="4572"/>
                  </a:lnTo>
                  <a:lnTo>
                    <a:pt x="5418836" y="4572"/>
                  </a:lnTo>
                  <a:close/>
                  <a:moveTo>
                    <a:pt x="5469636" y="4572"/>
                  </a:moveTo>
                  <a:lnTo>
                    <a:pt x="5495036" y="4572"/>
                  </a:lnTo>
                  <a:lnTo>
                    <a:pt x="5469636" y="4572"/>
                  </a:lnTo>
                  <a:close/>
                  <a:moveTo>
                    <a:pt x="5520436" y="4572"/>
                  </a:moveTo>
                  <a:lnTo>
                    <a:pt x="5545836" y="4572"/>
                  </a:lnTo>
                  <a:lnTo>
                    <a:pt x="5520436" y="4572"/>
                  </a:lnTo>
                  <a:close/>
                  <a:moveTo>
                    <a:pt x="5571236" y="4572"/>
                  </a:moveTo>
                  <a:lnTo>
                    <a:pt x="5596636" y="4572"/>
                  </a:lnTo>
                  <a:lnTo>
                    <a:pt x="5571236" y="4572"/>
                  </a:lnTo>
                  <a:close/>
                  <a:moveTo>
                    <a:pt x="5622036" y="4572"/>
                  </a:moveTo>
                  <a:lnTo>
                    <a:pt x="5647436" y="4572"/>
                  </a:lnTo>
                  <a:lnTo>
                    <a:pt x="5622036" y="4572"/>
                  </a:lnTo>
                  <a:close/>
                  <a:moveTo>
                    <a:pt x="5672836" y="4572"/>
                  </a:moveTo>
                  <a:lnTo>
                    <a:pt x="5698236" y="4572"/>
                  </a:lnTo>
                  <a:lnTo>
                    <a:pt x="5672836" y="4572"/>
                  </a:lnTo>
                  <a:close/>
                  <a:moveTo>
                    <a:pt x="5723636" y="4572"/>
                  </a:moveTo>
                  <a:lnTo>
                    <a:pt x="5749036" y="4572"/>
                  </a:lnTo>
                  <a:lnTo>
                    <a:pt x="5723636" y="4572"/>
                  </a:lnTo>
                  <a:close/>
                  <a:moveTo>
                    <a:pt x="5774436" y="4572"/>
                  </a:moveTo>
                  <a:lnTo>
                    <a:pt x="5799836" y="4572"/>
                  </a:lnTo>
                  <a:lnTo>
                    <a:pt x="5774436" y="4572"/>
                  </a:lnTo>
                  <a:close/>
                  <a:moveTo>
                    <a:pt x="5825236" y="4572"/>
                  </a:moveTo>
                  <a:lnTo>
                    <a:pt x="5850636" y="4572"/>
                  </a:lnTo>
                  <a:lnTo>
                    <a:pt x="5825236" y="4572"/>
                  </a:lnTo>
                  <a:close/>
                  <a:moveTo>
                    <a:pt x="5876036" y="4572"/>
                  </a:moveTo>
                  <a:lnTo>
                    <a:pt x="5901436" y="4572"/>
                  </a:lnTo>
                  <a:lnTo>
                    <a:pt x="5876036" y="4572"/>
                  </a:lnTo>
                  <a:close/>
                  <a:moveTo>
                    <a:pt x="5926836" y="4572"/>
                  </a:moveTo>
                  <a:lnTo>
                    <a:pt x="5952236" y="4572"/>
                  </a:lnTo>
                  <a:lnTo>
                    <a:pt x="5926836" y="4572"/>
                  </a:lnTo>
                  <a:close/>
                  <a:moveTo>
                    <a:pt x="5977636" y="4572"/>
                  </a:moveTo>
                  <a:lnTo>
                    <a:pt x="6003036" y="4572"/>
                  </a:lnTo>
                  <a:lnTo>
                    <a:pt x="5977636" y="4572"/>
                  </a:lnTo>
                  <a:close/>
                  <a:moveTo>
                    <a:pt x="6028436" y="4572"/>
                  </a:moveTo>
                  <a:lnTo>
                    <a:pt x="6053836" y="4572"/>
                  </a:lnTo>
                  <a:lnTo>
                    <a:pt x="6028436" y="4572"/>
                  </a:lnTo>
                  <a:close/>
                  <a:moveTo>
                    <a:pt x="6079236" y="4572"/>
                  </a:moveTo>
                  <a:lnTo>
                    <a:pt x="6104636" y="4572"/>
                  </a:lnTo>
                  <a:lnTo>
                    <a:pt x="6079236" y="4572"/>
                  </a:lnTo>
                  <a:close/>
                  <a:moveTo>
                    <a:pt x="6130036" y="4572"/>
                  </a:moveTo>
                  <a:lnTo>
                    <a:pt x="6155436" y="4572"/>
                  </a:lnTo>
                  <a:lnTo>
                    <a:pt x="6130036" y="4572"/>
                  </a:lnTo>
                  <a:close/>
                  <a:moveTo>
                    <a:pt x="6180836" y="4572"/>
                  </a:moveTo>
                  <a:lnTo>
                    <a:pt x="6206236" y="4572"/>
                  </a:lnTo>
                  <a:lnTo>
                    <a:pt x="6180836" y="4572"/>
                  </a:lnTo>
                  <a:close/>
                  <a:moveTo>
                    <a:pt x="6231636" y="4572"/>
                  </a:moveTo>
                  <a:lnTo>
                    <a:pt x="6257036" y="4572"/>
                  </a:lnTo>
                  <a:lnTo>
                    <a:pt x="6231636" y="4572"/>
                  </a:lnTo>
                  <a:close/>
                  <a:moveTo>
                    <a:pt x="6282436" y="4572"/>
                  </a:moveTo>
                  <a:lnTo>
                    <a:pt x="6307836" y="4572"/>
                  </a:lnTo>
                  <a:lnTo>
                    <a:pt x="6282436" y="4572"/>
                  </a:lnTo>
                  <a:close/>
                  <a:moveTo>
                    <a:pt x="6333236" y="4572"/>
                  </a:moveTo>
                  <a:lnTo>
                    <a:pt x="6358636" y="4572"/>
                  </a:lnTo>
                  <a:lnTo>
                    <a:pt x="6333236" y="4572"/>
                  </a:lnTo>
                  <a:close/>
                  <a:moveTo>
                    <a:pt x="6384036" y="4572"/>
                  </a:moveTo>
                  <a:lnTo>
                    <a:pt x="6409436" y="4572"/>
                  </a:lnTo>
                  <a:lnTo>
                    <a:pt x="6384036" y="4572"/>
                  </a:lnTo>
                  <a:close/>
                  <a:moveTo>
                    <a:pt x="6434836" y="4572"/>
                  </a:moveTo>
                  <a:lnTo>
                    <a:pt x="6460236" y="4572"/>
                  </a:lnTo>
                  <a:lnTo>
                    <a:pt x="6434836" y="4572"/>
                  </a:lnTo>
                  <a:close/>
                  <a:moveTo>
                    <a:pt x="6485636" y="4572"/>
                  </a:moveTo>
                  <a:lnTo>
                    <a:pt x="6511036" y="4572"/>
                  </a:lnTo>
                  <a:lnTo>
                    <a:pt x="6485636" y="4572"/>
                  </a:lnTo>
                  <a:close/>
                  <a:moveTo>
                    <a:pt x="6536436" y="4572"/>
                  </a:moveTo>
                  <a:lnTo>
                    <a:pt x="6561836" y="4572"/>
                  </a:lnTo>
                  <a:lnTo>
                    <a:pt x="6536436" y="4572"/>
                  </a:lnTo>
                  <a:close/>
                  <a:moveTo>
                    <a:pt x="6587236" y="4572"/>
                  </a:moveTo>
                  <a:lnTo>
                    <a:pt x="6612636" y="4572"/>
                  </a:lnTo>
                  <a:lnTo>
                    <a:pt x="6587236" y="4572"/>
                  </a:lnTo>
                  <a:close/>
                  <a:moveTo>
                    <a:pt x="6638036" y="4572"/>
                  </a:moveTo>
                  <a:lnTo>
                    <a:pt x="6663436" y="4572"/>
                  </a:lnTo>
                  <a:lnTo>
                    <a:pt x="6638036" y="4572"/>
                  </a:lnTo>
                  <a:close/>
                  <a:moveTo>
                    <a:pt x="6688836" y="4572"/>
                  </a:moveTo>
                  <a:lnTo>
                    <a:pt x="6714236" y="4572"/>
                  </a:lnTo>
                  <a:lnTo>
                    <a:pt x="6688836" y="4572"/>
                  </a:lnTo>
                  <a:close/>
                  <a:moveTo>
                    <a:pt x="6739636" y="4572"/>
                  </a:moveTo>
                  <a:lnTo>
                    <a:pt x="6765036" y="4572"/>
                  </a:lnTo>
                  <a:lnTo>
                    <a:pt x="6739636" y="4572"/>
                  </a:lnTo>
                  <a:close/>
                  <a:moveTo>
                    <a:pt x="6790436" y="4572"/>
                  </a:moveTo>
                  <a:lnTo>
                    <a:pt x="6815836" y="4572"/>
                  </a:lnTo>
                  <a:lnTo>
                    <a:pt x="6790436" y="4572"/>
                  </a:lnTo>
                  <a:close/>
                  <a:moveTo>
                    <a:pt x="6841236" y="4572"/>
                  </a:moveTo>
                  <a:lnTo>
                    <a:pt x="6866636" y="4572"/>
                  </a:lnTo>
                  <a:lnTo>
                    <a:pt x="6841236" y="4572"/>
                  </a:lnTo>
                  <a:close/>
                  <a:moveTo>
                    <a:pt x="6892036" y="4572"/>
                  </a:moveTo>
                  <a:lnTo>
                    <a:pt x="6917436" y="4572"/>
                  </a:lnTo>
                  <a:lnTo>
                    <a:pt x="6892036" y="4572"/>
                  </a:lnTo>
                  <a:close/>
                  <a:moveTo>
                    <a:pt x="6942836" y="4572"/>
                  </a:moveTo>
                  <a:lnTo>
                    <a:pt x="6968236" y="4572"/>
                  </a:lnTo>
                  <a:lnTo>
                    <a:pt x="6942836" y="4572"/>
                  </a:lnTo>
                  <a:close/>
                  <a:moveTo>
                    <a:pt x="6993636" y="4572"/>
                  </a:moveTo>
                  <a:lnTo>
                    <a:pt x="7019036" y="4572"/>
                  </a:lnTo>
                  <a:lnTo>
                    <a:pt x="6993636" y="4572"/>
                  </a:lnTo>
                  <a:close/>
                  <a:moveTo>
                    <a:pt x="7044436" y="4572"/>
                  </a:moveTo>
                  <a:lnTo>
                    <a:pt x="7069836" y="4572"/>
                  </a:lnTo>
                  <a:lnTo>
                    <a:pt x="7044436" y="4572"/>
                  </a:lnTo>
                  <a:close/>
                  <a:moveTo>
                    <a:pt x="7095236" y="4572"/>
                  </a:moveTo>
                  <a:lnTo>
                    <a:pt x="7120636" y="4572"/>
                  </a:lnTo>
                  <a:lnTo>
                    <a:pt x="7095236" y="4572"/>
                  </a:lnTo>
                  <a:close/>
                  <a:moveTo>
                    <a:pt x="7146036" y="4572"/>
                  </a:moveTo>
                  <a:lnTo>
                    <a:pt x="7171436" y="4572"/>
                  </a:lnTo>
                  <a:lnTo>
                    <a:pt x="7146036" y="4572"/>
                  </a:lnTo>
                  <a:close/>
                  <a:moveTo>
                    <a:pt x="7196836" y="4572"/>
                  </a:moveTo>
                  <a:lnTo>
                    <a:pt x="7222236" y="4572"/>
                  </a:lnTo>
                  <a:lnTo>
                    <a:pt x="7196836" y="4572"/>
                  </a:lnTo>
                  <a:close/>
                  <a:moveTo>
                    <a:pt x="7247636" y="4572"/>
                  </a:moveTo>
                  <a:lnTo>
                    <a:pt x="7273036" y="4572"/>
                  </a:lnTo>
                  <a:lnTo>
                    <a:pt x="7247636" y="4572"/>
                  </a:lnTo>
                  <a:close/>
                  <a:moveTo>
                    <a:pt x="7298436" y="4572"/>
                  </a:moveTo>
                  <a:lnTo>
                    <a:pt x="7323836" y="4572"/>
                  </a:lnTo>
                  <a:lnTo>
                    <a:pt x="7298436" y="4572"/>
                  </a:lnTo>
                  <a:close/>
                  <a:moveTo>
                    <a:pt x="7349236" y="4572"/>
                  </a:moveTo>
                  <a:lnTo>
                    <a:pt x="7374636" y="4572"/>
                  </a:lnTo>
                  <a:lnTo>
                    <a:pt x="7349236" y="4572"/>
                  </a:lnTo>
                  <a:close/>
                  <a:moveTo>
                    <a:pt x="7400036" y="4572"/>
                  </a:moveTo>
                  <a:lnTo>
                    <a:pt x="7425436" y="4572"/>
                  </a:lnTo>
                  <a:lnTo>
                    <a:pt x="7400036" y="4572"/>
                  </a:lnTo>
                  <a:close/>
                  <a:moveTo>
                    <a:pt x="7450836" y="4572"/>
                  </a:moveTo>
                  <a:lnTo>
                    <a:pt x="7476236" y="4572"/>
                  </a:lnTo>
                  <a:lnTo>
                    <a:pt x="7450836" y="4572"/>
                  </a:lnTo>
                  <a:close/>
                  <a:moveTo>
                    <a:pt x="7501636" y="4572"/>
                  </a:moveTo>
                  <a:lnTo>
                    <a:pt x="7527036" y="4572"/>
                  </a:lnTo>
                  <a:lnTo>
                    <a:pt x="7501636" y="4572"/>
                  </a:lnTo>
                  <a:close/>
                  <a:moveTo>
                    <a:pt x="7552436" y="4572"/>
                  </a:moveTo>
                  <a:lnTo>
                    <a:pt x="7577836" y="4572"/>
                  </a:lnTo>
                  <a:lnTo>
                    <a:pt x="7552436" y="4572"/>
                  </a:lnTo>
                  <a:close/>
                  <a:moveTo>
                    <a:pt x="7603236" y="4572"/>
                  </a:moveTo>
                  <a:lnTo>
                    <a:pt x="7628636" y="4572"/>
                  </a:lnTo>
                  <a:lnTo>
                    <a:pt x="7603236" y="4572"/>
                  </a:lnTo>
                  <a:close/>
                  <a:moveTo>
                    <a:pt x="7654036" y="4572"/>
                  </a:moveTo>
                  <a:lnTo>
                    <a:pt x="7679436" y="4572"/>
                  </a:lnTo>
                  <a:lnTo>
                    <a:pt x="7654036" y="4572"/>
                  </a:lnTo>
                  <a:close/>
                  <a:moveTo>
                    <a:pt x="7704836" y="4572"/>
                  </a:moveTo>
                  <a:lnTo>
                    <a:pt x="7730236" y="4572"/>
                  </a:lnTo>
                  <a:lnTo>
                    <a:pt x="7704836" y="4572"/>
                  </a:lnTo>
                  <a:close/>
                  <a:moveTo>
                    <a:pt x="7755636" y="4572"/>
                  </a:moveTo>
                  <a:lnTo>
                    <a:pt x="7781036" y="4572"/>
                  </a:lnTo>
                  <a:lnTo>
                    <a:pt x="7755636" y="4572"/>
                  </a:lnTo>
                  <a:close/>
                  <a:moveTo>
                    <a:pt x="7806436" y="4572"/>
                  </a:moveTo>
                  <a:lnTo>
                    <a:pt x="7831836" y="4572"/>
                  </a:lnTo>
                  <a:lnTo>
                    <a:pt x="7806436" y="4572"/>
                  </a:lnTo>
                  <a:close/>
                  <a:moveTo>
                    <a:pt x="7857236" y="4572"/>
                  </a:moveTo>
                  <a:lnTo>
                    <a:pt x="7882636" y="4572"/>
                  </a:lnTo>
                  <a:lnTo>
                    <a:pt x="7857236" y="4572"/>
                  </a:lnTo>
                  <a:close/>
                  <a:moveTo>
                    <a:pt x="7908036" y="4572"/>
                  </a:moveTo>
                  <a:lnTo>
                    <a:pt x="7933436" y="4572"/>
                  </a:lnTo>
                  <a:lnTo>
                    <a:pt x="7908036" y="4572"/>
                  </a:lnTo>
                  <a:close/>
                  <a:moveTo>
                    <a:pt x="7958836" y="4572"/>
                  </a:moveTo>
                  <a:lnTo>
                    <a:pt x="7984236" y="4572"/>
                  </a:lnTo>
                  <a:lnTo>
                    <a:pt x="7958836" y="4572"/>
                  </a:lnTo>
                  <a:close/>
                  <a:moveTo>
                    <a:pt x="8009636" y="4572"/>
                  </a:moveTo>
                  <a:lnTo>
                    <a:pt x="8035036" y="4572"/>
                  </a:lnTo>
                  <a:lnTo>
                    <a:pt x="8009636" y="4572"/>
                  </a:lnTo>
                  <a:close/>
                  <a:moveTo>
                    <a:pt x="8060436" y="4572"/>
                  </a:moveTo>
                  <a:lnTo>
                    <a:pt x="8085836" y="4572"/>
                  </a:lnTo>
                  <a:lnTo>
                    <a:pt x="8060436" y="4572"/>
                  </a:lnTo>
                  <a:close/>
                  <a:moveTo>
                    <a:pt x="8111236" y="4572"/>
                  </a:moveTo>
                  <a:lnTo>
                    <a:pt x="8136636" y="4572"/>
                  </a:lnTo>
                  <a:lnTo>
                    <a:pt x="8111236" y="4572"/>
                  </a:lnTo>
                  <a:close/>
                  <a:moveTo>
                    <a:pt x="8162036" y="4572"/>
                  </a:moveTo>
                  <a:lnTo>
                    <a:pt x="8187436" y="4572"/>
                  </a:lnTo>
                  <a:lnTo>
                    <a:pt x="8162036" y="4572"/>
                  </a:lnTo>
                  <a:close/>
                  <a:moveTo>
                    <a:pt x="8212836" y="4572"/>
                  </a:moveTo>
                  <a:lnTo>
                    <a:pt x="8238236" y="4572"/>
                  </a:lnTo>
                  <a:lnTo>
                    <a:pt x="8212836" y="4572"/>
                  </a:lnTo>
                  <a:close/>
                  <a:moveTo>
                    <a:pt x="8263636" y="4572"/>
                  </a:moveTo>
                  <a:lnTo>
                    <a:pt x="8289036" y="4572"/>
                  </a:lnTo>
                  <a:lnTo>
                    <a:pt x="8263636" y="4572"/>
                  </a:lnTo>
                  <a:close/>
                  <a:moveTo>
                    <a:pt x="8314436" y="4572"/>
                  </a:moveTo>
                  <a:lnTo>
                    <a:pt x="8339836" y="4572"/>
                  </a:lnTo>
                  <a:lnTo>
                    <a:pt x="8314436" y="4572"/>
                  </a:lnTo>
                  <a:close/>
                  <a:moveTo>
                    <a:pt x="8365236" y="4572"/>
                  </a:moveTo>
                  <a:lnTo>
                    <a:pt x="8390636" y="4572"/>
                  </a:lnTo>
                  <a:lnTo>
                    <a:pt x="8365236" y="4572"/>
                  </a:lnTo>
                  <a:close/>
                  <a:moveTo>
                    <a:pt x="8416036" y="4572"/>
                  </a:moveTo>
                  <a:lnTo>
                    <a:pt x="8441436" y="4572"/>
                  </a:lnTo>
                  <a:lnTo>
                    <a:pt x="8416036" y="4572"/>
                  </a:lnTo>
                  <a:close/>
                  <a:moveTo>
                    <a:pt x="8466836" y="4572"/>
                  </a:moveTo>
                  <a:lnTo>
                    <a:pt x="8492236" y="4572"/>
                  </a:lnTo>
                  <a:lnTo>
                    <a:pt x="8466836" y="4572"/>
                  </a:lnTo>
                  <a:close/>
                  <a:moveTo>
                    <a:pt x="8517636" y="4572"/>
                  </a:moveTo>
                  <a:lnTo>
                    <a:pt x="8543036" y="4572"/>
                  </a:lnTo>
                  <a:lnTo>
                    <a:pt x="8517636" y="4572"/>
                  </a:lnTo>
                  <a:close/>
                  <a:moveTo>
                    <a:pt x="8568436" y="4572"/>
                  </a:moveTo>
                  <a:lnTo>
                    <a:pt x="8593836" y="4572"/>
                  </a:lnTo>
                  <a:lnTo>
                    <a:pt x="8568436" y="4572"/>
                  </a:lnTo>
                  <a:close/>
                  <a:moveTo>
                    <a:pt x="8619236" y="4572"/>
                  </a:moveTo>
                  <a:lnTo>
                    <a:pt x="8644636" y="4572"/>
                  </a:lnTo>
                  <a:lnTo>
                    <a:pt x="8619236" y="4572"/>
                  </a:lnTo>
                  <a:close/>
                  <a:moveTo>
                    <a:pt x="8670036" y="4572"/>
                  </a:moveTo>
                  <a:lnTo>
                    <a:pt x="8695436" y="4572"/>
                  </a:lnTo>
                  <a:lnTo>
                    <a:pt x="8670036" y="4572"/>
                  </a:lnTo>
                  <a:close/>
                  <a:moveTo>
                    <a:pt x="8720836" y="4572"/>
                  </a:moveTo>
                  <a:lnTo>
                    <a:pt x="8746236" y="4572"/>
                  </a:lnTo>
                  <a:lnTo>
                    <a:pt x="8720836" y="4572"/>
                  </a:lnTo>
                  <a:close/>
                  <a:moveTo>
                    <a:pt x="8771636" y="4572"/>
                  </a:moveTo>
                  <a:lnTo>
                    <a:pt x="8797036" y="4572"/>
                  </a:lnTo>
                  <a:lnTo>
                    <a:pt x="8771636" y="4572"/>
                  </a:lnTo>
                  <a:close/>
                  <a:moveTo>
                    <a:pt x="8822436" y="4572"/>
                  </a:moveTo>
                  <a:lnTo>
                    <a:pt x="8847836" y="4572"/>
                  </a:lnTo>
                  <a:lnTo>
                    <a:pt x="8822436" y="4572"/>
                  </a:lnTo>
                  <a:close/>
                  <a:moveTo>
                    <a:pt x="8873236" y="4572"/>
                  </a:moveTo>
                  <a:lnTo>
                    <a:pt x="8898636" y="4572"/>
                  </a:lnTo>
                  <a:lnTo>
                    <a:pt x="8873236" y="4572"/>
                  </a:lnTo>
                  <a:close/>
                  <a:moveTo>
                    <a:pt x="8924036" y="4572"/>
                  </a:moveTo>
                  <a:lnTo>
                    <a:pt x="8949436" y="4572"/>
                  </a:lnTo>
                  <a:lnTo>
                    <a:pt x="8924036" y="4572"/>
                  </a:lnTo>
                  <a:close/>
                  <a:moveTo>
                    <a:pt x="8974836" y="4572"/>
                  </a:moveTo>
                  <a:lnTo>
                    <a:pt x="9000236" y="4572"/>
                  </a:lnTo>
                  <a:lnTo>
                    <a:pt x="8974836" y="4572"/>
                  </a:lnTo>
                  <a:close/>
                  <a:moveTo>
                    <a:pt x="9025636" y="4572"/>
                  </a:moveTo>
                  <a:lnTo>
                    <a:pt x="9051036" y="4572"/>
                  </a:lnTo>
                  <a:lnTo>
                    <a:pt x="9025636" y="4572"/>
                  </a:lnTo>
                  <a:close/>
                  <a:moveTo>
                    <a:pt x="9076436" y="4572"/>
                  </a:moveTo>
                  <a:lnTo>
                    <a:pt x="9101836" y="4572"/>
                  </a:lnTo>
                  <a:lnTo>
                    <a:pt x="9076436" y="4572"/>
                  </a:lnTo>
                  <a:close/>
                  <a:moveTo>
                    <a:pt x="9127236" y="4572"/>
                  </a:moveTo>
                  <a:lnTo>
                    <a:pt x="9152636" y="4572"/>
                  </a:lnTo>
                  <a:lnTo>
                    <a:pt x="9127236" y="4572"/>
                  </a:lnTo>
                  <a:close/>
                  <a:moveTo>
                    <a:pt x="9178036" y="4572"/>
                  </a:moveTo>
                  <a:lnTo>
                    <a:pt x="9203436" y="4572"/>
                  </a:lnTo>
                  <a:lnTo>
                    <a:pt x="9178036" y="4572"/>
                  </a:lnTo>
                  <a:close/>
                  <a:moveTo>
                    <a:pt x="9228836" y="4572"/>
                  </a:moveTo>
                  <a:lnTo>
                    <a:pt x="9254236" y="4572"/>
                  </a:lnTo>
                  <a:lnTo>
                    <a:pt x="9228836" y="4572"/>
                  </a:lnTo>
                  <a:close/>
                  <a:moveTo>
                    <a:pt x="9279636" y="4572"/>
                  </a:moveTo>
                  <a:lnTo>
                    <a:pt x="9305036" y="4572"/>
                  </a:lnTo>
                  <a:lnTo>
                    <a:pt x="9279636" y="4572"/>
                  </a:lnTo>
                  <a:close/>
                  <a:moveTo>
                    <a:pt x="9330436" y="4572"/>
                  </a:moveTo>
                  <a:lnTo>
                    <a:pt x="9355836" y="4572"/>
                  </a:lnTo>
                  <a:lnTo>
                    <a:pt x="9330436" y="4572"/>
                  </a:lnTo>
                  <a:close/>
                  <a:moveTo>
                    <a:pt x="9381236" y="4572"/>
                  </a:moveTo>
                  <a:lnTo>
                    <a:pt x="9406636" y="4572"/>
                  </a:lnTo>
                  <a:lnTo>
                    <a:pt x="9381236" y="4572"/>
                  </a:lnTo>
                  <a:close/>
                  <a:moveTo>
                    <a:pt x="9432036" y="4572"/>
                  </a:moveTo>
                  <a:lnTo>
                    <a:pt x="9457436" y="4572"/>
                  </a:lnTo>
                  <a:lnTo>
                    <a:pt x="9432036" y="4572"/>
                  </a:lnTo>
                  <a:close/>
                  <a:moveTo>
                    <a:pt x="9482836" y="4572"/>
                  </a:moveTo>
                  <a:lnTo>
                    <a:pt x="9508236" y="4572"/>
                  </a:lnTo>
                  <a:lnTo>
                    <a:pt x="9482836" y="4572"/>
                  </a:lnTo>
                  <a:close/>
                  <a:moveTo>
                    <a:pt x="9533636" y="4572"/>
                  </a:moveTo>
                  <a:lnTo>
                    <a:pt x="9559036" y="4572"/>
                  </a:lnTo>
                  <a:lnTo>
                    <a:pt x="9533636" y="4572"/>
                  </a:lnTo>
                  <a:close/>
                  <a:moveTo>
                    <a:pt x="9584436" y="4572"/>
                  </a:moveTo>
                  <a:lnTo>
                    <a:pt x="9609836" y="4572"/>
                  </a:lnTo>
                  <a:lnTo>
                    <a:pt x="9584436" y="4572"/>
                  </a:lnTo>
                  <a:close/>
                  <a:moveTo>
                    <a:pt x="9635236" y="4572"/>
                  </a:moveTo>
                  <a:lnTo>
                    <a:pt x="9660636" y="4572"/>
                  </a:lnTo>
                  <a:lnTo>
                    <a:pt x="9635236" y="4572"/>
                  </a:lnTo>
                  <a:close/>
                  <a:moveTo>
                    <a:pt x="9686036" y="4572"/>
                  </a:moveTo>
                  <a:lnTo>
                    <a:pt x="9711436" y="4572"/>
                  </a:lnTo>
                  <a:lnTo>
                    <a:pt x="9686036" y="4572"/>
                  </a:lnTo>
                  <a:close/>
                  <a:moveTo>
                    <a:pt x="9736836" y="4572"/>
                  </a:moveTo>
                  <a:lnTo>
                    <a:pt x="9762236" y="4572"/>
                  </a:lnTo>
                  <a:lnTo>
                    <a:pt x="9736836" y="4572"/>
                  </a:lnTo>
                  <a:close/>
                  <a:moveTo>
                    <a:pt x="9787636" y="4572"/>
                  </a:moveTo>
                  <a:lnTo>
                    <a:pt x="9813036" y="4572"/>
                  </a:lnTo>
                  <a:lnTo>
                    <a:pt x="9787636" y="4572"/>
                  </a:lnTo>
                  <a:close/>
                  <a:moveTo>
                    <a:pt x="9838436" y="4572"/>
                  </a:moveTo>
                  <a:lnTo>
                    <a:pt x="9863836" y="4572"/>
                  </a:lnTo>
                  <a:lnTo>
                    <a:pt x="9838436" y="4572"/>
                  </a:lnTo>
                  <a:close/>
                  <a:moveTo>
                    <a:pt x="9889236" y="4572"/>
                  </a:moveTo>
                  <a:lnTo>
                    <a:pt x="9914636" y="4572"/>
                  </a:lnTo>
                  <a:lnTo>
                    <a:pt x="9889236" y="4572"/>
                  </a:lnTo>
                  <a:close/>
                  <a:moveTo>
                    <a:pt x="9940036" y="4572"/>
                  </a:moveTo>
                  <a:lnTo>
                    <a:pt x="9965436" y="4572"/>
                  </a:lnTo>
                  <a:lnTo>
                    <a:pt x="9940036" y="4572"/>
                  </a:lnTo>
                  <a:close/>
                  <a:moveTo>
                    <a:pt x="9990836" y="4572"/>
                  </a:moveTo>
                  <a:lnTo>
                    <a:pt x="10016236" y="4572"/>
                  </a:lnTo>
                  <a:lnTo>
                    <a:pt x="9990836" y="4572"/>
                  </a:lnTo>
                  <a:close/>
                  <a:moveTo>
                    <a:pt x="10041636" y="4572"/>
                  </a:moveTo>
                  <a:lnTo>
                    <a:pt x="10067036" y="4572"/>
                  </a:lnTo>
                  <a:lnTo>
                    <a:pt x="10041636" y="4572"/>
                  </a:lnTo>
                  <a:close/>
                  <a:moveTo>
                    <a:pt x="10092436" y="4572"/>
                  </a:moveTo>
                  <a:lnTo>
                    <a:pt x="10117836" y="4572"/>
                  </a:lnTo>
                  <a:lnTo>
                    <a:pt x="10092436" y="4572"/>
                  </a:lnTo>
                  <a:close/>
                  <a:moveTo>
                    <a:pt x="10143236" y="4572"/>
                  </a:moveTo>
                  <a:lnTo>
                    <a:pt x="10168636" y="4572"/>
                  </a:lnTo>
                  <a:lnTo>
                    <a:pt x="10143236" y="4572"/>
                  </a:lnTo>
                  <a:close/>
                  <a:moveTo>
                    <a:pt x="10194036" y="4572"/>
                  </a:moveTo>
                  <a:lnTo>
                    <a:pt x="10219436" y="4572"/>
                  </a:lnTo>
                  <a:lnTo>
                    <a:pt x="10194036" y="4572"/>
                  </a:lnTo>
                  <a:close/>
                  <a:moveTo>
                    <a:pt x="10244836" y="4572"/>
                  </a:moveTo>
                  <a:lnTo>
                    <a:pt x="10270236" y="4572"/>
                  </a:lnTo>
                  <a:lnTo>
                    <a:pt x="10244836" y="4572"/>
                  </a:lnTo>
                  <a:close/>
                  <a:moveTo>
                    <a:pt x="10295636" y="4572"/>
                  </a:moveTo>
                  <a:lnTo>
                    <a:pt x="10321036" y="4572"/>
                  </a:lnTo>
                  <a:lnTo>
                    <a:pt x="10295636" y="4572"/>
                  </a:lnTo>
                  <a:close/>
                  <a:moveTo>
                    <a:pt x="10335768" y="19812"/>
                  </a:moveTo>
                  <a:lnTo>
                    <a:pt x="10335768" y="45212"/>
                  </a:lnTo>
                  <a:lnTo>
                    <a:pt x="10331196" y="45212"/>
                  </a:lnTo>
                  <a:lnTo>
                    <a:pt x="10331196" y="19812"/>
                  </a:lnTo>
                  <a:close/>
                  <a:moveTo>
                    <a:pt x="10331196" y="70612"/>
                  </a:moveTo>
                  <a:lnTo>
                    <a:pt x="10331196" y="96012"/>
                  </a:lnTo>
                  <a:lnTo>
                    <a:pt x="10326624" y="96012"/>
                  </a:lnTo>
                  <a:lnTo>
                    <a:pt x="10326624" y="70612"/>
                  </a:lnTo>
                  <a:close/>
                  <a:moveTo>
                    <a:pt x="10326624" y="121412"/>
                  </a:moveTo>
                  <a:lnTo>
                    <a:pt x="10326624" y="146812"/>
                  </a:lnTo>
                  <a:lnTo>
                    <a:pt x="10322052" y="146812"/>
                  </a:lnTo>
                  <a:lnTo>
                    <a:pt x="10322052" y="121412"/>
                  </a:lnTo>
                  <a:close/>
                  <a:moveTo>
                    <a:pt x="10322052" y="172212"/>
                  </a:moveTo>
                  <a:lnTo>
                    <a:pt x="10322052" y="197612"/>
                  </a:lnTo>
                  <a:lnTo>
                    <a:pt x="10317480" y="197612"/>
                  </a:lnTo>
                  <a:lnTo>
                    <a:pt x="10317480" y="172212"/>
                  </a:lnTo>
                  <a:close/>
                  <a:moveTo>
                    <a:pt x="10317480" y="223012"/>
                  </a:moveTo>
                  <a:lnTo>
                    <a:pt x="10317480" y="248412"/>
                  </a:lnTo>
                  <a:lnTo>
                    <a:pt x="10312908" y="248412"/>
                  </a:lnTo>
                  <a:lnTo>
                    <a:pt x="10312908" y="223012"/>
                  </a:lnTo>
                  <a:close/>
                  <a:moveTo>
                    <a:pt x="10312908" y="273812"/>
                  </a:moveTo>
                  <a:lnTo>
                    <a:pt x="10312908" y="299212"/>
                  </a:lnTo>
                  <a:lnTo>
                    <a:pt x="10308336" y="299212"/>
                  </a:lnTo>
                  <a:lnTo>
                    <a:pt x="10308336" y="273812"/>
                  </a:lnTo>
                  <a:close/>
                  <a:moveTo>
                    <a:pt x="10308336" y="324612"/>
                  </a:moveTo>
                  <a:lnTo>
                    <a:pt x="10308336" y="350012"/>
                  </a:lnTo>
                  <a:lnTo>
                    <a:pt x="10303764" y="350012"/>
                  </a:lnTo>
                  <a:lnTo>
                    <a:pt x="10303764" y="324612"/>
                  </a:lnTo>
                  <a:close/>
                  <a:moveTo>
                    <a:pt x="10303764" y="375412"/>
                  </a:moveTo>
                  <a:lnTo>
                    <a:pt x="10303764" y="400812"/>
                  </a:lnTo>
                  <a:lnTo>
                    <a:pt x="10299192" y="400812"/>
                  </a:lnTo>
                  <a:lnTo>
                    <a:pt x="10299192" y="375412"/>
                  </a:lnTo>
                  <a:close/>
                  <a:moveTo>
                    <a:pt x="10299192" y="426212"/>
                  </a:moveTo>
                  <a:lnTo>
                    <a:pt x="10299192" y="451612"/>
                  </a:lnTo>
                  <a:lnTo>
                    <a:pt x="10294620" y="451612"/>
                  </a:lnTo>
                  <a:lnTo>
                    <a:pt x="10294620" y="426212"/>
                  </a:lnTo>
                  <a:close/>
                  <a:moveTo>
                    <a:pt x="10294620" y="477012"/>
                  </a:moveTo>
                  <a:lnTo>
                    <a:pt x="10294620" y="502412"/>
                  </a:lnTo>
                  <a:lnTo>
                    <a:pt x="10290048" y="502412"/>
                  </a:lnTo>
                  <a:lnTo>
                    <a:pt x="10290048" y="477012"/>
                  </a:lnTo>
                  <a:close/>
                  <a:moveTo>
                    <a:pt x="10290048" y="527812"/>
                  </a:moveTo>
                  <a:lnTo>
                    <a:pt x="10290048" y="553212"/>
                  </a:lnTo>
                  <a:lnTo>
                    <a:pt x="10285476" y="553212"/>
                  </a:lnTo>
                  <a:lnTo>
                    <a:pt x="10285476" y="527812"/>
                  </a:lnTo>
                  <a:close/>
                  <a:moveTo>
                    <a:pt x="10285476" y="578612"/>
                  </a:moveTo>
                  <a:lnTo>
                    <a:pt x="10285476" y="604012"/>
                  </a:lnTo>
                  <a:lnTo>
                    <a:pt x="10280904" y="604012"/>
                  </a:lnTo>
                  <a:lnTo>
                    <a:pt x="10280904" y="578612"/>
                  </a:lnTo>
                  <a:close/>
                  <a:moveTo>
                    <a:pt x="10280904" y="629412"/>
                  </a:moveTo>
                  <a:lnTo>
                    <a:pt x="10280904" y="654812"/>
                  </a:lnTo>
                  <a:lnTo>
                    <a:pt x="10276332" y="654812"/>
                  </a:lnTo>
                  <a:lnTo>
                    <a:pt x="10276332" y="629412"/>
                  </a:lnTo>
                  <a:close/>
                  <a:moveTo>
                    <a:pt x="10276332" y="680212"/>
                  </a:moveTo>
                  <a:lnTo>
                    <a:pt x="10276332" y="705612"/>
                  </a:lnTo>
                  <a:lnTo>
                    <a:pt x="10271760" y="705612"/>
                  </a:lnTo>
                  <a:lnTo>
                    <a:pt x="10271760" y="680212"/>
                  </a:lnTo>
                  <a:close/>
                  <a:moveTo>
                    <a:pt x="10271760" y="731012"/>
                  </a:moveTo>
                  <a:lnTo>
                    <a:pt x="10271760" y="756412"/>
                  </a:lnTo>
                  <a:lnTo>
                    <a:pt x="10267188" y="756412"/>
                  </a:lnTo>
                  <a:lnTo>
                    <a:pt x="10267188" y="731012"/>
                  </a:lnTo>
                  <a:close/>
                  <a:moveTo>
                    <a:pt x="10267188" y="781812"/>
                  </a:moveTo>
                  <a:lnTo>
                    <a:pt x="10267188" y="807212"/>
                  </a:lnTo>
                  <a:lnTo>
                    <a:pt x="10262616" y="807212"/>
                  </a:lnTo>
                  <a:lnTo>
                    <a:pt x="10262616" y="781812"/>
                  </a:lnTo>
                  <a:close/>
                  <a:moveTo>
                    <a:pt x="10262616" y="832612"/>
                  </a:moveTo>
                  <a:lnTo>
                    <a:pt x="10262616" y="858012"/>
                  </a:lnTo>
                  <a:lnTo>
                    <a:pt x="10258044" y="858012"/>
                  </a:lnTo>
                  <a:lnTo>
                    <a:pt x="10258044" y="832612"/>
                  </a:lnTo>
                  <a:close/>
                  <a:moveTo>
                    <a:pt x="10258044" y="883412"/>
                  </a:moveTo>
                  <a:lnTo>
                    <a:pt x="10258044" y="908812"/>
                  </a:lnTo>
                  <a:lnTo>
                    <a:pt x="10253472" y="908812"/>
                  </a:lnTo>
                  <a:lnTo>
                    <a:pt x="10253472" y="883412"/>
                  </a:lnTo>
                  <a:close/>
                  <a:moveTo>
                    <a:pt x="10253472" y="934212"/>
                  </a:moveTo>
                  <a:lnTo>
                    <a:pt x="10253472" y="959612"/>
                  </a:lnTo>
                  <a:lnTo>
                    <a:pt x="10248900" y="959612"/>
                  </a:lnTo>
                  <a:lnTo>
                    <a:pt x="10248900" y="934212"/>
                  </a:lnTo>
                  <a:close/>
                  <a:moveTo>
                    <a:pt x="10248900" y="985012"/>
                  </a:moveTo>
                  <a:lnTo>
                    <a:pt x="10248900" y="1010412"/>
                  </a:lnTo>
                  <a:lnTo>
                    <a:pt x="10244328" y="1010412"/>
                  </a:lnTo>
                  <a:lnTo>
                    <a:pt x="10244328" y="985012"/>
                  </a:lnTo>
                  <a:close/>
                  <a:moveTo>
                    <a:pt x="10244328" y="1035812"/>
                  </a:moveTo>
                  <a:lnTo>
                    <a:pt x="10244328" y="1061212"/>
                  </a:lnTo>
                  <a:lnTo>
                    <a:pt x="10239756" y="1061212"/>
                  </a:lnTo>
                  <a:lnTo>
                    <a:pt x="10239756" y="1035812"/>
                  </a:lnTo>
                  <a:close/>
                  <a:moveTo>
                    <a:pt x="10239756" y="1086612"/>
                  </a:moveTo>
                  <a:lnTo>
                    <a:pt x="10239756" y="1112012"/>
                  </a:lnTo>
                  <a:lnTo>
                    <a:pt x="10235184" y="1112012"/>
                  </a:lnTo>
                  <a:lnTo>
                    <a:pt x="10235184" y="1086612"/>
                  </a:lnTo>
                  <a:close/>
                  <a:moveTo>
                    <a:pt x="10235184" y="1137412"/>
                  </a:moveTo>
                  <a:lnTo>
                    <a:pt x="10235184" y="1162812"/>
                  </a:lnTo>
                  <a:lnTo>
                    <a:pt x="10230612" y="1162812"/>
                  </a:lnTo>
                  <a:lnTo>
                    <a:pt x="10230612" y="1137412"/>
                  </a:lnTo>
                  <a:close/>
                  <a:moveTo>
                    <a:pt x="10230612" y="1188212"/>
                  </a:moveTo>
                  <a:lnTo>
                    <a:pt x="10230612" y="1200658"/>
                  </a:lnTo>
                  <a:cubicBezTo>
                    <a:pt x="10230612" y="1201928"/>
                    <a:pt x="10229596" y="1202944"/>
                    <a:pt x="10228326" y="1202944"/>
                  </a:cubicBezTo>
                  <a:lnTo>
                    <a:pt x="10215372" y="1202944"/>
                  </a:lnTo>
                  <a:lnTo>
                    <a:pt x="10215372" y="1193800"/>
                  </a:lnTo>
                  <a:lnTo>
                    <a:pt x="10228326" y="1193800"/>
                  </a:lnTo>
                  <a:lnTo>
                    <a:pt x="10228326" y="1196086"/>
                  </a:lnTo>
                  <a:lnTo>
                    <a:pt x="10226040" y="1196086"/>
                  </a:lnTo>
                  <a:lnTo>
                    <a:pt x="10226040" y="1183640"/>
                  </a:lnTo>
                  <a:close/>
                  <a:moveTo>
                    <a:pt x="10185400" y="1198372"/>
                  </a:moveTo>
                  <a:lnTo>
                    <a:pt x="10160000" y="1198372"/>
                  </a:lnTo>
                  <a:lnTo>
                    <a:pt x="10160000" y="1193800"/>
                  </a:lnTo>
                  <a:lnTo>
                    <a:pt x="10185400" y="1193800"/>
                  </a:lnTo>
                  <a:close/>
                  <a:moveTo>
                    <a:pt x="10134600" y="1193800"/>
                  </a:moveTo>
                  <a:lnTo>
                    <a:pt x="10109200" y="1193800"/>
                  </a:lnTo>
                  <a:lnTo>
                    <a:pt x="10134600" y="1193800"/>
                  </a:lnTo>
                  <a:close/>
                  <a:moveTo>
                    <a:pt x="10083800" y="1193800"/>
                  </a:moveTo>
                  <a:lnTo>
                    <a:pt x="10058400" y="1193800"/>
                  </a:lnTo>
                  <a:lnTo>
                    <a:pt x="10083800" y="1193800"/>
                  </a:lnTo>
                  <a:close/>
                  <a:moveTo>
                    <a:pt x="10033000" y="1193800"/>
                  </a:moveTo>
                  <a:lnTo>
                    <a:pt x="10007600" y="1193800"/>
                  </a:lnTo>
                  <a:lnTo>
                    <a:pt x="10033000" y="1193800"/>
                  </a:lnTo>
                  <a:close/>
                  <a:moveTo>
                    <a:pt x="9982200" y="1193800"/>
                  </a:moveTo>
                  <a:lnTo>
                    <a:pt x="9956800" y="1193800"/>
                  </a:lnTo>
                  <a:lnTo>
                    <a:pt x="9982200" y="1193800"/>
                  </a:lnTo>
                  <a:close/>
                  <a:moveTo>
                    <a:pt x="9931400" y="1193800"/>
                  </a:moveTo>
                  <a:lnTo>
                    <a:pt x="9906000" y="1193800"/>
                  </a:lnTo>
                  <a:lnTo>
                    <a:pt x="9931400" y="1193800"/>
                  </a:lnTo>
                  <a:close/>
                  <a:moveTo>
                    <a:pt x="9880600" y="1193800"/>
                  </a:moveTo>
                  <a:lnTo>
                    <a:pt x="9855200" y="1193800"/>
                  </a:lnTo>
                  <a:lnTo>
                    <a:pt x="9880600" y="1193800"/>
                  </a:lnTo>
                  <a:close/>
                  <a:moveTo>
                    <a:pt x="9829800" y="1193800"/>
                  </a:moveTo>
                  <a:lnTo>
                    <a:pt x="9804400" y="1193800"/>
                  </a:lnTo>
                  <a:lnTo>
                    <a:pt x="9829800" y="1193800"/>
                  </a:lnTo>
                  <a:close/>
                  <a:moveTo>
                    <a:pt x="9779000" y="1193800"/>
                  </a:moveTo>
                  <a:lnTo>
                    <a:pt x="9753600" y="1193800"/>
                  </a:lnTo>
                  <a:lnTo>
                    <a:pt x="9779000" y="1193800"/>
                  </a:lnTo>
                  <a:close/>
                  <a:moveTo>
                    <a:pt x="9728200" y="1193800"/>
                  </a:moveTo>
                  <a:lnTo>
                    <a:pt x="9702800" y="1193800"/>
                  </a:lnTo>
                  <a:lnTo>
                    <a:pt x="9728200" y="1193800"/>
                  </a:lnTo>
                  <a:close/>
                  <a:moveTo>
                    <a:pt x="9677400" y="1193800"/>
                  </a:moveTo>
                  <a:lnTo>
                    <a:pt x="9652000" y="1193800"/>
                  </a:lnTo>
                  <a:lnTo>
                    <a:pt x="9677400" y="1193800"/>
                  </a:lnTo>
                  <a:close/>
                  <a:moveTo>
                    <a:pt x="9626600" y="1193800"/>
                  </a:moveTo>
                  <a:lnTo>
                    <a:pt x="9601200" y="1193800"/>
                  </a:lnTo>
                  <a:lnTo>
                    <a:pt x="9626600" y="1193800"/>
                  </a:lnTo>
                  <a:close/>
                  <a:moveTo>
                    <a:pt x="9575800" y="1193800"/>
                  </a:moveTo>
                  <a:lnTo>
                    <a:pt x="9550400" y="1193800"/>
                  </a:lnTo>
                  <a:lnTo>
                    <a:pt x="9575800" y="1193800"/>
                  </a:lnTo>
                  <a:close/>
                  <a:moveTo>
                    <a:pt x="9525000" y="1193800"/>
                  </a:moveTo>
                  <a:lnTo>
                    <a:pt x="9499600" y="1193800"/>
                  </a:lnTo>
                  <a:lnTo>
                    <a:pt x="9525000" y="1193800"/>
                  </a:lnTo>
                  <a:close/>
                  <a:moveTo>
                    <a:pt x="9474200" y="1193800"/>
                  </a:moveTo>
                  <a:lnTo>
                    <a:pt x="9448800" y="1193800"/>
                  </a:lnTo>
                  <a:lnTo>
                    <a:pt x="9474200" y="1193800"/>
                  </a:lnTo>
                  <a:close/>
                  <a:moveTo>
                    <a:pt x="9423400" y="1193800"/>
                  </a:moveTo>
                  <a:lnTo>
                    <a:pt x="9398000" y="1193800"/>
                  </a:lnTo>
                  <a:lnTo>
                    <a:pt x="9423400" y="1193800"/>
                  </a:lnTo>
                  <a:close/>
                  <a:moveTo>
                    <a:pt x="9372600" y="1193800"/>
                  </a:moveTo>
                  <a:lnTo>
                    <a:pt x="9347200" y="1193800"/>
                  </a:lnTo>
                  <a:lnTo>
                    <a:pt x="9372600" y="1193800"/>
                  </a:lnTo>
                  <a:close/>
                  <a:moveTo>
                    <a:pt x="9321800" y="1193800"/>
                  </a:moveTo>
                  <a:lnTo>
                    <a:pt x="9296400" y="1193800"/>
                  </a:lnTo>
                  <a:lnTo>
                    <a:pt x="9321800" y="1193800"/>
                  </a:lnTo>
                  <a:close/>
                  <a:moveTo>
                    <a:pt x="9271000" y="1193800"/>
                  </a:moveTo>
                  <a:lnTo>
                    <a:pt x="9245600" y="1193800"/>
                  </a:lnTo>
                  <a:lnTo>
                    <a:pt x="9271000" y="1193800"/>
                  </a:lnTo>
                  <a:close/>
                  <a:moveTo>
                    <a:pt x="9220200" y="1193800"/>
                  </a:moveTo>
                  <a:lnTo>
                    <a:pt x="9194800" y="1193800"/>
                  </a:lnTo>
                  <a:lnTo>
                    <a:pt x="9220200" y="1193800"/>
                  </a:lnTo>
                  <a:close/>
                  <a:moveTo>
                    <a:pt x="9169400" y="1193800"/>
                  </a:moveTo>
                  <a:lnTo>
                    <a:pt x="9144000" y="1193800"/>
                  </a:lnTo>
                  <a:lnTo>
                    <a:pt x="9169400" y="1193800"/>
                  </a:lnTo>
                  <a:close/>
                  <a:moveTo>
                    <a:pt x="9118600" y="1193800"/>
                  </a:moveTo>
                  <a:lnTo>
                    <a:pt x="9093200" y="1193800"/>
                  </a:lnTo>
                  <a:lnTo>
                    <a:pt x="9118600" y="1193800"/>
                  </a:lnTo>
                  <a:close/>
                  <a:moveTo>
                    <a:pt x="9067800" y="1193800"/>
                  </a:moveTo>
                  <a:lnTo>
                    <a:pt x="9042400" y="1193800"/>
                  </a:lnTo>
                  <a:lnTo>
                    <a:pt x="9067800" y="1193800"/>
                  </a:lnTo>
                  <a:close/>
                  <a:moveTo>
                    <a:pt x="9017000" y="1193800"/>
                  </a:moveTo>
                  <a:lnTo>
                    <a:pt x="8991600" y="1193800"/>
                  </a:lnTo>
                  <a:lnTo>
                    <a:pt x="9017000" y="1193800"/>
                  </a:lnTo>
                  <a:close/>
                  <a:moveTo>
                    <a:pt x="8966200" y="1193800"/>
                  </a:moveTo>
                  <a:lnTo>
                    <a:pt x="8940800" y="1193800"/>
                  </a:lnTo>
                  <a:lnTo>
                    <a:pt x="8966200" y="1193800"/>
                  </a:lnTo>
                  <a:close/>
                  <a:moveTo>
                    <a:pt x="8915400" y="1193800"/>
                  </a:moveTo>
                  <a:lnTo>
                    <a:pt x="8890000" y="1193800"/>
                  </a:lnTo>
                  <a:lnTo>
                    <a:pt x="8915400" y="1193800"/>
                  </a:lnTo>
                  <a:close/>
                  <a:moveTo>
                    <a:pt x="8864600" y="1193800"/>
                  </a:moveTo>
                  <a:lnTo>
                    <a:pt x="8839200" y="1193800"/>
                  </a:lnTo>
                  <a:lnTo>
                    <a:pt x="8864600" y="1193800"/>
                  </a:lnTo>
                  <a:close/>
                  <a:moveTo>
                    <a:pt x="8813800" y="1193800"/>
                  </a:moveTo>
                  <a:lnTo>
                    <a:pt x="8788400" y="1193800"/>
                  </a:lnTo>
                  <a:lnTo>
                    <a:pt x="8813800" y="1193800"/>
                  </a:lnTo>
                  <a:close/>
                  <a:moveTo>
                    <a:pt x="8763000" y="1193800"/>
                  </a:moveTo>
                  <a:lnTo>
                    <a:pt x="8737600" y="1193800"/>
                  </a:lnTo>
                  <a:lnTo>
                    <a:pt x="8763000" y="1193800"/>
                  </a:lnTo>
                  <a:close/>
                  <a:moveTo>
                    <a:pt x="8712200" y="1193800"/>
                  </a:moveTo>
                  <a:lnTo>
                    <a:pt x="8686800" y="1193800"/>
                  </a:lnTo>
                  <a:lnTo>
                    <a:pt x="8712200" y="1193800"/>
                  </a:lnTo>
                  <a:close/>
                  <a:moveTo>
                    <a:pt x="8661400" y="1193800"/>
                  </a:moveTo>
                  <a:lnTo>
                    <a:pt x="8636000" y="1193800"/>
                  </a:lnTo>
                  <a:lnTo>
                    <a:pt x="8661400" y="1193800"/>
                  </a:lnTo>
                  <a:close/>
                  <a:moveTo>
                    <a:pt x="8610600" y="1193800"/>
                  </a:moveTo>
                  <a:lnTo>
                    <a:pt x="8585200" y="1193800"/>
                  </a:lnTo>
                  <a:lnTo>
                    <a:pt x="8610600" y="1193800"/>
                  </a:lnTo>
                  <a:close/>
                  <a:moveTo>
                    <a:pt x="8559800" y="1193800"/>
                  </a:moveTo>
                  <a:lnTo>
                    <a:pt x="8534400" y="1193800"/>
                  </a:lnTo>
                  <a:lnTo>
                    <a:pt x="8559800" y="1193800"/>
                  </a:lnTo>
                  <a:close/>
                  <a:moveTo>
                    <a:pt x="8509000" y="1193800"/>
                  </a:moveTo>
                  <a:lnTo>
                    <a:pt x="8483600" y="1193800"/>
                  </a:lnTo>
                  <a:lnTo>
                    <a:pt x="8509000" y="1193800"/>
                  </a:lnTo>
                  <a:close/>
                  <a:moveTo>
                    <a:pt x="8458200" y="1193800"/>
                  </a:moveTo>
                  <a:lnTo>
                    <a:pt x="8432800" y="1193800"/>
                  </a:lnTo>
                  <a:lnTo>
                    <a:pt x="8458200" y="1193800"/>
                  </a:lnTo>
                  <a:close/>
                  <a:moveTo>
                    <a:pt x="8407400" y="1193800"/>
                  </a:moveTo>
                  <a:lnTo>
                    <a:pt x="8382000" y="1193800"/>
                  </a:lnTo>
                  <a:lnTo>
                    <a:pt x="8407400" y="1193800"/>
                  </a:lnTo>
                  <a:close/>
                  <a:moveTo>
                    <a:pt x="8356600" y="1193800"/>
                  </a:moveTo>
                  <a:lnTo>
                    <a:pt x="8331200" y="1193800"/>
                  </a:lnTo>
                  <a:lnTo>
                    <a:pt x="8356600" y="1193800"/>
                  </a:lnTo>
                  <a:close/>
                  <a:moveTo>
                    <a:pt x="8305800" y="1193800"/>
                  </a:moveTo>
                  <a:lnTo>
                    <a:pt x="8280400" y="1193800"/>
                  </a:lnTo>
                  <a:lnTo>
                    <a:pt x="8305800" y="1193800"/>
                  </a:lnTo>
                  <a:close/>
                  <a:moveTo>
                    <a:pt x="8255000" y="1193800"/>
                  </a:moveTo>
                  <a:lnTo>
                    <a:pt x="8229600" y="1193800"/>
                  </a:lnTo>
                  <a:lnTo>
                    <a:pt x="8255000" y="1193800"/>
                  </a:lnTo>
                  <a:close/>
                  <a:moveTo>
                    <a:pt x="8204200" y="1193800"/>
                  </a:moveTo>
                  <a:lnTo>
                    <a:pt x="8178800" y="1193800"/>
                  </a:lnTo>
                  <a:lnTo>
                    <a:pt x="8204200" y="1193800"/>
                  </a:lnTo>
                  <a:close/>
                  <a:moveTo>
                    <a:pt x="8153400" y="1193800"/>
                  </a:moveTo>
                  <a:lnTo>
                    <a:pt x="8128000" y="1193800"/>
                  </a:lnTo>
                  <a:lnTo>
                    <a:pt x="8153400" y="1193800"/>
                  </a:lnTo>
                  <a:close/>
                  <a:moveTo>
                    <a:pt x="8102600" y="1193800"/>
                  </a:moveTo>
                  <a:lnTo>
                    <a:pt x="8077200" y="1193800"/>
                  </a:lnTo>
                  <a:lnTo>
                    <a:pt x="8102600" y="1193800"/>
                  </a:lnTo>
                  <a:close/>
                  <a:moveTo>
                    <a:pt x="8051800" y="1193800"/>
                  </a:moveTo>
                  <a:lnTo>
                    <a:pt x="8026400" y="1193800"/>
                  </a:lnTo>
                  <a:lnTo>
                    <a:pt x="8051800" y="1193800"/>
                  </a:lnTo>
                  <a:close/>
                  <a:moveTo>
                    <a:pt x="8001000" y="1193800"/>
                  </a:moveTo>
                  <a:lnTo>
                    <a:pt x="7975600" y="1193800"/>
                  </a:lnTo>
                  <a:lnTo>
                    <a:pt x="8001000" y="1193800"/>
                  </a:lnTo>
                  <a:close/>
                  <a:moveTo>
                    <a:pt x="7950200" y="1193800"/>
                  </a:moveTo>
                  <a:lnTo>
                    <a:pt x="7924800" y="1193800"/>
                  </a:lnTo>
                  <a:lnTo>
                    <a:pt x="7950200" y="1193800"/>
                  </a:lnTo>
                  <a:close/>
                  <a:moveTo>
                    <a:pt x="7899400" y="1193800"/>
                  </a:moveTo>
                  <a:lnTo>
                    <a:pt x="7874000" y="1193800"/>
                  </a:lnTo>
                  <a:lnTo>
                    <a:pt x="7899400" y="1193800"/>
                  </a:lnTo>
                  <a:close/>
                  <a:moveTo>
                    <a:pt x="7848600" y="1193800"/>
                  </a:moveTo>
                  <a:lnTo>
                    <a:pt x="7823200" y="1193800"/>
                  </a:lnTo>
                  <a:lnTo>
                    <a:pt x="7848600" y="1193800"/>
                  </a:lnTo>
                  <a:close/>
                  <a:moveTo>
                    <a:pt x="7797800" y="1193800"/>
                  </a:moveTo>
                  <a:lnTo>
                    <a:pt x="7772400" y="1193800"/>
                  </a:lnTo>
                  <a:lnTo>
                    <a:pt x="7797800" y="1193800"/>
                  </a:lnTo>
                  <a:close/>
                  <a:moveTo>
                    <a:pt x="7747000" y="1193800"/>
                  </a:moveTo>
                  <a:lnTo>
                    <a:pt x="7721600" y="1193800"/>
                  </a:lnTo>
                  <a:lnTo>
                    <a:pt x="7747000" y="1193800"/>
                  </a:lnTo>
                  <a:close/>
                  <a:moveTo>
                    <a:pt x="7696200" y="1193800"/>
                  </a:moveTo>
                  <a:lnTo>
                    <a:pt x="7670800" y="1193800"/>
                  </a:lnTo>
                  <a:lnTo>
                    <a:pt x="7696200" y="1193800"/>
                  </a:lnTo>
                  <a:close/>
                  <a:moveTo>
                    <a:pt x="7645400" y="1193800"/>
                  </a:moveTo>
                  <a:lnTo>
                    <a:pt x="7620000" y="1193800"/>
                  </a:lnTo>
                  <a:lnTo>
                    <a:pt x="7645400" y="1193800"/>
                  </a:lnTo>
                  <a:close/>
                  <a:moveTo>
                    <a:pt x="7594600" y="1193800"/>
                  </a:moveTo>
                  <a:lnTo>
                    <a:pt x="7569200" y="1193800"/>
                  </a:lnTo>
                  <a:lnTo>
                    <a:pt x="7594600" y="1193800"/>
                  </a:lnTo>
                  <a:close/>
                  <a:moveTo>
                    <a:pt x="7543800" y="1193800"/>
                  </a:moveTo>
                  <a:lnTo>
                    <a:pt x="7518400" y="1193800"/>
                  </a:lnTo>
                  <a:lnTo>
                    <a:pt x="7543800" y="1193800"/>
                  </a:lnTo>
                  <a:close/>
                  <a:moveTo>
                    <a:pt x="7493000" y="1193800"/>
                  </a:moveTo>
                  <a:lnTo>
                    <a:pt x="7467600" y="1193800"/>
                  </a:lnTo>
                  <a:lnTo>
                    <a:pt x="7493000" y="1193800"/>
                  </a:lnTo>
                  <a:close/>
                  <a:moveTo>
                    <a:pt x="7442200" y="1193800"/>
                  </a:moveTo>
                  <a:lnTo>
                    <a:pt x="7416800" y="1193800"/>
                  </a:lnTo>
                  <a:lnTo>
                    <a:pt x="7442200" y="1193800"/>
                  </a:lnTo>
                  <a:close/>
                  <a:moveTo>
                    <a:pt x="7391400" y="1193800"/>
                  </a:moveTo>
                  <a:lnTo>
                    <a:pt x="7366000" y="1193800"/>
                  </a:lnTo>
                  <a:lnTo>
                    <a:pt x="7391400" y="1193800"/>
                  </a:lnTo>
                  <a:close/>
                  <a:moveTo>
                    <a:pt x="7340600" y="1193800"/>
                  </a:moveTo>
                  <a:lnTo>
                    <a:pt x="7315200" y="1193800"/>
                  </a:lnTo>
                  <a:lnTo>
                    <a:pt x="7340600" y="1193800"/>
                  </a:lnTo>
                  <a:close/>
                  <a:moveTo>
                    <a:pt x="7289800" y="1193800"/>
                  </a:moveTo>
                  <a:lnTo>
                    <a:pt x="7264400" y="1193800"/>
                  </a:lnTo>
                  <a:lnTo>
                    <a:pt x="7289800" y="1193800"/>
                  </a:lnTo>
                  <a:close/>
                  <a:moveTo>
                    <a:pt x="7239000" y="1193800"/>
                  </a:moveTo>
                  <a:lnTo>
                    <a:pt x="7213600" y="1193800"/>
                  </a:lnTo>
                  <a:lnTo>
                    <a:pt x="7239000" y="1193800"/>
                  </a:lnTo>
                  <a:close/>
                  <a:moveTo>
                    <a:pt x="7188200" y="1193800"/>
                  </a:moveTo>
                  <a:lnTo>
                    <a:pt x="7162800" y="1193800"/>
                  </a:lnTo>
                  <a:lnTo>
                    <a:pt x="7188200" y="1193800"/>
                  </a:lnTo>
                  <a:close/>
                  <a:moveTo>
                    <a:pt x="7137400" y="1193800"/>
                  </a:moveTo>
                  <a:lnTo>
                    <a:pt x="7112000" y="1193800"/>
                  </a:lnTo>
                  <a:lnTo>
                    <a:pt x="7137400" y="1193800"/>
                  </a:lnTo>
                  <a:close/>
                  <a:moveTo>
                    <a:pt x="7086600" y="1193800"/>
                  </a:moveTo>
                  <a:lnTo>
                    <a:pt x="7061200" y="1193800"/>
                  </a:lnTo>
                  <a:lnTo>
                    <a:pt x="7086600" y="1193800"/>
                  </a:lnTo>
                  <a:close/>
                  <a:moveTo>
                    <a:pt x="7035800" y="1193800"/>
                  </a:moveTo>
                  <a:lnTo>
                    <a:pt x="7010400" y="1193800"/>
                  </a:lnTo>
                  <a:lnTo>
                    <a:pt x="7035800" y="1193800"/>
                  </a:lnTo>
                  <a:close/>
                  <a:moveTo>
                    <a:pt x="6985000" y="1193800"/>
                  </a:moveTo>
                  <a:lnTo>
                    <a:pt x="6959600" y="1193800"/>
                  </a:lnTo>
                  <a:lnTo>
                    <a:pt x="6985000" y="1193800"/>
                  </a:lnTo>
                  <a:close/>
                  <a:moveTo>
                    <a:pt x="6934200" y="1193800"/>
                  </a:moveTo>
                  <a:lnTo>
                    <a:pt x="6908800" y="1193800"/>
                  </a:lnTo>
                  <a:lnTo>
                    <a:pt x="6934200" y="1193800"/>
                  </a:lnTo>
                  <a:close/>
                  <a:moveTo>
                    <a:pt x="6883400" y="1193800"/>
                  </a:moveTo>
                  <a:lnTo>
                    <a:pt x="6858000" y="1193800"/>
                  </a:lnTo>
                  <a:lnTo>
                    <a:pt x="6883400" y="1193800"/>
                  </a:lnTo>
                  <a:close/>
                  <a:moveTo>
                    <a:pt x="6832600" y="1193800"/>
                  </a:moveTo>
                  <a:lnTo>
                    <a:pt x="6807200" y="1193800"/>
                  </a:lnTo>
                  <a:lnTo>
                    <a:pt x="6832600" y="1193800"/>
                  </a:lnTo>
                  <a:close/>
                  <a:moveTo>
                    <a:pt x="6781800" y="1193800"/>
                  </a:moveTo>
                  <a:lnTo>
                    <a:pt x="6756400" y="1193800"/>
                  </a:lnTo>
                  <a:lnTo>
                    <a:pt x="6781800" y="1193800"/>
                  </a:lnTo>
                  <a:close/>
                  <a:moveTo>
                    <a:pt x="6731000" y="1193800"/>
                  </a:moveTo>
                  <a:lnTo>
                    <a:pt x="6705600" y="1193800"/>
                  </a:lnTo>
                  <a:lnTo>
                    <a:pt x="6731000" y="1193800"/>
                  </a:lnTo>
                  <a:close/>
                  <a:moveTo>
                    <a:pt x="6680200" y="1193800"/>
                  </a:moveTo>
                  <a:lnTo>
                    <a:pt x="6654800" y="1193800"/>
                  </a:lnTo>
                  <a:lnTo>
                    <a:pt x="6680200" y="1193800"/>
                  </a:lnTo>
                  <a:close/>
                  <a:moveTo>
                    <a:pt x="6629400" y="1193800"/>
                  </a:moveTo>
                  <a:lnTo>
                    <a:pt x="6604000" y="1193800"/>
                  </a:lnTo>
                  <a:lnTo>
                    <a:pt x="6629400" y="1193800"/>
                  </a:lnTo>
                  <a:close/>
                  <a:moveTo>
                    <a:pt x="6578600" y="1193800"/>
                  </a:moveTo>
                  <a:lnTo>
                    <a:pt x="6553200" y="1193800"/>
                  </a:lnTo>
                  <a:lnTo>
                    <a:pt x="6578600" y="1193800"/>
                  </a:lnTo>
                  <a:close/>
                  <a:moveTo>
                    <a:pt x="6527800" y="1193800"/>
                  </a:moveTo>
                  <a:lnTo>
                    <a:pt x="6502400" y="1193800"/>
                  </a:lnTo>
                  <a:lnTo>
                    <a:pt x="6527800" y="1193800"/>
                  </a:lnTo>
                  <a:close/>
                  <a:moveTo>
                    <a:pt x="6477000" y="1193800"/>
                  </a:moveTo>
                  <a:lnTo>
                    <a:pt x="6451600" y="1193800"/>
                  </a:lnTo>
                  <a:lnTo>
                    <a:pt x="6477000" y="1193800"/>
                  </a:lnTo>
                  <a:close/>
                  <a:moveTo>
                    <a:pt x="6426200" y="1193800"/>
                  </a:moveTo>
                  <a:lnTo>
                    <a:pt x="6400800" y="1193800"/>
                  </a:lnTo>
                  <a:lnTo>
                    <a:pt x="6426200" y="1193800"/>
                  </a:lnTo>
                  <a:close/>
                  <a:moveTo>
                    <a:pt x="6375400" y="1193800"/>
                  </a:moveTo>
                  <a:lnTo>
                    <a:pt x="6350000" y="1193800"/>
                  </a:lnTo>
                  <a:lnTo>
                    <a:pt x="6375400" y="1193800"/>
                  </a:lnTo>
                  <a:close/>
                  <a:moveTo>
                    <a:pt x="6324600" y="1193800"/>
                  </a:moveTo>
                  <a:lnTo>
                    <a:pt x="6299200" y="1193800"/>
                  </a:lnTo>
                  <a:lnTo>
                    <a:pt x="6324600" y="1193800"/>
                  </a:lnTo>
                  <a:close/>
                  <a:moveTo>
                    <a:pt x="6273800" y="1193800"/>
                  </a:moveTo>
                  <a:lnTo>
                    <a:pt x="6248400" y="1193800"/>
                  </a:lnTo>
                  <a:lnTo>
                    <a:pt x="6273800" y="1193800"/>
                  </a:lnTo>
                  <a:close/>
                  <a:moveTo>
                    <a:pt x="6223000" y="1193800"/>
                  </a:moveTo>
                  <a:lnTo>
                    <a:pt x="6197600" y="1193800"/>
                  </a:lnTo>
                  <a:lnTo>
                    <a:pt x="6223000" y="1193800"/>
                  </a:lnTo>
                  <a:close/>
                  <a:moveTo>
                    <a:pt x="6172200" y="1193800"/>
                  </a:moveTo>
                  <a:lnTo>
                    <a:pt x="6146800" y="1193800"/>
                  </a:lnTo>
                  <a:lnTo>
                    <a:pt x="6172200" y="1193800"/>
                  </a:lnTo>
                  <a:close/>
                  <a:moveTo>
                    <a:pt x="6121400" y="1193800"/>
                  </a:moveTo>
                  <a:lnTo>
                    <a:pt x="6096000" y="1193800"/>
                  </a:lnTo>
                  <a:lnTo>
                    <a:pt x="6121400" y="1193800"/>
                  </a:lnTo>
                  <a:close/>
                  <a:moveTo>
                    <a:pt x="6070600" y="1193800"/>
                  </a:moveTo>
                  <a:lnTo>
                    <a:pt x="6045200" y="1193800"/>
                  </a:lnTo>
                  <a:lnTo>
                    <a:pt x="6070600" y="1193800"/>
                  </a:lnTo>
                  <a:close/>
                  <a:moveTo>
                    <a:pt x="6019800" y="1193800"/>
                  </a:moveTo>
                  <a:lnTo>
                    <a:pt x="5994400" y="1193800"/>
                  </a:lnTo>
                  <a:lnTo>
                    <a:pt x="6019800" y="1193800"/>
                  </a:lnTo>
                  <a:close/>
                  <a:moveTo>
                    <a:pt x="5969000" y="1193800"/>
                  </a:moveTo>
                  <a:lnTo>
                    <a:pt x="5943600" y="1193800"/>
                  </a:lnTo>
                  <a:lnTo>
                    <a:pt x="5969000" y="1193800"/>
                  </a:lnTo>
                  <a:close/>
                  <a:moveTo>
                    <a:pt x="5918200" y="1193800"/>
                  </a:moveTo>
                  <a:lnTo>
                    <a:pt x="5892800" y="1193800"/>
                  </a:lnTo>
                  <a:lnTo>
                    <a:pt x="5918200" y="1193800"/>
                  </a:lnTo>
                  <a:close/>
                  <a:moveTo>
                    <a:pt x="5867400" y="1193800"/>
                  </a:moveTo>
                  <a:lnTo>
                    <a:pt x="5842000" y="1193800"/>
                  </a:lnTo>
                  <a:lnTo>
                    <a:pt x="5867400" y="1193800"/>
                  </a:lnTo>
                  <a:close/>
                  <a:moveTo>
                    <a:pt x="5816600" y="1193800"/>
                  </a:moveTo>
                  <a:lnTo>
                    <a:pt x="5791200" y="1193800"/>
                  </a:lnTo>
                  <a:lnTo>
                    <a:pt x="5816600" y="1193800"/>
                  </a:lnTo>
                  <a:close/>
                  <a:moveTo>
                    <a:pt x="5765800" y="1193800"/>
                  </a:moveTo>
                  <a:lnTo>
                    <a:pt x="5740400" y="1193800"/>
                  </a:lnTo>
                  <a:lnTo>
                    <a:pt x="5765800" y="1193800"/>
                  </a:lnTo>
                  <a:close/>
                  <a:moveTo>
                    <a:pt x="5715000" y="1193800"/>
                  </a:moveTo>
                  <a:lnTo>
                    <a:pt x="5689600" y="1193800"/>
                  </a:lnTo>
                  <a:lnTo>
                    <a:pt x="5715000" y="1193800"/>
                  </a:lnTo>
                  <a:close/>
                  <a:moveTo>
                    <a:pt x="5664200" y="1193800"/>
                  </a:moveTo>
                  <a:lnTo>
                    <a:pt x="5638800" y="1193800"/>
                  </a:lnTo>
                  <a:lnTo>
                    <a:pt x="5664200" y="1193800"/>
                  </a:lnTo>
                  <a:close/>
                  <a:moveTo>
                    <a:pt x="5613400" y="1193800"/>
                  </a:moveTo>
                  <a:lnTo>
                    <a:pt x="5588000" y="1193800"/>
                  </a:lnTo>
                  <a:lnTo>
                    <a:pt x="5613400" y="1193800"/>
                  </a:lnTo>
                  <a:close/>
                  <a:moveTo>
                    <a:pt x="5562600" y="1193800"/>
                  </a:moveTo>
                  <a:lnTo>
                    <a:pt x="5537200" y="1193800"/>
                  </a:lnTo>
                  <a:lnTo>
                    <a:pt x="5562600" y="1193800"/>
                  </a:lnTo>
                  <a:close/>
                  <a:moveTo>
                    <a:pt x="5511800" y="1193800"/>
                  </a:moveTo>
                  <a:lnTo>
                    <a:pt x="5486400" y="1193800"/>
                  </a:lnTo>
                  <a:lnTo>
                    <a:pt x="5511800" y="1193800"/>
                  </a:lnTo>
                  <a:close/>
                  <a:moveTo>
                    <a:pt x="5461000" y="1193800"/>
                  </a:moveTo>
                  <a:lnTo>
                    <a:pt x="5435600" y="1193800"/>
                  </a:lnTo>
                  <a:lnTo>
                    <a:pt x="5461000" y="1193800"/>
                  </a:lnTo>
                  <a:close/>
                  <a:moveTo>
                    <a:pt x="5410200" y="1193800"/>
                  </a:moveTo>
                  <a:lnTo>
                    <a:pt x="5384800" y="1193800"/>
                  </a:lnTo>
                  <a:lnTo>
                    <a:pt x="5410200" y="1193800"/>
                  </a:lnTo>
                  <a:close/>
                  <a:moveTo>
                    <a:pt x="5359400" y="1193800"/>
                  </a:moveTo>
                  <a:lnTo>
                    <a:pt x="5334000" y="1193800"/>
                  </a:lnTo>
                  <a:lnTo>
                    <a:pt x="5359400" y="1193800"/>
                  </a:lnTo>
                  <a:close/>
                  <a:moveTo>
                    <a:pt x="5308600" y="1193800"/>
                  </a:moveTo>
                  <a:lnTo>
                    <a:pt x="5283200" y="1193800"/>
                  </a:lnTo>
                  <a:lnTo>
                    <a:pt x="5308600" y="1193800"/>
                  </a:lnTo>
                  <a:close/>
                  <a:moveTo>
                    <a:pt x="5257800" y="1193800"/>
                  </a:moveTo>
                  <a:lnTo>
                    <a:pt x="5232400" y="1193800"/>
                  </a:lnTo>
                  <a:lnTo>
                    <a:pt x="5257800" y="1193800"/>
                  </a:lnTo>
                  <a:close/>
                  <a:moveTo>
                    <a:pt x="5207000" y="1193800"/>
                  </a:moveTo>
                  <a:lnTo>
                    <a:pt x="5181600" y="1193800"/>
                  </a:lnTo>
                  <a:lnTo>
                    <a:pt x="5207000" y="1193800"/>
                  </a:lnTo>
                  <a:close/>
                  <a:moveTo>
                    <a:pt x="5156200" y="1193800"/>
                  </a:moveTo>
                  <a:lnTo>
                    <a:pt x="5130800" y="1193800"/>
                  </a:lnTo>
                  <a:lnTo>
                    <a:pt x="5156200" y="1193800"/>
                  </a:lnTo>
                  <a:close/>
                  <a:moveTo>
                    <a:pt x="5105400" y="1193800"/>
                  </a:moveTo>
                  <a:lnTo>
                    <a:pt x="5080000" y="1193800"/>
                  </a:lnTo>
                  <a:lnTo>
                    <a:pt x="5105400" y="1193800"/>
                  </a:lnTo>
                  <a:close/>
                  <a:moveTo>
                    <a:pt x="5054600" y="1193800"/>
                  </a:moveTo>
                  <a:lnTo>
                    <a:pt x="5029200" y="1193800"/>
                  </a:lnTo>
                  <a:lnTo>
                    <a:pt x="5054600" y="1193800"/>
                  </a:lnTo>
                  <a:close/>
                  <a:moveTo>
                    <a:pt x="5003800" y="1193800"/>
                  </a:moveTo>
                  <a:lnTo>
                    <a:pt x="4978400" y="1193800"/>
                  </a:lnTo>
                  <a:lnTo>
                    <a:pt x="5003800" y="1193800"/>
                  </a:lnTo>
                  <a:close/>
                  <a:moveTo>
                    <a:pt x="4953000" y="1193800"/>
                  </a:moveTo>
                  <a:lnTo>
                    <a:pt x="4927600" y="1193800"/>
                  </a:lnTo>
                  <a:lnTo>
                    <a:pt x="4953000" y="1193800"/>
                  </a:lnTo>
                  <a:close/>
                  <a:moveTo>
                    <a:pt x="4902200" y="1193800"/>
                  </a:moveTo>
                  <a:lnTo>
                    <a:pt x="4876800" y="1193800"/>
                  </a:lnTo>
                  <a:lnTo>
                    <a:pt x="4902200" y="1193800"/>
                  </a:lnTo>
                  <a:close/>
                  <a:moveTo>
                    <a:pt x="4851400" y="1193800"/>
                  </a:moveTo>
                  <a:lnTo>
                    <a:pt x="4826000" y="1193800"/>
                  </a:lnTo>
                  <a:lnTo>
                    <a:pt x="4851400" y="1193800"/>
                  </a:lnTo>
                  <a:close/>
                  <a:moveTo>
                    <a:pt x="4800600" y="1193800"/>
                  </a:moveTo>
                  <a:lnTo>
                    <a:pt x="4775200" y="1193800"/>
                  </a:lnTo>
                  <a:lnTo>
                    <a:pt x="4800600" y="1193800"/>
                  </a:lnTo>
                  <a:close/>
                  <a:moveTo>
                    <a:pt x="4749800" y="1193800"/>
                  </a:moveTo>
                  <a:lnTo>
                    <a:pt x="4724400" y="1193800"/>
                  </a:lnTo>
                  <a:lnTo>
                    <a:pt x="4749800" y="1193800"/>
                  </a:lnTo>
                  <a:close/>
                  <a:moveTo>
                    <a:pt x="4699000" y="1193800"/>
                  </a:moveTo>
                  <a:lnTo>
                    <a:pt x="4673600" y="1193800"/>
                  </a:lnTo>
                  <a:lnTo>
                    <a:pt x="4699000" y="1193800"/>
                  </a:lnTo>
                  <a:close/>
                  <a:moveTo>
                    <a:pt x="4648200" y="1193800"/>
                  </a:moveTo>
                  <a:lnTo>
                    <a:pt x="4622800" y="1193800"/>
                  </a:lnTo>
                  <a:lnTo>
                    <a:pt x="4648200" y="1193800"/>
                  </a:lnTo>
                  <a:close/>
                  <a:moveTo>
                    <a:pt x="4597400" y="1193800"/>
                  </a:moveTo>
                  <a:lnTo>
                    <a:pt x="4572000" y="1193800"/>
                  </a:lnTo>
                  <a:lnTo>
                    <a:pt x="4597400" y="1193800"/>
                  </a:lnTo>
                  <a:close/>
                  <a:moveTo>
                    <a:pt x="4546600" y="1193800"/>
                  </a:moveTo>
                  <a:lnTo>
                    <a:pt x="4521200" y="1193800"/>
                  </a:lnTo>
                  <a:lnTo>
                    <a:pt x="4546600" y="1193800"/>
                  </a:lnTo>
                  <a:close/>
                  <a:moveTo>
                    <a:pt x="4495800" y="1193800"/>
                  </a:moveTo>
                  <a:lnTo>
                    <a:pt x="4470400" y="1193800"/>
                  </a:lnTo>
                  <a:lnTo>
                    <a:pt x="4495800" y="1193800"/>
                  </a:lnTo>
                  <a:close/>
                  <a:moveTo>
                    <a:pt x="4445000" y="1193800"/>
                  </a:moveTo>
                  <a:lnTo>
                    <a:pt x="4419600" y="1193800"/>
                  </a:lnTo>
                  <a:lnTo>
                    <a:pt x="4445000" y="1193800"/>
                  </a:lnTo>
                  <a:close/>
                  <a:moveTo>
                    <a:pt x="4394200" y="1193800"/>
                  </a:moveTo>
                  <a:lnTo>
                    <a:pt x="4368800" y="1193800"/>
                  </a:lnTo>
                  <a:lnTo>
                    <a:pt x="4394200" y="1193800"/>
                  </a:lnTo>
                  <a:close/>
                  <a:moveTo>
                    <a:pt x="4343400" y="1193800"/>
                  </a:moveTo>
                  <a:lnTo>
                    <a:pt x="4318000" y="1193800"/>
                  </a:lnTo>
                  <a:lnTo>
                    <a:pt x="4343400" y="1193800"/>
                  </a:lnTo>
                  <a:close/>
                  <a:moveTo>
                    <a:pt x="4292600" y="1193800"/>
                  </a:moveTo>
                  <a:lnTo>
                    <a:pt x="4267200" y="1193800"/>
                  </a:lnTo>
                  <a:lnTo>
                    <a:pt x="4292600" y="1193800"/>
                  </a:lnTo>
                  <a:close/>
                  <a:moveTo>
                    <a:pt x="4241800" y="1193800"/>
                  </a:moveTo>
                  <a:lnTo>
                    <a:pt x="4216400" y="1193800"/>
                  </a:lnTo>
                  <a:lnTo>
                    <a:pt x="4241800" y="1193800"/>
                  </a:lnTo>
                  <a:close/>
                  <a:moveTo>
                    <a:pt x="4191000" y="1193800"/>
                  </a:moveTo>
                  <a:lnTo>
                    <a:pt x="4165600" y="1193800"/>
                  </a:lnTo>
                  <a:lnTo>
                    <a:pt x="4191000" y="1193800"/>
                  </a:lnTo>
                  <a:close/>
                  <a:moveTo>
                    <a:pt x="4140200" y="1193800"/>
                  </a:moveTo>
                  <a:lnTo>
                    <a:pt x="4114800" y="1193800"/>
                  </a:lnTo>
                  <a:lnTo>
                    <a:pt x="4140200" y="1193800"/>
                  </a:lnTo>
                  <a:close/>
                  <a:moveTo>
                    <a:pt x="4089400" y="1193800"/>
                  </a:moveTo>
                  <a:lnTo>
                    <a:pt x="4064000" y="1193800"/>
                  </a:lnTo>
                  <a:lnTo>
                    <a:pt x="4089400" y="1193800"/>
                  </a:lnTo>
                  <a:close/>
                  <a:moveTo>
                    <a:pt x="4038600" y="1193800"/>
                  </a:moveTo>
                  <a:lnTo>
                    <a:pt x="4013200" y="1193800"/>
                  </a:lnTo>
                  <a:lnTo>
                    <a:pt x="4038600" y="1193800"/>
                  </a:lnTo>
                  <a:close/>
                  <a:moveTo>
                    <a:pt x="3987800" y="1193800"/>
                  </a:moveTo>
                  <a:lnTo>
                    <a:pt x="3962400" y="1193800"/>
                  </a:lnTo>
                  <a:lnTo>
                    <a:pt x="3987800" y="1193800"/>
                  </a:lnTo>
                  <a:close/>
                  <a:moveTo>
                    <a:pt x="3937000" y="1193800"/>
                  </a:moveTo>
                  <a:lnTo>
                    <a:pt x="3911600" y="1193800"/>
                  </a:lnTo>
                  <a:lnTo>
                    <a:pt x="3937000" y="1193800"/>
                  </a:lnTo>
                  <a:close/>
                  <a:moveTo>
                    <a:pt x="3886200" y="1193800"/>
                  </a:moveTo>
                  <a:lnTo>
                    <a:pt x="3860800" y="1193800"/>
                  </a:lnTo>
                  <a:lnTo>
                    <a:pt x="3886200" y="1193800"/>
                  </a:lnTo>
                  <a:close/>
                  <a:moveTo>
                    <a:pt x="3835400" y="1193800"/>
                  </a:moveTo>
                  <a:lnTo>
                    <a:pt x="3810000" y="1193800"/>
                  </a:lnTo>
                  <a:lnTo>
                    <a:pt x="3835400" y="1193800"/>
                  </a:lnTo>
                  <a:close/>
                  <a:moveTo>
                    <a:pt x="3784600" y="1193800"/>
                  </a:moveTo>
                  <a:lnTo>
                    <a:pt x="3759200" y="1193800"/>
                  </a:lnTo>
                  <a:lnTo>
                    <a:pt x="3784600" y="1193800"/>
                  </a:lnTo>
                  <a:close/>
                  <a:moveTo>
                    <a:pt x="3733800" y="1193800"/>
                  </a:moveTo>
                  <a:lnTo>
                    <a:pt x="3708400" y="1193800"/>
                  </a:lnTo>
                  <a:lnTo>
                    <a:pt x="3733800" y="1193800"/>
                  </a:lnTo>
                  <a:close/>
                  <a:moveTo>
                    <a:pt x="3683000" y="1193800"/>
                  </a:moveTo>
                  <a:lnTo>
                    <a:pt x="3657600" y="1193800"/>
                  </a:lnTo>
                  <a:lnTo>
                    <a:pt x="3683000" y="1193800"/>
                  </a:lnTo>
                  <a:close/>
                  <a:moveTo>
                    <a:pt x="3632200" y="1193800"/>
                  </a:moveTo>
                  <a:lnTo>
                    <a:pt x="3606800" y="1193800"/>
                  </a:lnTo>
                  <a:lnTo>
                    <a:pt x="3632200" y="1193800"/>
                  </a:lnTo>
                  <a:close/>
                  <a:moveTo>
                    <a:pt x="3581400" y="1193800"/>
                  </a:moveTo>
                  <a:lnTo>
                    <a:pt x="3556000" y="1193800"/>
                  </a:lnTo>
                  <a:lnTo>
                    <a:pt x="3581400" y="1193800"/>
                  </a:lnTo>
                  <a:close/>
                  <a:moveTo>
                    <a:pt x="3530600" y="1193800"/>
                  </a:moveTo>
                  <a:lnTo>
                    <a:pt x="3505200" y="1193800"/>
                  </a:lnTo>
                  <a:lnTo>
                    <a:pt x="3530600" y="1193800"/>
                  </a:lnTo>
                  <a:close/>
                  <a:moveTo>
                    <a:pt x="3479800" y="1193800"/>
                  </a:moveTo>
                  <a:lnTo>
                    <a:pt x="3454400" y="1193800"/>
                  </a:lnTo>
                  <a:lnTo>
                    <a:pt x="3479800" y="1193800"/>
                  </a:lnTo>
                  <a:close/>
                  <a:moveTo>
                    <a:pt x="3429000" y="1193800"/>
                  </a:moveTo>
                  <a:lnTo>
                    <a:pt x="3403600" y="1193800"/>
                  </a:lnTo>
                  <a:lnTo>
                    <a:pt x="3429000" y="1193800"/>
                  </a:lnTo>
                  <a:close/>
                  <a:moveTo>
                    <a:pt x="3378200" y="1193800"/>
                  </a:moveTo>
                  <a:lnTo>
                    <a:pt x="3352800" y="1193800"/>
                  </a:lnTo>
                  <a:lnTo>
                    <a:pt x="3378200" y="1193800"/>
                  </a:lnTo>
                  <a:close/>
                  <a:moveTo>
                    <a:pt x="3327400" y="1193800"/>
                  </a:moveTo>
                  <a:lnTo>
                    <a:pt x="3302000" y="1193800"/>
                  </a:lnTo>
                  <a:lnTo>
                    <a:pt x="3327400" y="1193800"/>
                  </a:lnTo>
                  <a:close/>
                  <a:moveTo>
                    <a:pt x="3276600" y="1193800"/>
                  </a:moveTo>
                  <a:lnTo>
                    <a:pt x="3251200" y="1193800"/>
                  </a:lnTo>
                  <a:lnTo>
                    <a:pt x="3276600" y="1193800"/>
                  </a:lnTo>
                  <a:close/>
                  <a:moveTo>
                    <a:pt x="3225800" y="1193800"/>
                  </a:moveTo>
                  <a:lnTo>
                    <a:pt x="3200400" y="1193800"/>
                  </a:lnTo>
                  <a:lnTo>
                    <a:pt x="3225800" y="1193800"/>
                  </a:lnTo>
                  <a:close/>
                  <a:moveTo>
                    <a:pt x="3175000" y="1193800"/>
                  </a:moveTo>
                  <a:lnTo>
                    <a:pt x="3149600" y="1193800"/>
                  </a:lnTo>
                  <a:lnTo>
                    <a:pt x="3175000" y="1193800"/>
                  </a:lnTo>
                  <a:close/>
                  <a:moveTo>
                    <a:pt x="3124200" y="1193800"/>
                  </a:moveTo>
                  <a:lnTo>
                    <a:pt x="3098800" y="1193800"/>
                  </a:lnTo>
                  <a:lnTo>
                    <a:pt x="3124200" y="1193800"/>
                  </a:lnTo>
                  <a:close/>
                  <a:moveTo>
                    <a:pt x="3073400" y="1193800"/>
                  </a:moveTo>
                  <a:lnTo>
                    <a:pt x="3048000" y="1193800"/>
                  </a:lnTo>
                  <a:lnTo>
                    <a:pt x="3073400" y="1193800"/>
                  </a:lnTo>
                  <a:close/>
                  <a:moveTo>
                    <a:pt x="3022600" y="1193800"/>
                  </a:moveTo>
                  <a:lnTo>
                    <a:pt x="2997200" y="1193800"/>
                  </a:lnTo>
                  <a:lnTo>
                    <a:pt x="3022600" y="1193800"/>
                  </a:lnTo>
                  <a:close/>
                  <a:moveTo>
                    <a:pt x="2971800" y="1193800"/>
                  </a:moveTo>
                  <a:lnTo>
                    <a:pt x="2946400" y="1193800"/>
                  </a:lnTo>
                  <a:lnTo>
                    <a:pt x="2971800" y="1193800"/>
                  </a:lnTo>
                  <a:close/>
                  <a:moveTo>
                    <a:pt x="2921000" y="1193800"/>
                  </a:moveTo>
                  <a:lnTo>
                    <a:pt x="2895600" y="1193800"/>
                  </a:lnTo>
                  <a:lnTo>
                    <a:pt x="2921000" y="1193800"/>
                  </a:lnTo>
                  <a:close/>
                  <a:moveTo>
                    <a:pt x="2870200" y="1193800"/>
                  </a:moveTo>
                  <a:lnTo>
                    <a:pt x="2844800" y="1193800"/>
                  </a:lnTo>
                  <a:lnTo>
                    <a:pt x="2870200" y="1193800"/>
                  </a:lnTo>
                  <a:close/>
                  <a:moveTo>
                    <a:pt x="2819400" y="1193800"/>
                  </a:moveTo>
                  <a:lnTo>
                    <a:pt x="2794000" y="1193800"/>
                  </a:lnTo>
                  <a:lnTo>
                    <a:pt x="2819400" y="1193800"/>
                  </a:lnTo>
                  <a:close/>
                  <a:moveTo>
                    <a:pt x="2768600" y="1193800"/>
                  </a:moveTo>
                  <a:lnTo>
                    <a:pt x="2743200" y="1193800"/>
                  </a:lnTo>
                  <a:lnTo>
                    <a:pt x="2768600" y="1193800"/>
                  </a:lnTo>
                  <a:close/>
                  <a:moveTo>
                    <a:pt x="2717800" y="1193800"/>
                  </a:moveTo>
                  <a:lnTo>
                    <a:pt x="2692400" y="1193800"/>
                  </a:lnTo>
                  <a:lnTo>
                    <a:pt x="2717800" y="1193800"/>
                  </a:lnTo>
                  <a:close/>
                  <a:moveTo>
                    <a:pt x="2667000" y="1193800"/>
                  </a:moveTo>
                  <a:lnTo>
                    <a:pt x="2641600" y="1193800"/>
                  </a:lnTo>
                  <a:lnTo>
                    <a:pt x="2667000" y="1193800"/>
                  </a:lnTo>
                  <a:close/>
                  <a:moveTo>
                    <a:pt x="2616200" y="1193800"/>
                  </a:moveTo>
                  <a:lnTo>
                    <a:pt x="2590800" y="1193800"/>
                  </a:lnTo>
                  <a:lnTo>
                    <a:pt x="2616200" y="1193800"/>
                  </a:lnTo>
                  <a:close/>
                  <a:moveTo>
                    <a:pt x="2565400" y="1193800"/>
                  </a:moveTo>
                  <a:lnTo>
                    <a:pt x="2540000" y="1193800"/>
                  </a:lnTo>
                  <a:lnTo>
                    <a:pt x="2565400" y="1193800"/>
                  </a:lnTo>
                  <a:close/>
                  <a:moveTo>
                    <a:pt x="2514600" y="1193800"/>
                  </a:moveTo>
                  <a:lnTo>
                    <a:pt x="2489200" y="1193800"/>
                  </a:lnTo>
                  <a:lnTo>
                    <a:pt x="2514600" y="1193800"/>
                  </a:lnTo>
                  <a:close/>
                  <a:moveTo>
                    <a:pt x="2463800" y="1193800"/>
                  </a:moveTo>
                  <a:lnTo>
                    <a:pt x="2438400" y="1193800"/>
                  </a:lnTo>
                  <a:lnTo>
                    <a:pt x="2463800" y="1193800"/>
                  </a:lnTo>
                  <a:close/>
                  <a:moveTo>
                    <a:pt x="2413000" y="1193800"/>
                  </a:moveTo>
                  <a:lnTo>
                    <a:pt x="2387600" y="1193800"/>
                  </a:lnTo>
                  <a:lnTo>
                    <a:pt x="2413000" y="1193800"/>
                  </a:lnTo>
                  <a:close/>
                  <a:moveTo>
                    <a:pt x="2362200" y="1193800"/>
                  </a:moveTo>
                  <a:lnTo>
                    <a:pt x="2336800" y="1193800"/>
                  </a:lnTo>
                  <a:lnTo>
                    <a:pt x="2362200" y="1193800"/>
                  </a:lnTo>
                  <a:close/>
                  <a:moveTo>
                    <a:pt x="2311400" y="1193800"/>
                  </a:moveTo>
                  <a:lnTo>
                    <a:pt x="2286000" y="1193800"/>
                  </a:lnTo>
                  <a:lnTo>
                    <a:pt x="2311400" y="1193800"/>
                  </a:lnTo>
                  <a:close/>
                  <a:moveTo>
                    <a:pt x="2260600" y="1193800"/>
                  </a:moveTo>
                  <a:lnTo>
                    <a:pt x="2235200" y="1193800"/>
                  </a:lnTo>
                  <a:lnTo>
                    <a:pt x="2260600" y="1193800"/>
                  </a:lnTo>
                  <a:close/>
                  <a:moveTo>
                    <a:pt x="2209800" y="1193800"/>
                  </a:moveTo>
                  <a:lnTo>
                    <a:pt x="2184400" y="1193800"/>
                  </a:lnTo>
                  <a:lnTo>
                    <a:pt x="2209800" y="1193800"/>
                  </a:lnTo>
                  <a:close/>
                  <a:moveTo>
                    <a:pt x="2159000" y="1193800"/>
                  </a:moveTo>
                  <a:lnTo>
                    <a:pt x="2133600" y="1193800"/>
                  </a:lnTo>
                  <a:lnTo>
                    <a:pt x="2159000" y="1193800"/>
                  </a:lnTo>
                  <a:close/>
                  <a:moveTo>
                    <a:pt x="2108200" y="1193800"/>
                  </a:moveTo>
                  <a:lnTo>
                    <a:pt x="2082800" y="1193800"/>
                  </a:lnTo>
                  <a:lnTo>
                    <a:pt x="2108200" y="1193800"/>
                  </a:lnTo>
                  <a:close/>
                  <a:moveTo>
                    <a:pt x="2057400" y="1193800"/>
                  </a:moveTo>
                  <a:lnTo>
                    <a:pt x="2032000" y="1193800"/>
                  </a:lnTo>
                  <a:lnTo>
                    <a:pt x="2057400" y="1193800"/>
                  </a:lnTo>
                  <a:close/>
                  <a:moveTo>
                    <a:pt x="2006600" y="1193800"/>
                  </a:moveTo>
                  <a:lnTo>
                    <a:pt x="1981200" y="1193800"/>
                  </a:lnTo>
                  <a:lnTo>
                    <a:pt x="2006600" y="1193800"/>
                  </a:lnTo>
                  <a:close/>
                  <a:moveTo>
                    <a:pt x="1955800" y="1193800"/>
                  </a:moveTo>
                  <a:lnTo>
                    <a:pt x="1930400" y="1193800"/>
                  </a:lnTo>
                  <a:lnTo>
                    <a:pt x="1955800" y="1193800"/>
                  </a:lnTo>
                  <a:close/>
                  <a:moveTo>
                    <a:pt x="1905000" y="1193800"/>
                  </a:moveTo>
                  <a:lnTo>
                    <a:pt x="1879600" y="1193800"/>
                  </a:lnTo>
                  <a:lnTo>
                    <a:pt x="1905000" y="1193800"/>
                  </a:lnTo>
                  <a:close/>
                  <a:moveTo>
                    <a:pt x="1854200" y="1193800"/>
                  </a:moveTo>
                  <a:lnTo>
                    <a:pt x="1828800" y="1193800"/>
                  </a:lnTo>
                  <a:lnTo>
                    <a:pt x="1854200" y="1193800"/>
                  </a:lnTo>
                  <a:close/>
                  <a:moveTo>
                    <a:pt x="1803400" y="1193800"/>
                  </a:moveTo>
                  <a:lnTo>
                    <a:pt x="1778000" y="1193800"/>
                  </a:lnTo>
                  <a:lnTo>
                    <a:pt x="1803400" y="1193800"/>
                  </a:lnTo>
                  <a:close/>
                  <a:moveTo>
                    <a:pt x="1752600" y="1193800"/>
                  </a:moveTo>
                  <a:lnTo>
                    <a:pt x="1727200" y="1193800"/>
                  </a:lnTo>
                  <a:lnTo>
                    <a:pt x="1752600" y="1193800"/>
                  </a:lnTo>
                  <a:close/>
                  <a:moveTo>
                    <a:pt x="1701800" y="1193800"/>
                  </a:moveTo>
                  <a:lnTo>
                    <a:pt x="1676400" y="1193800"/>
                  </a:lnTo>
                  <a:lnTo>
                    <a:pt x="1701800" y="1193800"/>
                  </a:lnTo>
                  <a:close/>
                  <a:moveTo>
                    <a:pt x="1651000" y="1193800"/>
                  </a:moveTo>
                  <a:lnTo>
                    <a:pt x="1625600" y="1193800"/>
                  </a:lnTo>
                  <a:lnTo>
                    <a:pt x="1651000" y="1193800"/>
                  </a:lnTo>
                  <a:close/>
                  <a:moveTo>
                    <a:pt x="1600200" y="1193800"/>
                  </a:moveTo>
                  <a:lnTo>
                    <a:pt x="1574800" y="1193800"/>
                  </a:lnTo>
                  <a:lnTo>
                    <a:pt x="1600200" y="1193800"/>
                  </a:lnTo>
                  <a:close/>
                  <a:moveTo>
                    <a:pt x="1549400" y="1193800"/>
                  </a:moveTo>
                  <a:lnTo>
                    <a:pt x="1524000" y="1193800"/>
                  </a:lnTo>
                  <a:lnTo>
                    <a:pt x="1549400" y="1193800"/>
                  </a:lnTo>
                  <a:close/>
                  <a:moveTo>
                    <a:pt x="1498600" y="1193800"/>
                  </a:moveTo>
                  <a:lnTo>
                    <a:pt x="1473200" y="1193800"/>
                  </a:lnTo>
                  <a:lnTo>
                    <a:pt x="1498600" y="1193800"/>
                  </a:lnTo>
                  <a:close/>
                  <a:moveTo>
                    <a:pt x="1447800" y="1193800"/>
                  </a:moveTo>
                  <a:lnTo>
                    <a:pt x="1422400" y="1193800"/>
                  </a:lnTo>
                  <a:lnTo>
                    <a:pt x="1447800" y="1193800"/>
                  </a:lnTo>
                  <a:close/>
                  <a:moveTo>
                    <a:pt x="1397000" y="1193800"/>
                  </a:moveTo>
                  <a:lnTo>
                    <a:pt x="1371600" y="1193800"/>
                  </a:lnTo>
                  <a:lnTo>
                    <a:pt x="1397000" y="1193800"/>
                  </a:lnTo>
                  <a:close/>
                  <a:moveTo>
                    <a:pt x="1346200" y="1193800"/>
                  </a:moveTo>
                  <a:lnTo>
                    <a:pt x="1320800" y="1193800"/>
                  </a:lnTo>
                  <a:lnTo>
                    <a:pt x="1346200" y="1193800"/>
                  </a:lnTo>
                  <a:close/>
                  <a:moveTo>
                    <a:pt x="1295400" y="1193800"/>
                  </a:moveTo>
                  <a:lnTo>
                    <a:pt x="1270000" y="1193800"/>
                  </a:lnTo>
                  <a:lnTo>
                    <a:pt x="1295400" y="1193800"/>
                  </a:lnTo>
                  <a:close/>
                  <a:moveTo>
                    <a:pt x="1244600" y="1193800"/>
                  </a:moveTo>
                  <a:lnTo>
                    <a:pt x="1219200" y="1193800"/>
                  </a:lnTo>
                  <a:lnTo>
                    <a:pt x="1244600" y="1193800"/>
                  </a:lnTo>
                  <a:close/>
                  <a:moveTo>
                    <a:pt x="1193800" y="1193800"/>
                  </a:moveTo>
                  <a:lnTo>
                    <a:pt x="1168400" y="1193800"/>
                  </a:lnTo>
                  <a:lnTo>
                    <a:pt x="1193800" y="1193800"/>
                  </a:lnTo>
                  <a:close/>
                  <a:moveTo>
                    <a:pt x="1143000" y="1193800"/>
                  </a:moveTo>
                  <a:lnTo>
                    <a:pt x="1117600" y="1193800"/>
                  </a:lnTo>
                  <a:lnTo>
                    <a:pt x="1143000" y="1193800"/>
                  </a:lnTo>
                  <a:close/>
                  <a:moveTo>
                    <a:pt x="1092200" y="1193800"/>
                  </a:moveTo>
                  <a:lnTo>
                    <a:pt x="1066800" y="1193800"/>
                  </a:lnTo>
                  <a:lnTo>
                    <a:pt x="1092200" y="1193800"/>
                  </a:lnTo>
                  <a:close/>
                  <a:moveTo>
                    <a:pt x="1041400" y="1193800"/>
                  </a:moveTo>
                  <a:lnTo>
                    <a:pt x="1016000" y="1193800"/>
                  </a:lnTo>
                  <a:lnTo>
                    <a:pt x="1041400" y="1193800"/>
                  </a:lnTo>
                  <a:close/>
                  <a:moveTo>
                    <a:pt x="990600" y="1193800"/>
                  </a:moveTo>
                  <a:lnTo>
                    <a:pt x="965200" y="1193800"/>
                  </a:lnTo>
                  <a:lnTo>
                    <a:pt x="990600" y="1193800"/>
                  </a:lnTo>
                  <a:close/>
                  <a:moveTo>
                    <a:pt x="939800" y="1193800"/>
                  </a:moveTo>
                  <a:lnTo>
                    <a:pt x="914400" y="1193800"/>
                  </a:lnTo>
                  <a:lnTo>
                    <a:pt x="939800" y="1193800"/>
                  </a:lnTo>
                  <a:close/>
                  <a:moveTo>
                    <a:pt x="889000" y="1193800"/>
                  </a:moveTo>
                  <a:lnTo>
                    <a:pt x="863600" y="1193800"/>
                  </a:lnTo>
                  <a:lnTo>
                    <a:pt x="889000" y="1193800"/>
                  </a:lnTo>
                  <a:close/>
                  <a:moveTo>
                    <a:pt x="838200" y="1193800"/>
                  </a:moveTo>
                  <a:lnTo>
                    <a:pt x="812800" y="1193800"/>
                  </a:lnTo>
                  <a:lnTo>
                    <a:pt x="838200" y="1193800"/>
                  </a:lnTo>
                  <a:close/>
                  <a:moveTo>
                    <a:pt x="787400" y="1193800"/>
                  </a:moveTo>
                  <a:lnTo>
                    <a:pt x="762000" y="1193800"/>
                  </a:lnTo>
                  <a:lnTo>
                    <a:pt x="787400" y="1193800"/>
                  </a:lnTo>
                  <a:close/>
                  <a:moveTo>
                    <a:pt x="736600" y="1193800"/>
                  </a:moveTo>
                  <a:lnTo>
                    <a:pt x="711200" y="1193800"/>
                  </a:lnTo>
                  <a:lnTo>
                    <a:pt x="736600" y="1193800"/>
                  </a:lnTo>
                  <a:close/>
                  <a:moveTo>
                    <a:pt x="685800" y="1193800"/>
                  </a:moveTo>
                  <a:lnTo>
                    <a:pt x="660400" y="1193800"/>
                  </a:lnTo>
                  <a:lnTo>
                    <a:pt x="685800" y="1193800"/>
                  </a:lnTo>
                  <a:close/>
                  <a:moveTo>
                    <a:pt x="635000" y="1193800"/>
                  </a:moveTo>
                  <a:lnTo>
                    <a:pt x="609600" y="1193800"/>
                  </a:lnTo>
                  <a:lnTo>
                    <a:pt x="635000" y="1193800"/>
                  </a:lnTo>
                  <a:close/>
                  <a:moveTo>
                    <a:pt x="584200" y="1193800"/>
                  </a:moveTo>
                  <a:lnTo>
                    <a:pt x="558800" y="1193800"/>
                  </a:lnTo>
                  <a:lnTo>
                    <a:pt x="584200" y="1193800"/>
                  </a:lnTo>
                  <a:close/>
                  <a:moveTo>
                    <a:pt x="533400" y="1193800"/>
                  </a:moveTo>
                  <a:lnTo>
                    <a:pt x="508000" y="1193800"/>
                  </a:lnTo>
                  <a:lnTo>
                    <a:pt x="533400" y="1193800"/>
                  </a:lnTo>
                  <a:close/>
                  <a:moveTo>
                    <a:pt x="482600" y="1193800"/>
                  </a:moveTo>
                  <a:lnTo>
                    <a:pt x="457200" y="1193800"/>
                  </a:lnTo>
                  <a:lnTo>
                    <a:pt x="482600" y="1193800"/>
                  </a:lnTo>
                  <a:close/>
                  <a:moveTo>
                    <a:pt x="431800" y="1193800"/>
                  </a:moveTo>
                  <a:lnTo>
                    <a:pt x="406400" y="1193800"/>
                  </a:lnTo>
                  <a:lnTo>
                    <a:pt x="431800" y="1193800"/>
                  </a:lnTo>
                  <a:close/>
                  <a:moveTo>
                    <a:pt x="381000" y="1193800"/>
                  </a:moveTo>
                  <a:lnTo>
                    <a:pt x="355600" y="1193800"/>
                  </a:lnTo>
                  <a:lnTo>
                    <a:pt x="381000" y="1193800"/>
                  </a:lnTo>
                  <a:close/>
                  <a:moveTo>
                    <a:pt x="330200" y="1193800"/>
                  </a:moveTo>
                  <a:lnTo>
                    <a:pt x="304800" y="1193800"/>
                  </a:lnTo>
                  <a:lnTo>
                    <a:pt x="330200" y="1193800"/>
                  </a:lnTo>
                  <a:close/>
                  <a:moveTo>
                    <a:pt x="279400" y="1193800"/>
                  </a:moveTo>
                  <a:lnTo>
                    <a:pt x="254000" y="1193800"/>
                  </a:lnTo>
                  <a:lnTo>
                    <a:pt x="279400" y="1193800"/>
                  </a:lnTo>
                  <a:close/>
                  <a:moveTo>
                    <a:pt x="228600" y="1193800"/>
                  </a:moveTo>
                  <a:lnTo>
                    <a:pt x="203200" y="1193800"/>
                  </a:lnTo>
                  <a:lnTo>
                    <a:pt x="228600" y="1193800"/>
                  </a:lnTo>
                  <a:close/>
                  <a:moveTo>
                    <a:pt x="177800" y="1193800"/>
                  </a:moveTo>
                  <a:lnTo>
                    <a:pt x="152400" y="1193800"/>
                  </a:lnTo>
                  <a:lnTo>
                    <a:pt x="177800" y="1193800"/>
                  </a:lnTo>
                  <a:close/>
                  <a:moveTo>
                    <a:pt x="127000" y="1193800"/>
                  </a:moveTo>
                  <a:lnTo>
                    <a:pt x="101600" y="1193800"/>
                  </a:lnTo>
                  <a:lnTo>
                    <a:pt x="127000" y="1193800"/>
                  </a:lnTo>
                  <a:close/>
                  <a:moveTo>
                    <a:pt x="76200" y="1193800"/>
                  </a:moveTo>
                  <a:lnTo>
                    <a:pt x="50800" y="1193800"/>
                  </a:lnTo>
                  <a:lnTo>
                    <a:pt x="76200" y="1193800"/>
                  </a:lnTo>
                  <a:close/>
                  <a:moveTo>
                    <a:pt x="25400" y="1193800"/>
                  </a:moveTo>
                  <a:lnTo>
                    <a:pt x="0" y="1193800"/>
                  </a:lnTo>
                  <a:lnTo>
                    <a:pt x="25400" y="1193800"/>
                  </a:lnTo>
                  <a:close/>
                  <a:moveTo>
                    <a:pt x="82550" y="1195451"/>
                  </a:moveTo>
                  <a:lnTo>
                    <a:pt x="82550" y="1170051"/>
                  </a:lnTo>
                  <a:lnTo>
                    <a:pt x="87122" y="1170051"/>
                  </a:lnTo>
                  <a:lnTo>
                    <a:pt x="87122" y="1195451"/>
                  </a:lnTo>
                  <a:close/>
                  <a:moveTo>
                    <a:pt x="87122" y="1144651"/>
                  </a:moveTo>
                  <a:lnTo>
                    <a:pt x="87122" y="1119251"/>
                  </a:lnTo>
                  <a:lnTo>
                    <a:pt x="87122" y="1144651"/>
                  </a:lnTo>
                  <a:close/>
                  <a:moveTo>
                    <a:pt x="87122" y="1093851"/>
                  </a:moveTo>
                  <a:lnTo>
                    <a:pt x="87122" y="1068451"/>
                  </a:lnTo>
                  <a:lnTo>
                    <a:pt x="87122" y="1093851"/>
                  </a:lnTo>
                  <a:close/>
                  <a:moveTo>
                    <a:pt x="87122" y="1043051"/>
                  </a:moveTo>
                  <a:lnTo>
                    <a:pt x="87122" y="1017651"/>
                  </a:lnTo>
                  <a:lnTo>
                    <a:pt x="87122" y="1043051"/>
                  </a:lnTo>
                  <a:close/>
                  <a:moveTo>
                    <a:pt x="87122" y="992251"/>
                  </a:moveTo>
                  <a:lnTo>
                    <a:pt x="87122" y="966851"/>
                  </a:lnTo>
                  <a:lnTo>
                    <a:pt x="87122" y="992251"/>
                  </a:lnTo>
                  <a:close/>
                  <a:moveTo>
                    <a:pt x="87122" y="941451"/>
                  </a:moveTo>
                  <a:lnTo>
                    <a:pt x="87122" y="916051"/>
                  </a:lnTo>
                  <a:lnTo>
                    <a:pt x="87122" y="941451"/>
                  </a:lnTo>
                  <a:close/>
                  <a:moveTo>
                    <a:pt x="87122" y="890651"/>
                  </a:moveTo>
                  <a:lnTo>
                    <a:pt x="87122" y="865251"/>
                  </a:lnTo>
                  <a:lnTo>
                    <a:pt x="87122" y="890651"/>
                  </a:lnTo>
                  <a:close/>
                  <a:moveTo>
                    <a:pt x="87122" y="839851"/>
                  </a:moveTo>
                  <a:lnTo>
                    <a:pt x="87122" y="814451"/>
                  </a:lnTo>
                  <a:lnTo>
                    <a:pt x="87122" y="839851"/>
                  </a:lnTo>
                  <a:close/>
                  <a:moveTo>
                    <a:pt x="87122" y="789051"/>
                  </a:moveTo>
                  <a:lnTo>
                    <a:pt x="87122" y="763651"/>
                  </a:lnTo>
                  <a:lnTo>
                    <a:pt x="87122" y="789051"/>
                  </a:lnTo>
                  <a:close/>
                  <a:moveTo>
                    <a:pt x="87122" y="738251"/>
                  </a:moveTo>
                  <a:lnTo>
                    <a:pt x="87122" y="712851"/>
                  </a:lnTo>
                  <a:lnTo>
                    <a:pt x="87122" y="738251"/>
                  </a:lnTo>
                  <a:close/>
                  <a:moveTo>
                    <a:pt x="87122" y="687451"/>
                  </a:moveTo>
                  <a:lnTo>
                    <a:pt x="87122" y="662051"/>
                  </a:lnTo>
                  <a:lnTo>
                    <a:pt x="87122" y="687451"/>
                  </a:lnTo>
                  <a:close/>
                  <a:moveTo>
                    <a:pt x="87122" y="636651"/>
                  </a:moveTo>
                  <a:lnTo>
                    <a:pt x="87122" y="611251"/>
                  </a:lnTo>
                  <a:lnTo>
                    <a:pt x="87122" y="636651"/>
                  </a:lnTo>
                  <a:close/>
                  <a:moveTo>
                    <a:pt x="87122" y="585851"/>
                  </a:moveTo>
                  <a:lnTo>
                    <a:pt x="87122" y="560451"/>
                  </a:lnTo>
                  <a:lnTo>
                    <a:pt x="87122" y="585851"/>
                  </a:lnTo>
                  <a:close/>
                  <a:moveTo>
                    <a:pt x="87122" y="535051"/>
                  </a:moveTo>
                  <a:lnTo>
                    <a:pt x="87122" y="509651"/>
                  </a:lnTo>
                  <a:lnTo>
                    <a:pt x="87122" y="535051"/>
                  </a:lnTo>
                  <a:close/>
                  <a:moveTo>
                    <a:pt x="87122" y="484251"/>
                  </a:moveTo>
                  <a:lnTo>
                    <a:pt x="87122" y="458851"/>
                  </a:lnTo>
                  <a:lnTo>
                    <a:pt x="87122" y="484251"/>
                  </a:lnTo>
                  <a:close/>
                  <a:moveTo>
                    <a:pt x="87122" y="433451"/>
                  </a:moveTo>
                  <a:lnTo>
                    <a:pt x="87122" y="408051"/>
                  </a:lnTo>
                  <a:lnTo>
                    <a:pt x="87122" y="433451"/>
                  </a:lnTo>
                  <a:close/>
                  <a:moveTo>
                    <a:pt x="87122" y="382651"/>
                  </a:moveTo>
                  <a:lnTo>
                    <a:pt x="87122" y="357251"/>
                  </a:lnTo>
                  <a:lnTo>
                    <a:pt x="87122" y="382651"/>
                  </a:lnTo>
                  <a:close/>
                  <a:moveTo>
                    <a:pt x="87122" y="331851"/>
                  </a:moveTo>
                  <a:lnTo>
                    <a:pt x="87122" y="306451"/>
                  </a:lnTo>
                  <a:lnTo>
                    <a:pt x="87122" y="331851"/>
                  </a:lnTo>
                  <a:close/>
                  <a:moveTo>
                    <a:pt x="87122" y="281051"/>
                  </a:moveTo>
                  <a:lnTo>
                    <a:pt x="87122" y="255651"/>
                  </a:lnTo>
                  <a:lnTo>
                    <a:pt x="87122" y="281051"/>
                  </a:lnTo>
                  <a:close/>
                  <a:moveTo>
                    <a:pt x="87122" y="230251"/>
                  </a:moveTo>
                  <a:lnTo>
                    <a:pt x="87122" y="204851"/>
                  </a:lnTo>
                  <a:lnTo>
                    <a:pt x="87122" y="230251"/>
                  </a:lnTo>
                  <a:close/>
                  <a:moveTo>
                    <a:pt x="87122" y="179451"/>
                  </a:moveTo>
                  <a:lnTo>
                    <a:pt x="87122" y="154051"/>
                  </a:lnTo>
                  <a:lnTo>
                    <a:pt x="87122" y="179451"/>
                  </a:lnTo>
                  <a:close/>
                  <a:moveTo>
                    <a:pt x="87122" y="128651"/>
                  </a:moveTo>
                  <a:lnTo>
                    <a:pt x="87122" y="103251"/>
                  </a:lnTo>
                  <a:lnTo>
                    <a:pt x="87122" y="128651"/>
                  </a:lnTo>
                  <a:close/>
                  <a:moveTo>
                    <a:pt x="87122" y="77851"/>
                  </a:moveTo>
                  <a:lnTo>
                    <a:pt x="87122" y="52451"/>
                  </a:lnTo>
                  <a:lnTo>
                    <a:pt x="87122" y="77851"/>
                  </a:lnTo>
                  <a:close/>
                  <a:moveTo>
                    <a:pt x="87122" y="27051"/>
                  </a:moveTo>
                  <a:lnTo>
                    <a:pt x="87122" y="2286"/>
                  </a:lnTo>
                  <a:cubicBezTo>
                    <a:pt x="82550" y="1016"/>
                    <a:pt x="83566" y="0"/>
                    <a:pt x="84836" y="0"/>
                  </a:cubicBezTo>
                  <a:lnTo>
                    <a:pt x="110236" y="0"/>
                  </a:lnTo>
                  <a:lnTo>
                    <a:pt x="110236" y="4572"/>
                  </a:lnTo>
                  <a:lnTo>
                    <a:pt x="84836" y="4572"/>
                  </a:lnTo>
                  <a:lnTo>
                    <a:pt x="84836" y="2286"/>
                  </a:lnTo>
                  <a:lnTo>
                    <a:pt x="87122" y="2286"/>
                  </a:lnTo>
                  <a:lnTo>
                    <a:pt x="87122" y="270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EDF341F1-09C1-0167-67D8-C4803D8BD058}"/>
                </a:ext>
              </a:extLst>
            </p:cNvPr>
            <p:cNvSpPr txBox="1"/>
            <p:nvPr/>
          </p:nvSpPr>
          <p:spPr>
            <a:xfrm>
              <a:off x="0" y="-38100"/>
              <a:ext cx="10253129" cy="1236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 dirty="0" err="1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System Architecture</a:t>
              </a:r>
              <a:endParaRPr lang="en-US" sz="6000" b="1" dirty="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BDB94C9C-CDD8-5A80-0CF2-C51B8D543AB1}"/>
              </a:ext>
            </a:extLst>
          </p:cNvPr>
          <p:cNvSpPr/>
          <p:nvPr/>
        </p:nvSpPr>
        <p:spPr>
          <a:xfrm>
            <a:off x="3314700" y="9721683"/>
            <a:ext cx="11482536" cy="521933"/>
          </a:xfrm>
          <a:custGeom>
            <a:avLst/>
            <a:gdLst/>
            <a:ahLst/>
            <a:cxnLst/>
            <a:rect l="l" t="t" r="r" b="b"/>
            <a:pathLst>
              <a:path w="11482536" h="521933">
                <a:moveTo>
                  <a:pt x="0" y="0"/>
                </a:moveTo>
                <a:lnTo>
                  <a:pt x="11482536" y="0"/>
                </a:lnTo>
                <a:lnTo>
                  <a:pt x="11482536" y="521934"/>
                </a:lnTo>
                <a:lnTo>
                  <a:pt x="0" y="521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10" name="Picture 9" descr="scratch_pic_ne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0" y="1943100"/>
            <a:ext cx="152400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200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796F6-EB12-2C30-0C77-710247652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6BBA578-BD5D-E9D7-308D-E73EC35B4682}"/>
              </a:ext>
            </a:extLst>
          </p:cNvPr>
          <p:cNvSpPr/>
          <p:nvPr/>
        </p:nvSpPr>
        <p:spPr>
          <a:xfrm>
            <a:off x="14180650" y="262793"/>
            <a:ext cx="3988597" cy="731047"/>
          </a:xfrm>
          <a:custGeom>
            <a:avLst/>
            <a:gdLst/>
            <a:ahLst/>
            <a:cxnLst/>
            <a:rect l="l" t="t" r="r" b="b"/>
            <a:pathLst>
              <a:path w="3988597" h="731047">
                <a:moveTo>
                  <a:pt x="0" y="0"/>
                </a:moveTo>
                <a:lnTo>
                  <a:pt x="3988597" y="0"/>
                </a:lnTo>
                <a:lnTo>
                  <a:pt x="3988597" y="731047"/>
                </a:lnTo>
                <a:lnTo>
                  <a:pt x="0" y="7310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4611" t="-39063" r="-111" b="1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76B86A9-4037-B7B6-A2DA-9F76D726887F}"/>
              </a:ext>
            </a:extLst>
          </p:cNvPr>
          <p:cNvSpPr/>
          <p:nvPr/>
        </p:nvSpPr>
        <p:spPr>
          <a:xfrm>
            <a:off x="252276" y="101521"/>
            <a:ext cx="3326130" cy="1045845"/>
          </a:xfrm>
          <a:custGeom>
            <a:avLst/>
            <a:gdLst/>
            <a:ahLst/>
            <a:cxnLst/>
            <a:rect l="l" t="t" r="r" b="b"/>
            <a:pathLst>
              <a:path w="3326130" h="1045845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128" t="-33846" r="-141392" b="-42672"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3D5ACE4-0F97-5D78-5E4A-5403E9E62827}"/>
              </a:ext>
            </a:extLst>
          </p:cNvPr>
          <p:cNvGrpSpPr/>
          <p:nvPr/>
        </p:nvGrpSpPr>
        <p:grpSpPr>
          <a:xfrm>
            <a:off x="3730632" y="96608"/>
            <a:ext cx="10813847" cy="1263868"/>
            <a:chOff x="0" y="0"/>
            <a:chExt cx="10253129" cy="11983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98D5AA7-69B8-37CE-CF54-329B1049FF15}"/>
                </a:ext>
              </a:extLst>
            </p:cNvPr>
            <p:cNvSpPr/>
            <p:nvPr/>
          </p:nvSpPr>
          <p:spPr>
            <a:xfrm>
              <a:off x="-82550" y="0"/>
              <a:ext cx="10335768" cy="1202944"/>
            </a:xfrm>
            <a:custGeom>
              <a:avLst/>
              <a:gdLst/>
              <a:ahLst/>
              <a:cxnLst/>
              <a:rect l="l" t="t" r="r" b="b"/>
              <a:pathLst>
                <a:path w="10335768" h="1202944">
                  <a:moveTo>
                    <a:pt x="135636" y="0"/>
                  </a:moveTo>
                  <a:lnTo>
                    <a:pt x="161036" y="0"/>
                  </a:lnTo>
                  <a:lnTo>
                    <a:pt x="161036" y="4572"/>
                  </a:lnTo>
                  <a:lnTo>
                    <a:pt x="135636" y="4572"/>
                  </a:lnTo>
                  <a:close/>
                  <a:moveTo>
                    <a:pt x="186436" y="4572"/>
                  </a:moveTo>
                  <a:lnTo>
                    <a:pt x="211836" y="4572"/>
                  </a:lnTo>
                  <a:lnTo>
                    <a:pt x="186436" y="4572"/>
                  </a:lnTo>
                  <a:close/>
                  <a:moveTo>
                    <a:pt x="237236" y="4572"/>
                  </a:moveTo>
                  <a:lnTo>
                    <a:pt x="262636" y="4572"/>
                  </a:lnTo>
                  <a:lnTo>
                    <a:pt x="237236" y="4572"/>
                  </a:lnTo>
                  <a:close/>
                  <a:moveTo>
                    <a:pt x="288036" y="4572"/>
                  </a:moveTo>
                  <a:lnTo>
                    <a:pt x="313436" y="4572"/>
                  </a:lnTo>
                  <a:lnTo>
                    <a:pt x="288036" y="4572"/>
                  </a:lnTo>
                  <a:close/>
                  <a:moveTo>
                    <a:pt x="338836" y="4572"/>
                  </a:moveTo>
                  <a:lnTo>
                    <a:pt x="364236" y="4572"/>
                  </a:lnTo>
                  <a:lnTo>
                    <a:pt x="338836" y="4572"/>
                  </a:lnTo>
                  <a:close/>
                  <a:moveTo>
                    <a:pt x="389636" y="4572"/>
                  </a:moveTo>
                  <a:lnTo>
                    <a:pt x="415036" y="4572"/>
                  </a:lnTo>
                  <a:lnTo>
                    <a:pt x="389636" y="4572"/>
                  </a:lnTo>
                  <a:close/>
                  <a:moveTo>
                    <a:pt x="440436" y="4572"/>
                  </a:moveTo>
                  <a:lnTo>
                    <a:pt x="465836" y="4572"/>
                  </a:lnTo>
                  <a:lnTo>
                    <a:pt x="440436" y="4572"/>
                  </a:lnTo>
                  <a:close/>
                  <a:moveTo>
                    <a:pt x="491236" y="4572"/>
                  </a:moveTo>
                  <a:lnTo>
                    <a:pt x="516636" y="4572"/>
                  </a:lnTo>
                  <a:lnTo>
                    <a:pt x="491236" y="4572"/>
                  </a:lnTo>
                  <a:close/>
                  <a:moveTo>
                    <a:pt x="542036" y="4572"/>
                  </a:moveTo>
                  <a:lnTo>
                    <a:pt x="567436" y="4572"/>
                  </a:lnTo>
                  <a:lnTo>
                    <a:pt x="542036" y="4572"/>
                  </a:lnTo>
                  <a:close/>
                  <a:moveTo>
                    <a:pt x="592836" y="4572"/>
                  </a:moveTo>
                  <a:lnTo>
                    <a:pt x="618236" y="4572"/>
                  </a:lnTo>
                  <a:lnTo>
                    <a:pt x="592836" y="4572"/>
                  </a:lnTo>
                  <a:close/>
                  <a:moveTo>
                    <a:pt x="643636" y="4572"/>
                  </a:moveTo>
                  <a:lnTo>
                    <a:pt x="669036" y="4572"/>
                  </a:lnTo>
                  <a:lnTo>
                    <a:pt x="643636" y="4572"/>
                  </a:lnTo>
                  <a:close/>
                  <a:moveTo>
                    <a:pt x="694436" y="4572"/>
                  </a:moveTo>
                  <a:lnTo>
                    <a:pt x="719836" y="4572"/>
                  </a:lnTo>
                  <a:lnTo>
                    <a:pt x="694436" y="4572"/>
                  </a:lnTo>
                  <a:close/>
                  <a:moveTo>
                    <a:pt x="745236" y="4572"/>
                  </a:moveTo>
                  <a:lnTo>
                    <a:pt x="770636" y="4572"/>
                  </a:lnTo>
                  <a:lnTo>
                    <a:pt x="745236" y="4572"/>
                  </a:lnTo>
                  <a:close/>
                  <a:moveTo>
                    <a:pt x="796036" y="4572"/>
                  </a:moveTo>
                  <a:lnTo>
                    <a:pt x="821436" y="4572"/>
                  </a:lnTo>
                  <a:lnTo>
                    <a:pt x="796036" y="4572"/>
                  </a:lnTo>
                  <a:close/>
                  <a:moveTo>
                    <a:pt x="846836" y="4572"/>
                  </a:moveTo>
                  <a:lnTo>
                    <a:pt x="872236" y="4572"/>
                  </a:lnTo>
                  <a:lnTo>
                    <a:pt x="846836" y="4572"/>
                  </a:lnTo>
                  <a:close/>
                  <a:moveTo>
                    <a:pt x="897636" y="4572"/>
                  </a:moveTo>
                  <a:lnTo>
                    <a:pt x="923036" y="4572"/>
                  </a:lnTo>
                  <a:lnTo>
                    <a:pt x="897636" y="4572"/>
                  </a:lnTo>
                  <a:close/>
                  <a:moveTo>
                    <a:pt x="948436" y="4572"/>
                  </a:moveTo>
                  <a:lnTo>
                    <a:pt x="973836" y="4572"/>
                  </a:lnTo>
                  <a:lnTo>
                    <a:pt x="948436" y="4572"/>
                  </a:lnTo>
                  <a:close/>
                  <a:moveTo>
                    <a:pt x="999236" y="4572"/>
                  </a:moveTo>
                  <a:lnTo>
                    <a:pt x="1024636" y="4572"/>
                  </a:lnTo>
                  <a:lnTo>
                    <a:pt x="999236" y="4572"/>
                  </a:lnTo>
                  <a:close/>
                  <a:moveTo>
                    <a:pt x="1050036" y="4572"/>
                  </a:moveTo>
                  <a:lnTo>
                    <a:pt x="1075436" y="4572"/>
                  </a:lnTo>
                  <a:lnTo>
                    <a:pt x="1050036" y="4572"/>
                  </a:lnTo>
                  <a:close/>
                  <a:moveTo>
                    <a:pt x="1100836" y="4572"/>
                  </a:moveTo>
                  <a:lnTo>
                    <a:pt x="1126236" y="4572"/>
                  </a:lnTo>
                  <a:lnTo>
                    <a:pt x="1100836" y="4572"/>
                  </a:lnTo>
                  <a:close/>
                  <a:moveTo>
                    <a:pt x="1151636" y="4572"/>
                  </a:moveTo>
                  <a:lnTo>
                    <a:pt x="1177036" y="4572"/>
                  </a:lnTo>
                  <a:lnTo>
                    <a:pt x="1151636" y="4572"/>
                  </a:lnTo>
                  <a:close/>
                  <a:moveTo>
                    <a:pt x="1202436" y="4572"/>
                  </a:moveTo>
                  <a:lnTo>
                    <a:pt x="1227836" y="4572"/>
                  </a:lnTo>
                  <a:lnTo>
                    <a:pt x="1202436" y="4572"/>
                  </a:lnTo>
                  <a:close/>
                  <a:moveTo>
                    <a:pt x="1253236" y="4572"/>
                  </a:moveTo>
                  <a:lnTo>
                    <a:pt x="1278636" y="4572"/>
                  </a:lnTo>
                  <a:lnTo>
                    <a:pt x="1253236" y="4572"/>
                  </a:lnTo>
                  <a:close/>
                  <a:moveTo>
                    <a:pt x="1304036" y="4572"/>
                  </a:moveTo>
                  <a:lnTo>
                    <a:pt x="1329436" y="4572"/>
                  </a:lnTo>
                  <a:lnTo>
                    <a:pt x="1304036" y="4572"/>
                  </a:lnTo>
                  <a:close/>
                  <a:moveTo>
                    <a:pt x="1354836" y="4572"/>
                  </a:moveTo>
                  <a:lnTo>
                    <a:pt x="1380236" y="4572"/>
                  </a:lnTo>
                  <a:lnTo>
                    <a:pt x="1354836" y="4572"/>
                  </a:lnTo>
                  <a:close/>
                  <a:moveTo>
                    <a:pt x="1405636" y="4572"/>
                  </a:moveTo>
                  <a:lnTo>
                    <a:pt x="1431036" y="4572"/>
                  </a:lnTo>
                  <a:lnTo>
                    <a:pt x="1405636" y="4572"/>
                  </a:lnTo>
                  <a:close/>
                  <a:moveTo>
                    <a:pt x="1456436" y="4572"/>
                  </a:moveTo>
                  <a:lnTo>
                    <a:pt x="1481836" y="4572"/>
                  </a:lnTo>
                  <a:lnTo>
                    <a:pt x="1456436" y="4572"/>
                  </a:lnTo>
                  <a:close/>
                  <a:moveTo>
                    <a:pt x="1507236" y="4572"/>
                  </a:moveTo>
                  <a:lnTo>
                    <a:pt x="1532636" y="4572"/>
                  </a:lnTo>
                  <a:lnTo>
                    <a:pt x="1507236" y="4572"/>
                  </a:lnTo>
                  <a:close/>
                  <a:moveTo>
                    <a:pt x="1558036" y="4572"/>
                  </a:moveTo>
                  <a:lnTo>
                    <a:pt x="1583436" y="4572"/>
                  </a:lnTo>
                  <a:lnTo>
                    <a:pt x="1558036" y="4572"/>
                  </a:lnTo>
                  <a:close/>
                  <a:moveTo>
                    <a:pt x="1608836" y="4572"/>
                  </a:moveTo>
                  <a:lnTo>
                    <a:pt x="1634236" y="4572"/>
                  </a:lnTo>
                  <a:lnTo>
                    <a:pt x="1608836" y="4572"/>
                  </a:lnTo>
                  <a:close/>
                  <a:moveTo>
                    <a:pt x="1659636" y="4572"/>
                  </a:moveTo>
                  <a:lnTo>
                    <a:pt x="1685036" y="4572"/>
                  </a:lnTo>
                  <a:lnTo>
                    <a:pt x="1659636" y="4572"/>
                  </a:lnTo>
                  <a:close/>
                  <a:moveTo>
                    <a:pt x="1710436" y="4572"/>
                  </a:moveTo>
                  <a:lnTo>
                    <a:pt x="1735836" y="4572"/>
                  </a:lnTo>
                  <a:lnTo>
                    <a:pt x="1710436" y="4572"/>
                  </a:lnTo>
                  <a:close/>
                  <a:moveTo>
                    <a:pt x="1761236" y="4572"/>
                  </a:moveTo>
                  <a:lnTo>
                    <a:pt x="1786636" y="4572"/>
                  </a:lnTo>
                  <a:lnTo>
                    <a:pt x="1761236" y="4572"/>
                  </a:lnTo>
                  <a:close/>
                  <a:moveTo>
                    <a:pt x="1812036" y="4572"/>
                  </a:moveTo>
                  <a:lnTo>
                    <a:pt x="1837436" y="4572"/>
                  </a:lnTo>
                  <a:lnTo>
                    <a:pt x="1812036" y="4572"/>
                  </a:lnTo>
                  <a:close/>
                  <a:moveTo>
                    <a:pt x="1862836" y="4572"/>
                  </a:moveTo>
                  <a:lnTo>
                    <a:pt x="1888236" y="4572"/>
                  </a:lnTo>
                  <a:lnTo>
                    <a:pt x="1862836" y="4572"/>
                  </a:lnTo>
                  <a:close/>
                  <a:moveTo>
                    <a:pt x="1913636" y="4572"/>
                  </a:moveTo>
                  <a:lnTo>
                    <a:pt x="1939036" y="4572"/>
                  </a:lnTo>
                  <a:lnTo>
                    <a:pt x="1913636" y="4572"/>
                  </a:lnTo>
                  <a:close/>
                  <a:moveTo>
                    <a:pt x="1964436" y="4572"/>
                  </a:moveTo>
                  <a:lnTo>
                    <a:pt x="1989836" y="4572"/>
                  </a:lnTo>
                  <a:lnTo>
                    <a:pt x="1964436" y="4572"/>
                  </a:lnTo>
                  <a:close/>
                  <a:moveTo>
                    <a:pt x="2015236" y="4572"/>
                  </a:moveTo>
                  <a:lnTo>
                    <a:pt x="2040636" y="4572"/>
                  </a:lnTo>
                  <a:lnTo>
                    <a:pt x="2015236" y="4572"/>
                  </a:lnTo>
                  <a:close/>
                  <a:moveTo>
                    <a:pt x="2066036" y="4572"/>
                  </a:moveTo>
                  <a:lnTo>
                    <a:pt x="2091436" y="4572"/>
                  </a:lnTo>
                  <a:lnTo>
                    <a:pt x="2066036" y="4572"/>
                  </a:lnTo>
                  <a:close/>
                  <a:moveTo>
                    <a:pt x="2116836" y="4572"/>
                  </a:moveTo>
                  <a:lnTo>
                    <a:pt x="2142236" y="4572"/>
                  </a:lnTo>
                  <a:lnTo>
                    <a:pt x="2116836" y="4572"/>
                  </a:lnTo>
                  <a:close/>
                  <a:moveTo>
                    <a:pt x="2167636" y="4572"/>
                  </a:moveTo>
                  <a:lnTo>
                    <a:pt x="2193036" y="4572"/>
                  </a:lnTo>
                  <a:lnTo>
                    <a:pt x="2167636" y="4572"/>
                  </a:lnTo>
                  <a:close/>
                  <a:moveTo>
                    <a:pt x="2218436" y="4572"/>
                  </a:moveTo>
                  <a:lnTo>
                    <a:pt x="2243836" y="4572"/>
                  </a:lnTo>
                  <a:lnTo>
                    <a:pt x="2218436" y="4572"/>
                  </a:lnTo>
                  <a:close/>
                  <a:moveTo>
                    <a:pt x="2269236" y="4572"/>
                  </a:moveTo>
                  <a:lnTo>
                    <a:pt x="2294636" y="4572"/>
                  </a:lnTo>
                  <a:lnTo>
                    <a:pt x="2269236" y="4572"/>
                  </a:lnTo>
                  <a:close/>
                  <a:moveTo>
                    <a:pt x="2320036" y="4572"/>
                  </a:moveTo>
                  <a:lnTo>
                    <a:pt x="2345436" y="4572"/>
                  </a:lnTo>
                  <a:lnTo>
                    <a:pt x="2320036" y="4572"/>
                  </a:lnTo>
                  <a:close/>
                  <a:moveTo>
                    <a:pt x="2370836" y="4572"/>
                  </a:moveTo>
                  <a:lnTo>
                    <a:pt x="2396236" y="4572"/>
                  </a:lnTo>
                  <a:lnTo>
                    <a:pt x="2370836" y="4572"/>
                  </a:lnTo>
                  <a:close/>
                  <a:moveTo>
                    <a:pt x="2421636" y="4572"/>
                  </a:moveTo>
                  <a:lnTo>
                    <a:pt x="2447036" y="4572"/>
                  </a:lnTo>
                  <a:lnTo>
                    <a:pt x="2421636" y="4572"/>
                  </a:lnTo>
                  <a:close/>
                  <a:moveTo>
                    <a:pt x="2472436" y="4572"/>
                  </a:moveTo>
                  <a:lnTo>
                    <a:pt x="2497836" y="4572"/>
                  </a:lnTo>
                  <a:lnTo>
                    <a:pt x="2472436" y="4572"/>
                  </a:lnTo>
                  <a:close/>
                  <a:moveTo>
                    <a:pt x="2523236" y="4572"/>
                  </a:moveTo>
                  <a:lnTo>
                    <a:pt x="2548636" y="4572"/>
                  </a:lnTo>
                  <a:lnTo>
                    <a:pt x="2523236" y="4572"/>
                  </a:lnTo>
                  <a:close/>
                  <a:moveTo>
                    <a:pt x="2574036" y="4572"/>
                  </a:moveTo>
                  <a:lnTo>
                    <a:pt x="2599436" y="4572"/>
                  </a:lnTo>
                  <a:lnTo>
                    <a:pt x="2574036" y="4572"/>
                  </a:lnTo>
                  <a:close/>
                  <a:moveTo>
                    <a:pt x="2624836" y="4572"/>
                  </a:moveTo>
                  <a:lnTo>
                    <a:pt x="2650236" y="4572"/>
                  </a:lnTo>
                  <a:lnTo>
                    <a:pt x="2624836" y="4572"/>
                  </a:lnTo>
                  <a:close/>
                  <a:moveTo>
                    <a:pt x="2675636" y="4572"/>
                  </a:moveTo>
                  <a:lnTo>
                    <a:pt x="2701036" y="4572"/>
                  </a:lnTo>
                  <a:lnTo>
                    <a:pt x="2675636" y="4572"/>
                  </a:lnTo>
                  <a:close/>
                  <a:moveTo>
                    <a:pt x="2726436" y="4572"/>
                  </a:moveTo>
                  <a:lnTo>
                    <a:pt x="2751836" y="4572"/>
                  </a:lnTo>
                  <a:lnTo>
                    <a:pt x="2726436" y="4572"/>
                  </a:lnTo>
                  <a:close/>
                  <a:moveTo>
                    <a:pt x="2777236" y="4572"/>
                  </a:moveTo>
                  <a:lnTo>
                    <a:pt x="2802636" y="4572"/>
                  </a:lnTo>
                  <a:lnTo>
                    <a:pt x="2777236" y="4572"/>
                  </a:lnTo>
                  <a:close/>
                  <a:moveTo>
                    <a:pt x="2828036" y="4572"/>
                  </a:moveTo>
                  <a:lnTo>
                    <a:pt x="2853436" y="4572"/>
                  </a:lnTo>
                  <a:lnTo>
                    <a:pt x="2828036" y="4572"/>
                  </a:lnTo>
                  <a:close/>
                  <a:moveTo>
                    <a:pt x="2878836" y="4572"/>
                  </a:moveTo>
                  <a:lnTo>
                    <a:pt x="2904236" y="4572"/>
                  </a:lnTo>
                  <a:lnTo>
                    <a:pt x="2878836" y="4572"/>
                  </a:lnTo>
                  <a:close/>
                  <a:moveTo>
                    <a:pt x="2929636" y="4572"/>
                  </a:moveTo>
                  <a:lnTo>
                    <a:pt x="2955036" y="4572"/>
                  </a:lnTo>
                  <a:lnTo>
                    <a:pt x="2929636" y="4572"/>
                  </a:lnTo>
                  <a:close/>
                  <a:moveTo>
                    <a:pt x="2980436" y="4572"/>
                  </a:moveTo>
                  <a:lnTo>
                    <a:pt x="3005836" y="4572"/>
                  </a:lnTo>
                  <a:lnTo>
                    <a:pt x="2980436" y="4572"/>
                  </a:lnTo>
                  <a:close/>
                  <a:moveTo>
                    <a:pt x="3031236" y="4572"/>
                  </a:moveTo>
                  <a:lnTo>
                    <a:pt x="3056636" y="4572"/>
                  </a:lnTo>
                  <a:lnTo>
                    <a:pt x="3031236" y="4572"/>
                  </a:lnTo>
                  <a:close/>
                  <a:moveTo>
                    <a:pt x="3082036" y="4572"/>
                  </a:moveTo>
                  <a:lnTo>
                    <a:pt x="3107436" y="4572"/>
                  </a:lnTo>
                  <a:lnTo>
                    <a:pt x="3082036" y="4572"/>
                  </a:lnTo>
                  <a:close/>
                  <a:moveTo>
                    <a:pt x="3132836" y="4572"/>
                  </a:moveTo>
                  <a:lnTo>
                    <a:pt x="3158236" y="4572"/>
                  </a:lnTo>
                  <a:lnTo>
                    <a:pt x="3132836" y="4572"/>
                  </a:lnTo>
                  <a:close/>
                  <a:moveTo>
                    <a:pt x="3183636" y="4572"/>
                  </a:moveTo>
                  <a:lnTo>
                    <a:pt x="3209036" y="4572"/>
                  </a:lnTo>
                  <a:lnTo>
                    <a:pt x="3183636" y="4572"/>
                  </a:lnTo>
                  <a:close/>
                  <a:moveTo>
                    <a:pt x="3234436" y="4572"/>
                  </a:moveTo>
                  <a:lnTo>
                    <a:pt x="3259836" y="4572"/>
                  </a:lnTo>
                  <a:lnTo>
                    <a:pt x="3234436" y="4572"/>
                  </a:lnTo>
                  <a:close/>
                  <a:moveTo>
                    <a:pt x="3285236" y="4572"/>
                  </a:moveTo>
                  <a:lnTo>
                    <a:pt x="3310636" y="4572"/>
                  </a:lnTo>
                  <a:lnTo>
                    <a:pt x="3285236" y="4572"/>
                  </a:lnTo>
                  <a:close/>
                  <a:moveTo>
                    <a:pt x="3336036" y="4572"/>
                  </a:moveTo>
                  <a:lnTo>
                    <a:pt x="3361436" y="4572"/>
                  </a:lnTo>
                  <a:lnTo>
                    <a:pt x="3336036" y="4572"/>
                  </a:lnTo>
                  <a:close/>
                  <a:moveTo>
                    <a:pt x="3386836" y="4572"/>
                  </a:moveTo>
                  <a:lnTo>
                    <a:pt x="3412236" y="4572"/>
                  </a:lnTo>
                  <a:lnTo>
                    <a:pt x="3386836" y="4572"/>
                  </a:lnTo>
                  <a:close/>
                  <a:moveTo>
                    <a:pt x="3437636" y="4572"/>
                  </a:moveTo>
                  <a:lnTo>
                    <a:pt x="3463036" y="4572"/>
                  </a:lnTo>
                  <a:lnTo>
                    <a:pt x="3437636" y="4572"/>
                  </a:lnTo>
                  <a:close/>
                  <a:moveTo>
                    <a:pt x="3488436" y="4572"/>
                  </a:moveTo>
                  <a:lnTo>
                    <a:pt x="3513836" y="4572"/>
                  </a:lnTo>
                  <a:lnTo>
                    <a:pt x="3488436" y="4572"/>
                  </a:lnTo>
                  <a:close/>
                  <a:moveTo>
                    <a:pt x="3539236" y="4572"/>
                  </a:moveTo>
                  <a:lnTo>
                    <a:pt x="3564636" y="4572"/>
                  </a:lnTo>
                  <a:lnTo>
                    <a:pt x="3539236" y="4572"/>
                  </a:lnTo>
                  <a:close/>
                  <a:moveTo>
                    <a:pt x="3590036" y="4572"/>
                  </a:moveTo>
                  <a:lnTo>
                    <a:pt x="3615436" y="4572"/>
                  </a:lnTo>
                  <a:lnTo>
                    <a:pt x="3590036" y="4572"/>
                  </a:lnTo>
                  <a:close/>
                  <a:moveTo>
                    <a:pt x="3640836" y="4572"/>
                  </a:moveTo>
                  <a:lnTo>
                    <a:pt x="3666236" y="4572"/>
                  </a:lnTo>
                  <a:lnTo>
                    <a:pt x="3640836" y="4572"/>
                  </a:lnTo>
                  <a:close/>
                  <a:moveTo>
                    <a:pt x="3691636" y="4572"/>
                  </a:moveTo>
                  <a:lnTo>
                    <a:pt x="3717036" y="4572"/>
                  </a:lnTo>
                  <a:lnTo>
                    <a:pt x="3691636" y="4572"/>
                  </a:lnTo>
                  <a:close/>
                  <a:moveTo>
                    <a:pt x="3742436" y="4572"/>
                  </a:moveTo>
                  <a:lnTo>
                    <a:pt x="3767836" y="4572"/>
                  </a:lnTo>
                  <a:lnTo>
                    <a:pt x="3742436" y="4572"/>
                  </a:lnTo>
                  <a:close/>
                  <a:moveTo>
                    <a:pt x="3793236" y="4572"/>
                  </a:moveTo>
                  <a:lnTo>
                    <a:pt x="3818636" y="4572"/>
                  </a:lnTo>
                  <a:lnTo>
                    <a:pt x="3793236" y="4572"/>
                  </a:lnTo>
                  <a:close/>
                  <a:moveTo>
                    <a:pt x="3844036" y="4572"/>
                  </a:moveTo>
                  <a:lnTo>
                    <a:pt x="3869436" y="4572"/>
                  </a:lnTo>
                  <a:lnTo>
                    <a:pt x="3844036" y="4572"/>
                  </a:lnTo>
                  <a:close/>
                  <a:moveTo>
                    <a:pt x="3894836" y="4572"/>
                  </a:moveTo>
                  <a:lnTo>
                    <a:pt x="3920236" y="4572"/>
                  </a:lnTo>
                  <a:lnTo>
                    <a:pt x="3894836" y="4572"/>
                  </a:lnTo>
                  <a:close/>
                  <a:moveTo>
                    <a:pt x="3945636" y="4572"/>
                  </a:moveTo>
                  <a:lnTo>
                    <a:pt x="3971036" y="4572"/>
                  </a:lnTo>
                  <a:lnTo>
                    <a:pt x="3945636" y="4572"/>
                  </a:lnTo>
                  <a:close/>
                  <a:moveTo>
                    <a:pt x="3996436" y="4572"/>
                  </a:moveTo>
                  <a:lnTo>
                    <a:pt x="4021836" y="4572"/>
                  </a:lnTo>
                  <a:lnTo>
                    <a:pt x="3996436" y="4572"/>
                  </a:lnTo>
                  <a:close/>
                  <a:moveTo>
                    <a:pt x="4047236" y="4572"/>
                  </a:moveTo>
                  <a:lnTo>
                    <a:pt x="4072636" y="4572"/>
                  </a:lnTo>
                  <a:lnTo>
                    <a:pt x="4047236" y="4572"/>
                  </a:lnTo>
                  <a:close/>
                  <a:moveTo>
                    <a:pt x="4098036" y="4572"/>
                  </a:moveTo>
                  <a:lnTo>
                    <a:pt x="4123436" y="4572"/>
                  </a:lnTo>
                  <a:lnTo>
                    <a:pt x="4098036" y="4572"/>
                  </a:lnTo>
                  <a:close/>
                  <a:moveTo>
                    <a:pt x="4148836" y="4572"/>
                  </a:moveTo>
                  <a:lnTo>
                    <a:pt x="4174236" y="4572"/>
                  </a:lnTo>
                  <a:lnTo>
                    <a:pt x="4148836" y="4572"/>
                  </a:lnTo>
                  <a:close/>
                  <a:moveTo>
                    <a:pt x="4199636" y="4572"/>
                  </a:moveTo>
                  <a:lnTo>
                    <a:pt x="4225036" y="4572"/>
                  </a:lnTo>
                  <a:lnTo>
                    <a:pt x="4199636" y="4572"/>
                  </a:lnTo>
                  <a:close/>
                  <a:moveTo>
                    <a:pt x="4250436" y="4572"/>
                  </a:moveTo>
                  <a:lnTo>
                    <a:pt x="4275836" y="4572"/>
                  </a:lnTo>
                  <a:lnTo>
                    <a:pt x="4250436" y="4572"/>
                  </a:lnTo>
                  <a:close/>
                  <a:moveTo>
                    <a:pt x="4301236" y="4572"/>
                  </a:moveTo>
                  <a:lnTo>
                    <a:pt x="4326636" y="4572"/>
                  </a:lnTo>
                  <a:lnTo>
                    <a:pt x="4301236" y="4572"/>
                  </a:lnTo>
                  <a:close/>
                  <a:moveTo>
                    <a:pt x="4352036" y="4572"/>
                  </a:moveTo>
                  <a:lnTo>
                    <a:pt x="4377436" y="4572"/>
                  </a:lnTo>
                  <a:lnTo>
                    <a:pt x="4352036" y="4572"/>
                  </a:lnTo>
                  <a:close/>
                  <a:moveTo>
                    <a:pt x="4402836" y="4572"/>
                  </a:moveTo>
                  <a:lnTo>
                    <a:pt x="4428236" y="4572"/>
                  </a:lnTo>
                  <a:lnTo>
                    <a:pt x="4402836" y="4572"/>
                  </a:lnTo>
                  <a:close/>
                  <a:moveTo>
                    <a:pt x="4453636" y="4572"/>
                  </a:moveTo>
                  <a:lnTo>
                    <a:pt x="4479036" y="4572"/>
                  </a:lnTo>
                  <a:lnTo>
                    <a:pt x="4453636" y="4572"/>
                  </a:lnTo>
                  <a:close/>
                  <a:moveTo>
                    <a:pt x="4504436" y="4572"/>
                  </a:moveTo>
                  <a:lnTo>
                    <a:pt x="4529836" y="4572"/>
                  </a:lnTo>
                  <a:lnTo>
                    <a:pt x="4504436" y="4572"/>
                  </a:lnTo>
                  <a:close/>
                  <a:moveTo>
                    <a:pt x="4555236" y="4572"/>
                  </a:moveTo>
                  <a:lnTo>
                    <a:pt x="4580636" y="4572"/>
                  </a:lnTo>
                  <a:lnTo>
                    <a:pt x="4555236" y="4572"/>
                  </a:lnTo>
                  <a:close/>
                  <a:moveTo>
                    <a:pt x="4606036" y="4572"/>
                  </a:moveTo>
                  <a:lnTo>
                    <a:pt x="4631436" y="4572"/>
                  </a:lnTo>
                  <a:lnTo>
                    <a:pt x="4606036" y="4572"/>
                  </a:lnTo>
                  <a:close/>
                  <a:moveTo>
                    <a:pt x="4656836" y="4572"/>
                  </a:moveTo>
                  <a:lnTo>
                    <a:pt x="4682236" y="4572"/>
                  </a:lnTo>
                  <a:lnTo>
                    <a:pt x="4656836" y="4572"/>
                  </a:lnTo>
                  <a:close/>
                  <a:moveTo>
                    <a:pt x="4707636" y="4572"/>
                  </a:moveTo>
                  <a:lnTo>
                    <a:pt x="4733036" y="4572"/>
                  </a:lnTo>
                  <a:lnTo>
                    <a:pt x="4707636" y="4572"/>
                  </a:lnTo>
                  <a:close/>
                  <a:moveTo>
                    <a:pt x="4758436" y="4572"/>
                  </a:moveTo>
                  <a:lnTo>
                    <a:pt x="4783836" y="4572"/>
                  </a:lnTo>
                  <a:lnTo>
                    <a:pt x="4758436" y="4572"/>
                  </a:lnTo>
                  <a:close/>
                  <a:moveTo>
                    <a:pt x="4809236" y="4572"/>
                  </a:moveTo>
                  <a:lnTo>
                    <a:pt x="4834636" y="4572"/>
                  </a:lnTo>
                  <a:lnTo>
                    <a:pt x="4809236" y="4572"/>
                  </a:lnTo>
                  <a:close/>
                  <a:moveTo>
                    <a:pt x="4860036" y="4572"/>
                  </a:moveTo>
                  <a:lnTo>
                    <a:pt x="4885436" y="4572"/>
                  </a:lnTo>
                  <a:lnTo>
                    <a:pt x="4860036" y="4572"/>
                  </a:lnTo>
                  <a:close/>
                  <a:moveTo>
                    <a:pt x="4910836" y="4572"/>
                  </a:moveTo>
                  <a:lnTo>
                    <a:pt x="4936236" y="4572"/>
                  </a:lnTo>
                  <a:lnTo>
                    <a:pt x="4910836" y="4572"/>
                  </a:lnTo>
                  <a:close/>
                  <a:moveTo>
                    <a:pt x="4961636" y="4572"/>
                  </a:moveTo>
                  <a:lnTo>
                    <a:pt x="4987036" y="4572"/>
                  </a:lnTo>
                  <a:lnTo>
                    <a:pt x="4961636" y="4572"/>
                  </a:lnTo>
                  <a:close/>
                  <a:moveTo>
                    <a:pt x="5012436" y="4572"/>
                  </a:moveTo>
                  <a:lnTo>
                    <a:pt x="5037836" y="4572"/>
                  </a:lnTo>
                  <a:lnTo>
                    <a:pt x="5012436" y="4572"/>
                  </a:lnTo>
                  <a:close/>
                  <a:moveTo>
                    <a:pt x="5063236" y="4572"/>
                  </a:moveTo>
                  <a:lnTo>
                    <a:pt x="5088636" y="4572"/>
                  </a:lnTo>
                  <a:lnTo>
                    <a:pt x="5063236" y="4572"/>
                  </a:lnTo>
                  <a:close/>
                  <a:moveTo>
                    <a:pt x="5114036" y="4572"/>
                  </a:moveTo>
                  <a:lnTo>
                    <a:pt x="5139436" y="4572"/>
                  </a:lnTo>
                  <a:lnTo>
                    <a:pt x="5114036" y="4572"/>
                  </a:lnTo>
                  <a:close/>
                  <a:moveTo>
                    <a:pt x="5164836" y="4572"/>
                  </a:moveTo>
                  <a:lnTo>
                    <a:pt x="5190236" y="4572"/>
                  </a:lnTo>
                  <a:lnTo>
                    <a:pt x="5164836" y="4572"/>
                  </a:lnTo>
                  <a:close/>
                  <a:moveTo>
                    <a:pt x="5215636" y="4572"/>
                  </a:moveTo>
                  <a:lnTo>
                    <a:pt x="5241036" y="4572"/>
                  </a:lnTo>
                  <a:lnTo>
                    <a:pt x="5215636" y="4572"/>
                  </a:lnTo>
                  <a:close/>
                  <a:moveTo>
                    <a:pt x="5266436" y="4572"/>
                  </a:moveTo>
                  <a:lnTo>
                    <a:pt x="5291836" y="4572"/>
                  </a:lnTo>
                  <a:lnTo>
                    <a:pt x="5266436" y="4572"/>
                  </a:lnTo>
                  <a:close/>
                  <a:moveTo>
                    <a:pt x="5317236" y="4572"/>
                  </a:moveTo>
                  <a:lnTo>
                    <a:pt x="5342636" y="4572"/>
                  </a:lnTo>
                  <a:lnTo>
                    <a:pt x="5317236" y="4572"/>
                  </a:lnTo>
                  <a:close/>
                  <a:moveTo>
                    <a:pt x="5368036" y="4572"/>
                  </a:moveTo>
                  <a:lnTo>
                    <a:pt x="5393436" y="4572"/>
                  </a:lnTo>
                  <a:lnTo>
                    <a:pt x="5368036" y="4572"/>
                  </a:lnTo>
                  <a:close/>
                  <a:moveTo>
                    <a:pt x="5418836" y="4572"/>
                  </a:moveTo>
                  <a:lnTo>
                    <a:pt x="5444236" y="4572"/>
                  </a:lnTo>
                  <a:lnTo>
                    <a:pt x="5418836" y="4572"/>
                  </a:lnTo>
                  <a:close/>
                  <a:moveTo>
                    <a:pt x="5469636" y="4572"/>
                  </a:moveTo>
                  <a:lnTo>
                    <a:pt x="5495036" y="4572"/>
                  </a:lnTo>
                  <a:lnTo>
                    <a:pt x="5469636" y="4572"/>
                  </a:lnTo>
                  <a:close/>
                  <a:moveTo>
                    <a:pt x="5520436" y="4572"/>
                  </a:moveTo>
                  <a:lnTo>
                    <a:pt x="5545836" y="4572"/>
                  </a:lnTo>
                  <a:lnTo>
                    <a:pt x="5520436" y="4572"/>
                  </a:lnTo>
                  <a:close/>
                  <a:moveTo>
                    <a:pt x="5571236" y="4572"/>
                  </a:moveTo>
                  <a:lnTo>
                    <a:pt x="5596636" y="4572"/>
                  </a:lnTo>
                  <a:lnTo>
                    <a:pt x="5571236" y="4572"/>
                  </a:lnTo>
                  <a:close/>
                  <a:moveTo>
                    <a:pt x="5622036" y="4572"/>
                  </a:moveTo>
                  <a:lnTo>
                    <a:pt x="5647436" y="4572"/>
                  </a:lnTo>
                  <a:lnTo>
                    <a:pt x="5622036" y="4572"/>
                  </a:lnTo>
                  <a:close/>
                  <a:moveTo>
                    <a:pt x="5672836" y="4572"/>
                  </a:moveTo>
                  <a:lnTo>
                    <a:pt x="5698236" y="4572"/>
                  </a:lnTo>
                  <a:lnTo>
                    <a:pt x="5672836" y="4572"/>
                  </a:lnTo>
                  <a:close/>
                  <a:moveTo>
                    <a:pt x="5723636" y="4572"/>
                  </a:moveTo>
                  <a:lnTo>
                    <a:pt x="5749036" y="4572"/>
                  </a:lnTo>
                  <a:lnTo>
                    <a:pt x="5723636" y="4572"/>
                  </a:lnTo>
                  <a:close/>
                  <a:moveTo>
                    <a:pt x="5774436" y="4572"/>
                  </a:moveTo>
                  <a:lnTo>
                    <a:pt x="5799836" y="4572"/>
                  </a:lnTo>
                  <a:lnTo>
                    <a:pt x="5774436" y="4572"/>
                  </a:lnTo>
                  <a:close/>
                  <a:moveTo>
                    <a:pt x="5825236" y="4572"/>
                  </a:moveTo>
                  <a:lnTo>
                    <a:pt x="5850636" y="4572"/>
                  </a:lnTo>
                  <a:lnTo>
                    <a:pt x="5825236" y="4572"/>
                  </a:lnTo>
                  <a:close/>
                  <a:moveTo>
                    <a:pt x="5876036" y="4572"/>
                  </a:moveTo>
                  <a:lnTo>
                    <a:pt x="5901436" y="4572"/>
                  </a:lnTo>
                  <a:lnTo>
                    <a:pt x="5876036" y="4572"/>
                  </a:lnTo>
                  <a:close/>
                  <a:moveTo>
                    <a:pt x="5926836" y="4572"/>
                  </a:moveTo>
                  <a:lnTo>
                    <a:pt x="5952236" y="4572"/>
                  </a:lnTo>
                  <a:lnTo>
                    <a:pt x="5926836" y="4572"/>
                  </a:lnTo>
                  <a:close/>
                  <a:moveTo>
                    <a:pt x="5977636" y="4572"/>
                  </a:moveTo>
                  <a:lnTo>
                    <a:pt x="6003036" y="4572"/>
                  </a:lnTo>
                  <a:lnTo>
                    <a:pt x="5977636" y="4572"/>
                  </a:lnTo>
                  <a:close/>
                  <a:moveTo>
                    <a:pt x="6028436" y="4572"/>
                  </a:moveTo>
                  <a:lnTo>
                    <a:pt x="6053836" y="4572"/>
                  </a:lnTo>
                  <a:lnTo>
                    <a:pt x="6028436" y="4572"/>
                  </a:lnTo>
                  <a:close/>
                  <a:moveTo>
                    <a:pt x="6079236" y="4572"/>
                  </a:moveTo>
                  <a:lnTo>
                    <a:pt x="6104636" y="4572"/>
                  </a:lnTo>
                  <a:lnTo>
                    <a:pt x="6079236" y="4572"/>
                  </a:lnTo>
                  <a:close/>
                  <a:moveTo>
                    <a:pt x="6130036" y="4572"/>
                  </a:moveTo>
                  <a:lnTo>
                    <a:pt x="6155436" y="4572"/>
                  </a:lnTo>
                  <a:lnTo>
                    <a:pt x="6130036" y="4572"/>
                  </a:lnTo>
                  <a:close/>
                  <a:moveTo>
                    <a:pt x="6180836" y="4572"/>
                  </a:moveTo>
                  <a:lnTo>
                    <a:pt x="6206236" y="4572"/>
                  </a:lnTo>
                  <a:lnTo>
                    <a:pt x="6180836" y="4572"/>
                  </a:lnTo>
                  <a:close/>
                  <a:moveTo>
                    <a:pt x="6231636" y="4572"/>
                  </a:moveTo>
                  <a:lnTo>
                    <a:pt x="6257036" y="4572"/>
                  </a:lnTo>
                  <a:lnTo>
                    <a:pt x="6231636" y="4572"/>
                  </a:lnTo>
                  <a:close/>
                  <a:moveTo>
                    <a:pt x="6282436" y="4572"/>
                  </a:moveTo>
                  <a:lnTo>
                    <a:pt x="6307836" y="4572"/>
                  </a:lnTo>
                  <a:lnTo>
                    <a:pt x="6282436" y="4572"/>
                  </a:lnTo>
                  <a:close/>
                  <a:moveTo>
                    <a:pt x="6333236" y="4572"/>
                  </a:moveTo>
                  <a:lnTo>
                    <a:pt x="6358636" y="4572"/>
                  </a:lnTo>
                  <a:lnTo>
                    <a:pt x="6333236" y="4572"/>
                  </a:lnTo>
                  <a:close/>
                  <a:moveTo>
                    <a:pt x="6384036" y="4572"/>
                  </a:moveTo>
                  <a:lnTo>
                    <a:pt x="6409436" y="4572"/>
                  </a:lnTo>
                  <a:lnTo>
                    <a:pt x="6384036" y="4572"/>
                  </a:lnTo>
                  <a:close/>
                  <a:moveTo>
                    <a:pt x="6434836" y="4572"/>
                  </a:moveTo>
                  <a:lnTo>
                    <a:pt x="6460236" y="4572"/>
                  </a:lnTo>
                  <a:lnTo>
                    <a:pt x="6434836" y="4572"/>
                  </a:lnTo>
                  <a:close/>
                  <a:moveTo>
                    <a:pt x="6485636" y="4572"/>
                  </a:moveTo>
                  <a:lnTo>
                    <a:pt x="6511036" y="4572"/>
                  </a:lnTo>
                  <a:lnTo>
                    <a:pt x="6485636" y="4572"/>
                  </a:lnTo>
                  <a:close/>
                  <a:moveTo>
                    <a:pt x="6536436" y="4572"/>
                  </a:moveTo>
                  <a:lnTo>
                    <a:pt x="6561836" y="4572"/>
                  </a:lnTo>
                  <a:lnTo>
                    <a:pt x="6536436" y="4572"/>
                  </a:lnTo>
                  <a:close/>
                  <a:moveTo>
                    <a:pt x="6587236" y="4572"/>
                  </a:moveTo>
                  <a:lnTo>
                    <a:pt x="6612636" y="4572"/>
                  </a:lnTo>
                  <a:lnTo>
                    <a:pt x="6587236" y="4572"/>
                  </a:lnTo>
                  <a:close/>
                  <a:moveTo>
                    <a:pt x="6638036" y="4572"/>
                  </a:moveTo>
                  <a:lnTo>
                    <a:pt x="6663436" y="4572"/>
                  </a:lnTo>
                  <a:lnTo>
                    <a:pt x="6638036" y="4572"/>
                  </a:lnTo>
                  <a:close/>
                  <a:moveTo>
                    <a:pt x="6688836" y="4572"/>
                  </a:moveTo>
                  <a:lnTo>
                    <a:pt x="6714236" y="4572"/>
                  </a:lnTo>
                  <a:lnTo>
                    <a:pt x="6688836" y="4572"/>
                  </a:lnTo>
                  <a:close/>
                  <a:moveTo>
                    <a:pt x="6739636" y="4572"/>
                  </a:moveTo>
                  <a:lnTo>
                    <a:pt x="6765036" y="4572"/>
                  </a:lnTo>
                  <a:lnTo>
                    <a:pt x="6739636" y="4572"/>
                  </a:lnTo>
                  <a:close/>
                  <a:moveTo>
                    <a:pt x="6790436" y="4572"/>
                  </a:moveTo>
                  <a:lnTo>
                    <a:pt x="6815836" y="4572"/>
                  </a:lnTo>
                  <a:lnTo>
                    <a:pt x="6790436" y="4572"/>
                  </a:lnTo>
                  <a:close/>
                  <a:moveTo>
                    <a:pt x="6841236" y="4572"/>
                  </a:moveTo>
                  <a:lnTo>
                    <a:pt x="6866636" y="4572"/>
                  </a:lnTo>
                  <a:lnTo>
                    <a:pt x="6841236" y="4572"/>
                  </a:lnTo>
                  <a:close/>
                  <a:moveTo>
                    <a:pt x="6892036" y="4572"/>
                  </a:moveTo>
                  <a:lnTo>
                    <a:pt x="6917436" y="4572"/>
                  </a:lnTo>
                  <a:lnTo>
                    <a:pt x="6892036" y="4572"/>
                  </a:lnTo>
                  <a:close/>
                  <a:moveTo>
                    <a:pt x="6942836" y="4572"/>
                  </a:moveTo>
                  <a:lnTo>
                    <a:pt x="6968236" y="4572"/>
                  </a:lnTo>
                  <a:lnTo>
                    <a:pt x="6942836" y="4572"/>
                  </a:lnTo>
                  <a:close/>
                  <a:moveTo>
                    <a:pt x="6993636" y="4572"/>
                  </a:moveTo>
                  <a:lnTo>
                    <a:pt x="7019036" y="4572"/>
                  </a:lnTo>
                  <a:lnTo>
                    <a:pt x="6993636" y="4572"/>
                  </a:lnTo>
                  <a:close/>
                  <a:moveTo>
                    <a:pt x="7044436" y="4572"/>
                  </a:moveTo>
                  <a:lnTo>
                    <a:pt x="7069836" y="4572"/>
                  </a:lnTo>
                  <a:lnTo>
                    <a:pt x="7044436" y="4572"/>
                  </a:lnTo>
                  <a:close/>
                  <a:moveTo>
                    <a:pt x="7095236" y="4572"/>
                  </a:moveTo>
                  <a:lnTo>
                    <a:pt x="7120636" y="4572"/>
                  </a:lnTo>
                  <a:lnTo>
                    <a:pt x="7095236" y="4572"/>
                  </a:lnTo>
                  <a:close/>
                  <a:moveTo>
                    <a:pt x="7146036" y="4572"/>
                  </a:moveTo>
                  <a:lnTo>
                    <a:pt x="7171436" y="4572"/>
                  </a:lnTo>
                  <a:lnTo>
                    <a:pt x="7146036" y="4572"/>
                  </a:lnTo>
                  <a:close/>
                  <a:moveTo>
                    <a:pt x="7196836" y="4572"/>
                  </a:moveTo>
                  <a:lnTo>
                    <a:pt x="7222236" y="4572"/>
                  </a:lnTo>
                  <a:lnTo>
                    <a:pt x="7196836" y="4572"/>
                  </a:lnTo>
                  <a:close/>
                  <a:moveTo>
                    <a:pt x="7247636" y="4572"/>
                  </a:moveTo>
                  <a:lnTo>
                    <a:pt x="7273036" y="4572"/>
                  </a:lnTo>
                  <a:lnTo>
                    <a:pt x="7247636" y="4572"/>
                  </a:lnTo>
                  <a:close/>
                  <a:moveTo>
                    <a:pt x="7298436" y="4572"/>
                  </a:moveTo>
                  <a:lnTo>
                    <a:pt x="7323836" y="4572"/>
                  </a:lnTo>
                  <a:lnTo>
                    <a:pt x="7298436" y="4572"/>
                  </a:lnTo>
                  <a:close/>
                  <a:moveTo>
                    <a:pt x="7349236" y="4572"/>
                  </a:moveTo>
                  <a:lnTo>
                    <a:pt x="7374636" y="4572"/>
                  </a:lnTo>
                  <a:lnTo>
                    <a:pt x="7349236" y="4572"/>
                  </a:lnTo>
                  <a:close/>
                  <a:moveTo>
                    <a:pt x="7400036" y="4572"/>
                  </a:moveTo>
                  <a:lnTo>
                    <a:pt x="7425436" y="4572"/>
                  </a:lnTo>
                  <a:lnTo>
                    <a:pt x="7400036" y="4572"/>
                  </a:lnTo>
                  <a:close/>
                  <a:moveTo>
                    <a:pt x="7450836" y="4572"/>
                  </a:moveTo>
                  <a:lnTo>
                    <a:pt x="7476236" y="4572"/>
                  </a:lnTo>
                  <a:lnTo>
                    <a:pt x="7450836" y="4572"/>
                  </a:lnTo>
                  <a:close/>
                  <a:moveTo>
                    <a:pt x="7501636" y="4572"/>
                  </a:moveTo>
                  <a:lnTo>
                    <a:pt x="7527036" y="4572"/>
                  </a:lnTo>
                  <a:lnTo>
                    <a:pt x="7501636" y="4572"/>
                  </a:lnTo>
                  <a:close/>
                  <a:moveTo>
                    <a:pt x="7552436" y="4572"/>
                  </a:moveTo>
                  <a:lnTo>
                    <a:pt x="7577836" y="4572"/>
                  </a:lnTo>
                  <a:lnTo>
                    <a:pt x="7552436" y="4572"/>
                  </a:lnTo>
                  <a:close/>
                  <a:moveTo>
                    <a:pt x="7603236" y="4572"/>
                  </a:moveTo>
                  <a:lnTo>
                    <a:pt x="7628636" y="4572"/>
                  </a:lnTo>
                  <a:lnTo>
                    <a:pt x="7603236" y="4572"/>
                  </a:lnTo>
                  <a:close/>
                  <a:moveTo>
                    <a:pt x="7654036" y="4572"/>
                  </a:moveTo>
                  <a:lnTo>
                    <a:pt x="7679436" y="4572"/>
                  </a:lnTo>
                  <a:lnTo>
                    <a:pt x="7654036" y="4572"/>
                  </a:lnTo>
                  <a:close/>
                  <a:moveTo>
                    <a:pt x="7704836" y="4572"/>
                  </a:moveTo>
                  <a:lnTo>
                    <a:pt x="7730236" y="4572"/>
                  </a:lnTo>
                  <a:lnTo>
                    <a:pt x="7704836" y="4572"/>
                  </a:lnTo>
                  <a:close/>
                  <a:moveTo>
                    <a:pt x="7755636" y="4572"/>
                  </a:moveTo>
                  <a:lnTo>
                    <a:pt x="7781036" y="4572"/>
                  </a:lnTo>
                  <a:lnTo>
                    <a:pt x="7755636" y="4572"/>
                  </a:lnTo>
                  <a:close/>
                  <a:moveTo>
                    <a:pt x="7806436" y="4572"/>
                  </a:moveTo>
                  <a:lnTo>
                    <a:pt x="7831836" y="4572"/>
                  </a:lnTo>
                  <a:lnTo>
                    <a:pt x="7806436" y="4572"/>
                  </a:lnTo>
                  <a:close/>
                  <a:moveTo>
                    <a:pt x="7857236" y="4572"/>
                  </a:moveTo>
                  <a:lnTo>
                    <a:pt x="7882636" y="4572"/>
                  </a:lnTo>
                  <a:lnTo>
                    <a:pt x="7857236" y="4572"/>
                  </a:lnTo>
                  <a:close/>
                  <a:moveTo>
                    <a:pt x="7908036" y="4572"/>
                  </a:moveTo>
                  <a:lnTo>
                    <a:pt x="7933436" y="4572"/>
                  </a:lnTo>
                  <a:lnTo>
                    <a:pt x="7908036" y="4572"/>
                  </a:lnTo>
                  <a:close/>
                  <a:moveTo>
                    <a:pt x="7958836" y="4572"/>
                  </a:moveTo>
                  <a:lnTo>
                    <a:pt x="7984236" y="4572"/>
                  </a:lnTo>
                  <a:lnTo>
                    <a:pt x="7958836" y="4572"/>
                  </a:lnTo>
                  <a:close/>
                  <a:moveTo>
                    <a:pt x="8009636" y="4572"/>
                  </a:moveTo>
                  <a:lnTo>
                    <a:pt x="8035036" y="4572"/>
                  </a:lnTo>
                  <a:lnTo>
                    <a:pt x="8009636" y="4572"/>
                  </a:lnTo>
                  <a:close/>
                  <a:moveTo>
                    <a:pt x="8060436" y="4572"/>
                  </a:moveTo>
                  <a:lnTo>
                    <a:pt x="8085836" y="4572"/>
                  </a:lnTo>
                  <a:lnTo>
                    <a:pt x="8060436" y="4572"/>
                  </a:lnTo>
                  <a:close/>
                  <a:moveTo>
                    <a:pt x="8111236" y="4572"/>
                  </a:moveTo>
                  <a:lnTo>
                    <a:pt x="8136636" y="4572"/>
                  </a:lnTo>
                  <a:lnTo>
                    <a:pt x="8111236" y="4572"/>
                  </a:lnTo>
                  <a:close/>
                  <a:moveTo>
                    <a:pt x="8162036" y="4572"/>
                  </a:moveTo>
                  <a:lnTo>
                    <a:pt x="8187436" y="4572"/>
                  </a:lnTo>
                  <a:lnTo>
                    <a:pt x="8162036" y="4572"/>
                  </a:lnTo>
                  <a:close/>
                  <a:moveTo>
                    <a:pt x="8212836" y="4572"/>
                  </a:moveTo>
                  <a:lnTo>
                    <a:pt x="8238236" y="4572"/>
                  </a:lnTo>
                  <a:lnTo>
                    <a:pt x="8212836" y="4572"/>
                  </a:lnTo>
                  <a:close/>
                  <a:moveTo>
                    <a:pt x="8263636" y="4572"/>
                  </a:moveTo>
                  <a:lnTo>
                    <a:pt x="8289036" y="4572"/>
                  </a:lnTo>
                  <a:lnTo>
                    <a:pt x="8263636" y="4572"/>
                  </a:lnTo>
                  <a:close/>
                  <a:moveTo>
                    <a:pt x="8314436" y="4572"/>
                  </a:moveTo>
                  <a:lnTo>
                    <a:pt x="8339836" y="4572"/>
                  </a:lnTo>
                  <a:lnTo>
                    <a:pt x="8314436" y="4572"/>
                  </a:lnTo>
                  <a:close/>
                  <a:moveTo>
                    <a:pt x="8365236" y="4572"/>
                  </a:moveTo>
                  <a:lnTo>
                    <a:pt x="8390636" y="4572"/>
                  </a:lnTo>
                  <a:lnTo>
                    <a:pt x="8365236" y="4572"/>
                  </a:lnTo>
                  <a:close/>
                  <a:moveTo>
                    <a:pt x="8416036" y="4572"/>
                  </a:moveTo>
                  <a:lnTo>
                    <a:pt x="8441436" y="4572"/>
                  </a:lnTo>
                  <a:lnTo>
                    <a:pt x="8416036" y="4572"/>
                  </a:lnTo>
                  <a:close/>
                  <a:moveTo>
                    <a:pt x="8466836" y="4572"/>
                  </a:moveTo>
                  <a:lnTo>
                    <a:pt x="8492236" y="4572"/>
                  </a:lnTo>
                  <a:lnTo>
                    <a:pt x="8466836" y="4572"/>
                  </a:lnTo>
                  <a:close/>
                  <a:moveTo>
                    <a:pt x="8517636" y="4572"/>
                  </a:moveTo>
                  <a:lnTo>
                    <a:pt x="8543036" y="4572"/>
                  </a:lnTo>
                  <a:lnTo>
                    <a:pt x="8517636" y="4572"/>
                  </a:lnTo>
                  <a:close/>
                  <a:moveTo>
                    <a:pt x="8568436" y="4572"/>
                  </a:moveTo>
                  <a:lnTo>
                    <a:pt x="8593836" y="4572"/>
                  </a:lnTo>
                  <a:lnTo>
                    <a:pt x="8568436" y="4572"/>
                  </a:lnTo>
                  <a:close/>
                  <a:moveTo>
                    <a:pt x="8619236" y="4572"/>
                  </a:moveTo>
                  <a:lnTo>
                    <a:pt x="8644636" y="4572"/>
                  </a:lnTo>
                  <a:lnTo>
                    <a:pt x="8619236" y="4572"/>
                  </a:lnTo>
                  <a:close/>
                  <a:moveTo>
                    <a:pt x="8670036" y="4572"/>
                  </a:moveTo>
                  <a:lnTo>
                    <a:pt x="8695436" y="4572"/>
                  </a:lnTo>
                  <a:lnTo>
                    <a:pt x="8670036" y="4572"/>
                  </a:lnTo>
                  <a:close/>
                  <a:moveTo>
                    <a:pt x="8720836" y="4572"/>
                  </a:moveTo>
                  <a:lnTo>
                    <a:pt x="8746236" y="4572"/>
                  </a:lnTo>
                  <a:lnTo>
                    <a:pt x="8720836" y="4572"/>
                  </a:lnTo>
                  <a:close/>
                  <a:moveTo>
                    <a:pt x="8771636" y="4572"/>
                  </a:moveTo>
                  <a:lnTo>
                    <a:pt x="8797036" y="4572"/>
                  </a:lnTo>
                  <a:lnTo>
                    <a:pt x="8771636" y="4572"/>
                  </a:lnTo>
                  <a:close/>
                  <a:moveTo>
                    <a:pt x="8822436" y="4572"/>
                  </a:moveTo>
                  <a:lnTo>
                    <a:pt x="8847836" y="4572"/>
                  </a:lnTo>
                  <a:lnTo>
                    <a:pt x="8822436" y="4572"/>
                  </a:lnTo>
                  <a:close/>
                  <a:moveTo>
                    <a:pt x="8873236" y="4572"/>
                  </a:moveTo>
                  <a:lnTo>
                    <a:pt x="8898636" y="4572"/>
                  </a:lnTo>
                  <a:lnTo>
                    <a:pt x="8873236" y="4572"/>
                  </a:lnTo>
                  <a:close/>
                  <a:moveTo>
                    <a:pt x="8924036" y="4572"/>
                  </a:moveTo>
                  <a:lnTo>
                    <a:pt x="8949436" y="4572"/>
                  </a:lnTo>
                  <a:lnTo>
                    <a:pt x="8924036" y="4572"/>
                  </a:lnTo>
                  <a:close/>
                  <a:moveTo>
                    <a:pt x="8974836" y="4572"/>
                  </a:moveTo>
                  <a:lnTo>
                    <a:pt x="9000236" y="4572"/>
                  </a:lnTo>
                  <a:lnTo>
                    <a:pt x="8974836" y="4572"/>
                  </a:lnTo>
                  <a:close/>
                  <a:moveTo>
                    <a:pt x="9025636" y="4572"/>
                  </a:moveTo>
                  <a:lnTo>
                    <a:pt x="9051036" y="4572"/>
                  </a:lnTo>
                  <a:lnTo>
                    <a:pt x="9025636" y="4572"/>
                  </a:lnTo>
                  <a:close/>
                  <a:moveTo>
                    <a:pt x="9076436" y="4572"/>
                  </a:moveTo>
                  <a:lnTo>
                    <a:pt x="9101836" y="4572"/>
                  </a:lnTo>
                  <a:lnTo>
                    <a:pt x="9076436" y="4572"/>
                  </a:lnTo>
                  <a:close/>
                  <a:moveTo>
                    <a:pt x="9127236" y="4572"/>
                  </a:moveTo>
                  <a:lnTo>
                    <a:pt x="9152636" y="4572"/>
                  </a:lnTo>
                  <a:lnTo>
                    <a:pt x="9127236" y="4572"/>
                  </a:lnTo>
                  <a:close/>
                  <a:moveTo>
                    <a:pt x="9178036" y="4572"/>
                  </a:moveTo>
                  <a:lnTo>
                    <a:pt x="9203436" y="4572"/>
                  </a:lnTo>
                  <a:lnTo>
                    <a:pt x="9178036" y="4572"/>
                  </a:lnTo>
                  <a:close/>
                  <a:moveTo>
                    <a:pt x="9228836" y="4572"/>
                  </a:moveTo>
                  <a:lnTo>
                    <a:pt x="9254236" y="4572"/>
                  </a:lnTo>
                  <a:lnTo>
                    <a:pt x="9228836" y="4572"/>
                  </a:lnTo>
                  <a:close/>
                  <a:moveTo>
                    <a:pt x="9279636" y="4572"/>
                  </a:moveTo>
                  <a:lnTo>
                    <a:pt x="9305036" y="4572"/>
                  </a:lnTo>
                  <a:lnTo>
                    <a:pt x="9279636" y="4572"/>
                  </a:lnTo>
                  <a:close/>
                  <a:moveTo>
                    <a:pt x="9330436" y="4572"/>
                  </a:moveTo>
                  <a:lnTo>
                    <a:pt x="9355836" y="4572"/>
                  </a:lnTo>
                  <a:lnTo>
                    <a:pt x="9330436" y="4572"/>
                  </a:lnTo>
                  <a:close/>
                  <a:moveTo>
                    <a:pt x="9381236" y="4572"/>
                  </a:moveTo>
                  <a:lnTo>
                    <a:pt x="9406636" y="4572"/>
                  </a:lnTo>
                  <a:lnTo>
                    <a:pt x="9381236" y="4572"/>
                  </a:lnTo>
                  <a:close/>
                  <a:moveTo>
                    <a:pt x="9432036" y="4572"/>
                  </a:moveTo>
                  <a:lnTo>
                    <a:pt x="9457436" y="4572"/>
                  </a:lnTo>
                  <a:lnTo>
                    <a:pt x="9432036" y="4572"/>
                  </a:lnTo>
                  <a:close/>
                  <a:moveTo>
                    <a:pt x="9482836" y="4572"/>
                  </a:moveTo>
                  <a:lnTo>
                    <a:pt x="9508236" y="4572"/>
                  </a:lnTo>
                  <a:lnTo>
                    <a:pt x="9482836" y="4572"/>
                  </a:lnTo>
                  <a:close/>
                  <a:moveTo>
                    <a:pt x="9533636" y="4572"/>
                  </a:moveTo>
                  <a:lnTo>
                    <a:pt x="9559036" y="4572"/>
                  </a:lnTo>
                  <a:lnTo>
                    <a:pt x="9533636" y="4572"/>
                  </a:lnTo>
                  <a:close/>
                  <a:moveTo>
                    <a:pt x="9584436" y="4572"/>
                  </a:moveTo>
                  <a:lnTo>
                    <a:pt x="9609836" y="4572"/>
                  </a:lnTo>
                  <a:lnTo>
                    <a:pt x="9584436" y="4572"/>
                  </a:lnTo>
                  <a:close/>
                  <a:moveTo>
                    <a:pt x="9635236" y="4572"/>
                  </a:moveTo>
                  <a:lnTo>
                    <a:pt x="9660636" y="4572"/>
                  </a:lnTo>
                  <a:lnTo>
                    <a:pt x="9635236" y="4572"/>
                  </a:lnTo>
                  <a:close/>
                  <a:moveTo>
                    <a:pt x="9686036" y="4572"/>
                  </a:moveTo>
                  <a:lnTo>
                    <a:pt x="9711436" y="4572"/>
                  </a:lnTo>
                  <a:lnTo>
                    <a:pt x="9686036" y="4572"/>
                  </a:lnTo>
                  <a:close/>
                  <a:moveTo>
                    <a:pt x="9736836" y="4572"/>
                  </a:moveTo>
                  <a:lnTo>
                    <a:pt x="9762236" y="4572"/>
                  </a:lnTo>
                  <a:lnTo>
                    <a:pt x="9736836" y="4572"/>
                  </a:lnTo>
                  <a:close/>
                  <a:moveTo>
                    <a:pt x="9787636" y="4572"/>
                  </a:moveTo>
                  <a:lnTo>
                    <a:pt x="9813036" y="4572"/>
                  </a:lnTo>
                  <a:lnTo>
                    <a:pt x="9787636" y="4572"/>
                  </a:lnTo>
                  <a:close/>
                  <a:moveTo>
                    <a:pt x="9838436" y="4572"/>
                  </a:moveTo>
                  <a:lnTo>
                    <a:pt x="9863836" y="4572"/>
                  </a:lnTo>
                  <a:lnTo>
                    <a:pt x="9838436" y="4572"/>
                  </a:lnTo>
                  <a:close/>
                  <a:moveTo>
                    <a:pt x="9889236" y="4572"/>
                  </a:moveTo>
                  <a:lnTo>
                    <a:pt x="9914636" y="4572"/>
                  </a:lnTo>
                  <a:lnTo>
                    <a:pt x="9889236" y="4572"/>
                  </a:lnTo>
                  <a:close/>
                  <a:moveTo>
                    <a:pt x="9940036" y="4572"/>
                  </a:moveTo>
                  <a:lnTo>
                    <a:pt x="9965436" y="4572"/>
                  </a:lnTo>
                  <a:lnTo>
                    <a:pt x="9940036" y="4572"/>
                  </a:lnTo>
                  <a:close/>
                  <a:moveTo>
                    <a:pt x="9990836" y="4572"/>
                  </a:moveTo>
                  <a:lnTo>
                    <a:pt x="10016236" y="4572"/>
                  </a:lnTo>
                  <a:lnTo>
                    <a:pt x="9990836" y="4572"/>
                  </a:lnTo>
                  <a:close/>
                  <a:moveTo>
                    <a:pt x="10041636" y="4572"/>
                  </a:moveTo>
                  <a:lnTo>
                    <a:pt x="10067036" y="4572"/>
                  </a:lnTo>
                  <a:lnTo>
                    <a:pt x="10041636" y="4572"/>
                  </a:lnTo>
                  <a:close/>
                  <a:moveTo>
                    <a:pt x="10092436" y="4572"/>
                  </a:moveTo>
                  <a:lnTo>
                    <a:pt x="10117836" y="4572"/>
                  </a:lnTo>
                  <a:lnTo>
                    <a:pt x="10092436" y="4572"/>
                  </a:lnTo>
                  <a:close/>
                  <a:moveTo>
                    <a:pt x="10143236" y="4572"/>
                  </a:moveTo>
                  <a:lnTo>
                    <a:pt x="10168636" y="4572"/>
                  </a:lnTo>
                  <a:lnTo>
                    <a:pt x="10143236" y="4572"/>
                  </a:lnTo>
                  <a:close/>
                  <a:moveTo>
                    <a:pt x="10194036" y="4572"/>
                  </a:moveTo>
                  <a:lnTo>
                    <a:pt x="10219436" y="4572"/>
                  </a:lnTo>
                  <a:lnTo>
                    <a:pt x="10194036" y="4572"/>
                  </a:lnTo>
                  <a:close/>
                  <a:moveTo>
                    <a:pt x="10244836" y="4572"/>
                  </a:moveTo>
                  <a:lnTo>
                    <a:pt x="10270236" y="4572"/>
                  </a:lnTo>
                  <a:lnTo>
                    <a:pt x="10244836" y="4572"/>
                  </a:lnTo>
                  <a:close/>
                  <a:moveTo>
                    <a:pt x="10295636" y="4572"/>
                  </a:moveTo>
                  <a:lnTo>
                    <a:pt x="10321036" y="4572"/>
                  </a:lnTo>
                  <a:lnTo>
                    <a:pt x="10295636" y="4572"/>
                  </a:lnTo>
                  <a:close/>
                  <a:moveTo>
                    <a:pt x="10335768" y="19812"/>
                  </a:moveTo>
                  <a:lnTo>
                    <a:pt x="10335768" y="45212"/>
                  </a:lnTo>
                  <a:lnTo>
                    <a:pt x="10331196" y="45212"/>
                  </a:lnTo>
                  <a:lnTo>
                    <a:pt x="10331196" y="19812"/>
                  </a:lnTo>
                  <a:close/>
                  <a:moveTo>
                    <a:pt x="10331196" y="70612"/>
                  </a:moveTo>
                  <a:lnTo>
                    <a:pt x="10331196" y="96012"/>
                  </a:lnTo>
                  <a:lnTo>
                    <a:pt x="10326624" y="96012"/>
                  </a:lnTo>
                  <a:lnTo>
                    <a:pt x="10326624" y="70612"/>
                  </a:lnTo>
                  <a:close/>
                  <a:moveTo>
                    <a:pt x="10326624" y="121412"/>
                  </a:moveTo>
                  <a:lnTo>
                    <a:pt x="10326624" y="146812"/>
                  </a:lnTo>
                  <a:lnTo>
                    <a:pt x="10322052" y="146812"/>
                  </a:lnTo>
                  <a:lnTo>
                    <a:pt x="10322052" y="121412"/>
                  </a:lnTo>
                  <a:close/>
                  <a:moveTo>
                    <a:pt x="10322052" y="172212"/>
                  </a:moveTo>
                  <a:lnTo>
                    <a:pt x="10322052" y="197612"/>
                  </a:lnTo>
                  <a:lnTo>
                    <a:pt x="10317480" y="197612"/>
                  </a:lnTo>
                  <a:lnTo>
                    <a:pt x="10317480" y="172212"/>
                  </a:lnTo>
                  <a:close/>
                  <a:moveTo>
                    <a:pt x="10317480" y="223012"/>
                  </a:moveTo>
                  <a:lnTo>
                    <a:pt x="10317480" y="248412"/>
                  </a:lnTo>
                  <a:lnTo>
                    <a:pt x="10312908" y="248412"/>
                  </a:lnTo>
                  <a:lnTo>
                    <a:pt x="10312908" y="223012"/>
                  </a:lnTo>
                  <a:close/>
                  <a:moveTo>
                    <a:pt x="10312908" y="273812"/>
                  </a:moveTo>
                  <a:lnTo>
                    <a:pt x="10312908" y="299212"/>
                  </a:lnTo>
                  <a:lnTo>
                    <a:pt x="10308336" y="299212"/>
                  </a:lnTo>
                  <a:lnTo>
                    <a:pt x="10308336" y="273812"/>
                  </a:lnTo>
                  <a:close/>
                  <a:moveTo>
                    <a:pt x="10308336" y="324612"/>
                  </a:moveTo>
                  <a:lnTo>
                    <a:pt x="10308336" y="350012"/>
                  </a:lnTo>
                  <a:lnTo>
                    <a:pt x="10303764" y="350012"/>
                  </a:lnTo>
                  <a:lnTo>
                    <a:pt x="10303764" y="324612"/>
                  </a:lnTo>
                  <a:close/>
                  <a:moveTo>
                    <a:pt x="10303764" y="375412"/>
                  </a:moveTo>
                  <a:lnTo>
                    <a:pt x="10303764" y="400812"/>
                  </a:lnTo>
                  <a:lnTo>
                    <a:pt x="10299192" y="400812"/>
                  </a:lnTo>
                  <a:lnTo>
                    <a:pt x="10299192" y="375412"/>
                  </a:lnTo>
                  <a:close/>
                  <a:moveTo>
                    <a:pt x="10299192" y="426212"/>
                  </a:moveTo>
                  <a:lnTo>
                    <a:pt x="10299192" y="451612"/>
                  </a:lnTo>
                  <a:lnTo>
                    <a:pt x="10294620" y="451612"/>
                  </a:lnTo>
                  <a:lnTo>
                    <a:pt x="10294620" y="426212"/>
                  </a:lnTo>
                  <a:close/>
                  <a:moveTo>
                    <a:pt x="10294620" y="477012"/>
                  </a:moveTo>
                  <a:lnTo>
                    <a:pt x="10294620" y="502412"/>
                  </a:lnTo>
                  <a:lnTo>
                    <a:pt x="10290048" y="502412"/>
                  </a:lnTo>
                  <a:lnTo>
                    <a:pt x="10290048" y="477012"/>
                  </a:lnTo>
                  <a:close/>
                  <a:moveTo>
                    <a:pt x="10290048" y="527812"/>
                  </a:moveTo>
                  <a:lnTo>
                    <a:pt x="10290048" y="553212"/>
                  </a:lnTo>
                  <a:lnTo>
                    <a:pt x="10285476" y="553212"/>
                  </a:lnTo>
                  <a:lnTo>
                    <a:pt x="10285476" y="527812"/>
                  </a:lnTo>
                  <a:close/>
                  <a:moveTo>
                    <a:pt x="10285476" y="578612"/>
                  </a:moveTo>
                  <a:lnTo>
                    <a:pt x="10285476" y="604012"/>
                  </a:lnTo>
                  <a:lnTo>
                    <a:pt x="10280904" y="604012"/>
                  </a:lnTo>
                  <a:lnTo>
                    <a:pt x="10280904" y="578612"/>
                  </a:lnTo>
                  <a:close/>
                  <a:moveTo>
                    <a:pt x="10280904" y="629412"/>
                  </a:moveTo>
                  <a:lnTo>
                    <a:pt x="10280904" y="654812"/>
                  </a:lnTo>
                  <a:lnTo>
                    <a:pt x="10276332" y="654812"/>
                  </a:lnTo>
                  <a:lnTo>
                    <a:pt x="10276332" y="629412"/>
                  </a:lnTo>
                  <a:close/>
                  <a:moveTo>
                    <a:pt x="10276332" y="680212"/>
                  </a:moveTo>
                  <a:lnTo>
                    <a:pt x="10276332" y="705612"/>
                  </a:lnTo>
                  <a:lnTo>
                    <a:pt x="10271760" y="705612"/>
                  </a:lnTo>
                  <a:lnTo>
                    <a:pt x="10271760" y="680212"/>
                  </a:lnTo>
                  <a:close/>
                  <a:moveTo>
                    <a:pt x="10271760" y="731012"/>
                  </a:moveTo>
                  <a:lnTo>
                    <a:pt x="10271760" y="756412"/>
                  </a:lnTo>
                  <a:lnTo>
                    <a:pt x="10267188" y="756412"/>
                  </a:lnTo>
                  <a:lnTo>
                    <a:pt x="10267188" y="731012"/>
                  </a:lnTo>
                  <a:close/>
                  <a:moveTo>
                    <a:pt x="10267188" y="781812"/>
                  </a:moveTo>
                  <a:lnTo>
                    <a:pt x="10267188" y="807212"/>
                  </a:lnTo>
                  <a:lnTo>
                    <a:pt x="10262616" y="807212"/>
                  </a:lnTo>
                  <a:lnTo>
                    <a:pt x="10262616" y="781812"/>
                  </a:lnTo>
                  <a:close/>
                  <a:moveTo>
                    <a:pt x="10262616" y="832612"/>
                  </a:moveTo>
                  <a:lnTo>
                    <a:pt x="10262616" y="858012"/>
                  </a:lnTo>
                  <a:lnTo>
                    <a:pt x="10258044" y="858012"/>
                  </a:lnTo>
                  <a:lnTo>
                    <a:pt x="10258044" y="832612"/>
                  </a:lnTo>
                  <a:close/>
                  <a:moveTo>
                    <a:pt x="10258044" y="883412"/>
                  </a:moveTo>
                  <a:lnTo>
                    <a:pt x="10258044" y="908812"/>
                  </a:lnTo>
                  <a:lnTo>
                    <a:pt x="10253472" y="908812"/>
                  </a:lnTo>
                  <a:lnTo>
                    <a:pt x="10253472" y="883412"/>
                  </a:lnTo>
                  <a:close/>
                  <a:moveTo>
                    <a:pt x="10253472" y="934212"/>
                  </a:moveTo>
                  <a:lnTo>
                    <a:pt x="10253472" y="959612"/>
                  </a:lnTo>
                  <a:lnTo>
                    <a:pt x="10248900" y="959612"/>
                  </a:lnTo>
                  <a:lnTo>
                    <a:pt x="10248900" y="934212"/>
                  </a:lnTo>
                  <a:close/>
                  <a:moveTo>
                    <a:pt x="10248900" y="985012"/>
                  </a:moveTo>
                  <a:lnTo>
                    <a:pt x="10248900" y="1010412"/>
                  </a:lnTo>
                  <a:lnTo>
                    <a:pt x="10244328" y="1010412"/>
                  </a:lnTo>
                  <a:lnTo>
                    <a:pt x="10244328" y="985012"/>
                  </a:lnTo>
                  <a:close/>
                  <a:moveTo>
                    <a:pt x="10244328" y="1035812"/>
                  </a:moveTo>
                  <a:lnTo>
                    <a:pt x="10244328" y="1061212"/>
                  </a:lnTo>
                  <a:lnTo>
                    <a:pt x="10239756" y="1061212"/>
                  </a:lnTo>
                  <a:lnTo>
                    <a:pt x="10239756" y="1035812"/>
                  </a:lnTo>
                  <a:close/>
                  <a:moveTo>
                    <a:pt x="10239756" y="1086612"/>
                  </a:moveTo>
                  <a:lnTo>
                    <a:pt x="10239756" y="1112012"/>
                  </a:lnTo>
                  <a:lnTo>
                    <a:pt x="10235184" y="1112012"/>
                  </a:lnTo>
                  <a:lnTo>
                    <a:pt x="10235184" y="1086612"/>
                  </a:lnTo>
                  <a:close/>
                  <a:moveTo>
                    <a:pt x="10235184" y="1137412"/>
                  </a:moveTo>
                  <a:lnTo>
                    <a:pt x="10235184" y="1162812"/>
                  </a:lnTo>
                  <a:lnTo>
                    <a:pt x="10230612" y="1162812"/>
                  </a:lnTo>
                  <a:lnTo>
                    <a:pt x="10230612" y="1137412"/>
                  </a:lnTo>
                  <a:close/>
                  <a:moveTo>
                    <a:pt x="10230612" y="1188212"/>
                  </a:moveTo>
                  <a:lnTo>
                    <a:pt x="10230612" y="1200658"/>
                  </a:lnTo>
                  <a:cubicBezTo>
                    <a:pt x="10230612" y="1201928"/>
                    <a:pt x="10229596" y="1202944"/>
                    <a:pt x="10228326" y="1202944"/>
                  </a:cubicBezTo>
                  <a:lnTo>
                    <a:pt x="10215372" y="1202944"/>
                  </a:lnTo>
                  <a:lnTo>
                    <a:pt x="10215372" y="1193800"/>
                  </a:lnTo>
                  <a:lnTo>
                    <a:pt x="10228326" y="1193800"/>
                  </a:lnTo>
                  <a:lnTo>
                    <a:pt x="10228326" y="1196086"/>
                  </a:lnTo>
                  <a:lnTo>
                    <a:pt x="10226040" y="1196086"/>
                  </a:lnTo>
                  <a:lnTo>
                    <a:pt x="10226040" y="1183640"/>
                  </a:lnTo>
                  <a:close/>
                  <a:moveTo>
                    <a:pt x="10185400" y="1198372"/>
                  </a:moveTo>
                  <a:lnTo>
                    <a:pt x="10160000" y="1198372"/>
                  </a:lnTo>
                  <a:lnTo>
                    <a:pt x="10160000" y="1193800"/>
                  </a:lnTo>
                  <a:lnTo>
                    <a:pt x="10185400" y="1193800"/>
                  </a:lnTo>
                  <a:close/>
                  <a:moveTo>
                    <a:pt x="10134600" y="1193800"/>
                  </a:moveTo>
                  <a:lnTo>
                    <a:pt x="10109200" y="1193800"/>
                  </a:lnTo>
                  <a:lnTo>
                    <a:pt x="10134600" y="1193800"/>
                  </a:lnTo>
                  <a:close/>
                  <a:moveTo>
                    <a:pt x="10083800" y="1193800"/>
                  </a:moveTo>
                  <a:lnTo>
                    <a:pt x="10058400" y="1193800"/>
                  </a:lnTo>
                  <a:lnTo>
                    <a:pt x="10083800" y="1193800"/>
                  </a:lnTo>
                  <a:close/>
                  <a:moveTo>
                    <a:pt x="10033000" y="1193800"/>
                  </a:moveTo>
                  <a:lnTo>
                    <a:pt x="10007600" y="1193800"/>
                  </a:lnTo>
                  <a:lnTo>
                    <a:pt x="10033000" y="1193800"/>
                  </a:lnTo>
                  <a:close/>
                  <a:moveTo>
                    <a:pt x="9982200" y="1193800"/>
                  </a:moveTo>
                  <a:lnTo>
                    <a:pt x="9956800" y="1193800"/>
                  </a:lnTo>
                  <a:lnTo>
                    <a:pt x="9982200" y="1193800"/>
                  </a:lnTo>
                  <a:close/>
                  <a:moveTo>
                    <a:pt x="9931400" y="1193800"/>
                  </a:moveTo>
                  <a:lnTo>
                    <a:pt x="9906000" y="1193800"/>
                  </a:lnTo>
                  <a:lnTo>
                    <a:pt x="9931400" y="1193800"/>
                  </a:lnTo>
                  <a:close/>
                  <a:moveTo>
                    <a:pt x="9880600" y="1193800"/>
                  </a:moveTo>
                  <a:lnTo>
                    <a:pt x="9855200" y="1193800"/>
                  </a:lnTo>
                  <a:lnTo>
                    <a:pt x="9880600" y="1193800"/>
                  </a:lnTo>
                  <a:close/>
                  <a:moveTo>
                    <a:pt x="9829800" y="1193800"/>
                  </a:moveTo>
                  <a:lnTo>
                    <a:pt x="9804400" y="1193800"/>
                  </a:lnTo>
                  <a:lnTo>
                    <a:pt x="9829800" y="1193800"/>
                  </a:lnTo>
                  <a:close/>
                  <a:moveTo>
                    <a:pt x="9779000" y="1193800"/>
                  </a:moveTo>
                  <a:lnTo>
                    <a:pt x="9753600" y="1193800"/>
                  </a:lnTo>
                  <a:lnTo>
                    <a:pt x="9779000" y="1193800"/>
                  </a:lnTo>
                  <a:close/>
                  <a:moveTo>
                    <a:pt x="9728200" y="1193800"/>
                  </a:moveTo>
                  <a:lnTo>
                    <a:pt x="9702800" y="1193800"/>
                  </a:lnTo>
                  <a:lnTo>
                    <a:pt x="9728200" y="1193800"/>
                  </a:lnTo>
                  <a:close/>
                  <a:moveTo>
                    <a:pt x="9677400" y="1193800"/>
                  </a:moveTo>
                  <a:lnTo>
                    <a:pt x="9652000" y="1193800"/>
                  </a:lnTo>
                  <a:lnTo>
                    <a:pt x="9677400" y="1193800"/>
                  </a:lnTo>
                  <a:close/>
                  <a:moveTo>
                    <a:pt x="9626600" y="1193800"/>
                  </a:moveTo>
                  <a:lnTo>
                    <a:pt x="9601200" y="1193800"/>
                  </a:lnTo>
                  <a:lnTo>
                    <a:pt x="9626600" y="1193800"/>
                  </a:lnTo>
                  <a:close/>
                  <a:moveTo>
                    <a:pt x="9575800" y="1193800"/>
                  </a:moveTo>
                  <a:lnTo>
                    <a:pt x="9550400" y="1193800"/>
                  </a:lnTo>
                  <a:lnTo>
                    <a:pt x="9575800" y="1193800"/>
                  </a:lnTo>
                  <a:close/>
                  <a:moveTo>
                    <a:pt x="9525000" y="1193800"/>
                  </a:moveTo>
                  <a:lnTo>
                    <a:pt x="9499600" y="1193800"/>
                  </a:lnTo>
                  <a:lnTo>
                    <a:pt x="9525000" y="1193800"/>
                  </a:lnTo>
                  <a:close/>
                  <a:moveTo>
                    <a:pt x="9474200" y="1193800"/>
                  </a:moveTo>
                  <a:lnTo>
                    <a:pt x="9448800" y="1193800"/>
                  </a:lnTo>
                  <a:lnTo>
                    <a:pt x="9474200" y="1193800"/>
                  </a:lnTo>
                  <a:close/>
                  <a:moveTo>
                    <a:pt x="9423400" y="1193800"/>
                  </a:moveTo>
                  <a:lnTo>
                    <a:pt x="9398000" y="1193800"/>
                  </a:lnTo>
                  <a:lnTo>
                    <a:pt x="9423400" y="1193800"/>
                  </a:lnTo>
                  <a:close/>
                  <a:moveTo>
                    <a:pt x="9372600" y="1193800"/>
                  </a:moveTo>
                  <a:lnTo>
                    <a:pt x="9347200" y="1193800"/>
                  </a:lnTo>
                  <a:lnTo>
                    <a:pt x="9372600" y="1193800"/>
                  </a:lnTo>
                  <a:close/>
                  <a:moveTo>
                    <a:pt x="9321800" y="1193800"/>
                  </a:moveTo>
                  <a:lnTo>
                    <a:pt x="9296400" y="1193800"/>
                  </a:lnTo>
                  <a:lnTo>
                    <a:pt x="9321800" y="1193800"/>
                  </a:lnTo>
                  <a:close/>
                  <a:moveTo>
                    <a:pt x="9271000" y="1193800"/>
                  </a:moveTo>
                  <a:lnTo>
                    <a:pt x="9245600" y="1193800"/>
                  </a:lnTo>
                  <a:lnTo>
                    <a:pt x="9271000" y="1193800"/>
                  </a:lnTo>
                  <a:close/>
                  <a:moveTo>
                    <a:pt x="9220200" y="1193800"/>
                  </a:moveTo>
                  <a:lnTo>
                    <a:pt x="9194800" y="1193800"/>
                  </a:lnTo>
                  <a:lnTo>
                    <a:pt x="9220200" y="1193800"/>
                  </a:lnTo>
                  <a:close/>
                  <a:moveTo>
                    <a:pt x="9169400" y="1193800"/>
                  </a:moveTo>
                  <a:lnTo>
                    <a:pt x="9144000" y="1193800"/>
                  </a:lnTo>
                  <a:lnTo>
                    <a:pt x="9169400" y="1193800"/>
                  </a:lnTo>
                  <a:close/>
                  <a:moveTo>
                    <a:pt x="9118600" y="1193800"/>
                  </a:moveTo>
                  <a:lnTo>
                    <a:pt x="9093200" y="1193800"/>
                  </a:lnTo>
                  <a:lnTo>
                    <a:pt x="9118600" y="1193800"/>
                  </a:lnTo>
                  <a:close/>
                  <a:moveTo>
                    <a:pt x="9067800" y="1193800"/>
                  </a:moveTo>
                  <a:lnTo>
                    <a:pt x="9042400" y="1193800"/>
                  </a:lnTo>
                  <a:lnTo>
                    <a:pt x="9067800" y="1193800"/>
                  </a:lnTo>
                  <a:close/>
                  <a:moveTo>
                    <a:pt x="9017000" y="1193800"/>
                  </a:moveTo>
                  <a:lnTo>
                    <a:pt x="8991600" y="1193800"/>
                  </a:lnTo>
                  <a:lnTo>
                    <a:pt x="9017000" y="1193800"/>
                  </a:lnTo>
                  <a:close/>
                  <a:moveTo>
                    <a:pt x="8966200" y="1193800"/>
                  </a:moveTo>
                  <a:lnTo>
                    <a:pt x="8940800" y="1193800"/>
                  </a:lnTo>
                  <a:lnTo>
                    <a:pt x="8966200" y="1193800"/>
                  </a:lnTo>
                  <a:close/>
                  <a:moveTo>
                    <a:pt x="8915400" y="1193800"/>
                  </a:moveTo>
                  <a:lnTo>
                    <a:pt x="8890000" y="1193800"/>
                  </a:lnTo>
                  <a:lnTo>
                    <a:pt x="8915400" y="1193800"/>
                  </a:lnTo>
                  <a:close/>
                  <a:moveTo>
                    <a:pt x="8864600" y="1193800"/>
                  </a:moveTo>
                  <a:lnTo>
                    <a:pt x="8839200" y="1193800"/>
                  </a:lnTo>
                  <a:lnTo>
                    <a:pt x="8864600" y="1193800"/>
                  </a:lnTo>
                  <a:close/>
                  <a:moveTo>
                    <a:pt x="8813800" y="1193800"/>
                  </a:moveTo>
                  <a:lnTo>
                    <a:pt x="8788400" y="1193800"/>
                  </a:lnTo>
                  <a:lnTo>
                    <a:pt x="8813800" y="1193800"/>
                  </a:lnTo>
                  <a:close/>
                  <a:moveTo>
                    <a:pt x="8763000" y="1193800"/>
                  </a:moveTo>
                  <a:lnTo>
                    <a:pt x="8737600" y="1193800"/>
                  </a:lnTo>
                  <a:lnTo>
                    <a:pt x="8763000" y="1193800"/>
                  </a:lnTo>
                  <a:close/>
                  <a:moveTo>
                    <a:pt x="8712200" y="1193800"/>
                  </a:moveTo>
                  <a:lnTo>
                    <a:pt x="8686800" y="1193800"/>
                  </a:lnTo>
                  <a:lnTo>
                    <a:pt x="8712200" y="1193800"/>
                  </a:lnTo>
                  <a:close/>
                  <a:moveTo>
                    <a:pt x="8661400" y="1193800"/>
                  </a:moveTo>
                  <a:lnTo>
                    <a:pt x="8636000" y="1193800"/>
                  </a:lnTo>
                  <a:lnTo>
                    <a:pt x="8661400" y="1193800"/>
                  </a:lnTo>
                  <a:close/>
                  <a:moveTo>
                    <a:pt x="8610600" y="1193800"/>
                  </a:moveTo>
                  <a:lnTo>
                    <a:pt x="8585200" y="1193800"/>
                  </a:lnTo>
                  <a:lnTo>
                    <a:pt x="8610600" y="1193800"/>
                  </a:lnTo>
                  <a:close/>
                  <a:moveTo>
                    <a:pt x="8559800" y="1193800"/>
                  </a:moveTo>
                  <a:lnTo>
                    <a:pt x="8534400" y="1193800"/>
                  </a:lnTo>
                  <a:lnTo>
                    <a:pt x="8559800" y="1193800"/>
                  </a:lnTo>
                  <a:close/>
                  <a:moveTo>
                    <a:pt x="8509000" y="1193800"/>
                  </a:moveTo>
                  <a:lnTo>
                    <a:pt x="8483600" y="1193800"/>
                  </a:lnTo>
                  <a:lnTo>
                    <a:pt x="8509000" y="1193800"/>
                  </a:lnTo>
                  <a:close/>
                  <a:moveTo>
                    <a:pt x="8458200" y="1193800"/>
                  </a:moveTo>
                  <a:lnTo>
                    <a:pt x="8432800" y="1193800"/>
                  </a:lnTo>
                  <a:lnTo>
                    <a:pt x="8458200" y="1193800"/>
                  </a:lnTo>
                  <a:close/>
                  <a:moveTo>
                    <a:pt x="8407400" y="1193800"/>
                  </a:moveTo>
                  <a:lnTo>
                    <a:pt x="8382000" y="1193800"/>
                  </a:lnTo>
                  <a:lnTo>
                    <a:pt x="8407400" y="1193800"/>
                  </a:lnTo>
                  <a:close/>
                  <a:moveTo>
                    <a:pt x="8356600" y="1193800"/>
                  </a:moveTo>
                  <a:lnTo>
                    <a:pt x="8331200" y="1193800"/>
                  </a:lnTo>
                  <a:lnTo>
                    <a:pt x="8356600" y="1193800"/>
                  </a:lnTo>
                  <a:close/>
                  <a:moveTo>
                    <a:pt x="8305800" y="1193800"/>
                  </a:moveTo>
                  <a:lnTo>
                    <a:pt x="8280400" y="1193800"/>
                  </a:lnTo>
                  <a:lnTo>
                    <a:pt x="8305800" y="1193800"/>
                  </a:lnTo>
                  <a:close/>
                  <a:moveTo>
                    <a:pt x="8255000" y="1193800"/>
                  </a:moveTo>
                  <a:lnTo>
                    <a:pt x="8229600" y="1193800"/>
                  </a:lnTo>
                  <a:lnTo>
                    <a:pt x="8255000" y="1193800"/>
                  </a:lnTo>
                  <a:close/>
                  <a:moveTo>
                    <a:pt x="8204200" y="1193800"/>
                  </a:moveTo>
                  <a:lnTo>
                    <a:pt x="8178800" y="1193800"/>
                  </a:lnTo>
                  <a:lnTo>
                    <a:pt x="8204200" y="1193800"/>
                  </a:lnTo>
                  <a:close/>
                  <a:moveTo>
                    <a:pt x="8153400" y="1193800"/>
                  </a:moveTo>
                  <a:lnTo>
                    <a:pt x="8128000" y="1193800"/>
                  </a:lnTo>
                  <a:lnTo>
                    <a:pt x="8153400" y="1193800"/>
                  </a:lnTo>
                  <a:close/>
                  <a:moveTo>
                    <a:pt x="8102600" y="1193800"/>
                  </a:moveTo>
                  <a:lnTo>
                    <a:pt x="8077200" y="1193800"/>
                  </a:lnTo>
                  <a:lnTo>
                    <a:pt x="8102600" y="1193800"/>
                  </a:lnTo>
                  <a:close/>
                  <a:moveTo>
                    <a:pt x="8051800" y="1193800"/>
                  </a:moveTo>
                  <a:lnTo>
                    <a:pt x="8026400" y="1193800"/>
                  </a:lnTo>
                  <a:lnTo>
                    <a:pt x="8051800" y="1193800"/>
                  </a:lnTo>
                  <a:close/>
                  <a:moveTo>
                    <a:pt x="8001000" y="1193800"/>
                  </a:moveTo>
                  <a:lnTo>
                    <a:pt x="7975600" y="1193800"/>
                  </a:lnTo>
                  <a:lnTo>
                    <a:pt x="8001000" y="1193800"/>
                  </a:lnTo>
                  <a:close/>
                  <a:moveTo>
                    <a:pt x="7950200" y="1193800"/>
                  </a:moveTo>
                  <a:lnTo>
                    <a:pt x="7924800" y="1193800"/>
                  </a:lnTo>
                  <a:lnTo>
                    <a:pt x="7950200" y="1193800"/>
                  </a:lnTo>
                  <a:close/>
                  <a:moveTo>
                    <a:pt x="7899400" y="1193800"/>
                  </a:moveTo>
                  <a:lnTo>
                    <a:pt x="7874000" y="1193800"/>
                  </a:lnTo>
                  <a:lnTo>
                    <a:pt x="7899400" y="1193800"/>
                  </a:lnTo>
                  <a:close/>
                  <a:moveTo>
                    <a:pt x="7848600" y="1193800"/>
                  </a:moveTo>
                  <a:lnTo>
                    <a:pt x="7823200" y="1193800"/>
                  </a:lnTo>
                  <a:lnTo>
                    <a:pt x="7848600" y="1193800"/>
                  </a:lnTo>
                  <a:close/>
                  <a:moveTo>
                    <a:pt x="7797800" y="1193800"/>
                  </a:moveTo>
                  <a:lnTo>
                    <a:pt x="7772400" y="1193800"/>
                  </a:lnTo>
                  <a:lnTo>
                    <a:pt x="7797800" y="1193800"/>
                  </a:lnTo>
                  <a:close/>
                  <a:moveTo>
                    <a:pt x="7747000" y="1193800"/>
                  </a:moveTo>
                  <a:lnTo>
                    <a:pt x="7721600" y="1193800"/>
                  </a:lnTo>
                  <a:lnTo>
                    <a:pt x="7747000" y="1193800"/>
                  </a:lnTo>
                  <a:close/>
                  <a:moveTo>
                    <a:pt x="7696200" y="1193800"/>
                  </a:moveTo>
                  <a:lnTo>
                    <a:pt x="7670800" y="1193800"/>
                  </a:lnTo>
                  <a:lnTo>
                    <a:pt x="7696200" y="1193800"/>
                  </a:lnTo>
                  <a:close/>
                  <a:moveTo>
                    <a:pt x="7645400" y="1193800"/>
                  </a:moveTo>
                  <a:lnTo>
                    <a:pt x="7620000" y="1193800"/>
                  </a:lnTo>
                  <a:lnTo>
                    <a:pt x="7645400" y="1193800"/>
                  </a:lnTo>
                  <a:close/>
                  <a:moveTo>
                    <a:pt x="7594600" y="1193800"/>
                  </a:moveTo>
                  <a:lnTo>
                    <a:pt x="7569200" y="1193800"/>
                  </a:lnTo>
                  <a:lnTo>
                    <a:pt x="7594600" y="1193800"/>
                  </a:lnTo>
                  <a:close/>
                  <a:moveTo>
                    <a:pt x="7543800" y="1193800"/>
                  </a:moveTo>
                  <a:lnTo>
                    <a:pt x="7518400" y="1193800"/>
                  </a:lnTo>
                  <a:lnTo>
                    <a:pt x="7543800" y="1193800"/>
                  </a:lnTo>
                  <a:close/>
                  <a:moveTo>
                    <a:pt x="7493000" y="1193800"/>
                  </a:moveTo>
                  <a:lnTo>
                    <a:pt x="7467600" y="1193800"/>
                  </a:lnTo>
                  <a:lnTo>
                    <a:pt x="7493000" y="1193800"/>
                  </a:lnTo>
                  <a:close/>
                  <a:moveTo>
                    <a:pt x="7442200" y="1193800"/>
                  </a:moveTo>
                  <a:lnTo>
                    <a:pt x="7416800" y="1193800"/>
                  </a:lnTo>
                  <a:lnTo>
                    <a:pt x="7442200" y="1193800"/>
                  </a:lnTo>
                  <a:close/>
                  <a:moveTo>
                    <a:pt x="7391400" y="1193800"/>
                  </a:moveTo>
                  <a:lnTo>
                    <a:pt x="7366000" y="1193800"/>
                  </a:lnTo>
                  <a:lnTo>
                    <a:pt x="7391400" y="1193800"/>
                  </a:lnTo>
                  <a:close/>
                  <a:moveTo>
                    <a:pt x="7340600" y="1193800"/>
                  </a:moveTo>
                  <a:lnTo>
                    <a:pt x="7315200" y="1193800"/>
                  </a:lnTo>
                  <a:lnTo>
                    <a:pt x="7340600" y="1193800"/>
                  </a:lnTo>
                  <a:close/>
                  <a:moveTo>
                    <a:pt x="7289800" y="1193800"/>
                  </a:moveTo>
                  <a:lnTo>
                    <a:pt x="7264400" y="1193800"/>
                  </a:lnTo>
                  <a:lnTo>
                    <a:pt x="7289800" y="1193800"/>
                  </a:lnTo>
                  <a:close/>
                  <a:moveTo>
                    <a:pt x="7239000" y="1193800"/>
                  </a:moveTo>
                  <a:lnTo>
                    <a:pt x="7213600" y="1193800"/>
                  </a:lnTo>
                  <a:lnTo>
                    <a:pt x="7239000" y="1193800"/>
                  </a:lnTo>
                  <a:close/>
                  <a:moveTo>
                    <a:pt x="7188200" y="1193800"/>
                  </a:moveTo>
                  <a:lnTo>
                    <a:pt x="7162800" y="1193800"/>
                  </a:lnTo>
                  <a:lnTo>
                    <a:pt x="7188200" y="1193800"/>
                  </a:lnTo>
                  <a:close/>
                  <a:moveTo>
                    <a:pt x="7137400" y="1193800"/>
                  </a:moveTo>
                  <a:lnTo>
                    <a:pt x="7112000" y="1193800"/>
                  </a:lnTo>
                  <a:lnTo>
                    <a:pt x="7137400" y="1193800"/>
                  </a:lnTo>
                  <a:close/>
                  <a:moveTo>
                    <a:pt x="7086600" y="1193800"/>
                  </a:moveTo>
                  <a:lnTo>
                    <a:pt x="7061200" y="1193800"/>
                  </a:lnTo>
                  <a:lnTo>
                    <a:pt x="7086600" y="1193800"/>
                  </a:lnTo>
                  <a:close/>
                  <a:moveTo>
                    <a:pt x="7035800" y="1193800"/>
                  </a:moveTo>
                  <a:lnTo>
                    <a:pt x="7010400" y="1193800"/>
                  </a:lnTo>
                  <a:lnTo>
                    <a:pt x="7035800" y="1193800"/>
                  </a:lnTo>
                  <a:close/>
                  <a:moveTo>
                    <a:pt x="6985000" y="1193800"/>
                  </a:moveTo>
                  <a:lnTo>
                    <a:pt x="6959600" y="1193800"/>
                  </a:lnTo>
                  <a:lnTo>
                    <a:pt x="6985000" y="1193800"/>
                  </a:lnTo>
                  <a:close/>
                  <a:moveTo>
                    <a:pt x="6934200" y="1193800"/>
                  </a:moveTo>
                  <a:lnTo>
                    <a:pt x="6908800" y="1193800"/>
                  </a:lnTo>
                  <a:lnTo>
                    <a:pt x="6934200" y="1193800"/>
                  </a:lnTo>
                  <a:close/>
                  <a:moveTo>
                    <a:pt x="6883400" y="1193800"/>
                  </a:moveTo>
                  <a:lnTo>
                    <a:pt x="6858000" y="1193800"/>
                  </a:lnTo>
                  <a:lnTo>
                    <a:pt x="6883400" y="1193800"/>
                  </a:lnTo>
                  <a:close/>
                  <a:moveTo>
                    <a:pt x="6832600" y="1193800"/>
                  </a:moveTo>
                  <a:lnTo>
                    <a:pt x="6807200" y="1193800"/>
                  </a:lnTo>
                  <a:lnTo>
                    <a:pt x="6832600" y="1193800"/>
                  </a:lnTo>
                  <a:close/>
                  <a:moveTo>
                    <a:pt x="6781800" y="1193800"/>
                  </a:moveTo>
                  <a:lnTo>
                    <a:pt x="6756400" y="1193800"/>
                  </a:lnTo>
                  <a:lnTo>
                    <a:pt x="6781800" y="1193800"/>
                  </a:lnTo>
                  <a:close/>
                  <a:moveTo>
                    <a:pt x="6731000" y="1193800"/>
                  </a:moveTo>
                  <a:lnTo>
                    <a:pt x="6705600" y="1193800"/>
                  </a:lnTo>
                  <a:lnTo>
                    <a:pt x="6731000" y="1193800"/>
                  </a:lnTo>
                  <a:close/>
                  <a:moveTo>
                    <a:pt x="6680200" y="1193800"/>
                  </a:moveTo>
                  <a:lnTo>
                    <a:pt x="6654800" y="1193800"/>
                  </a:lnTo>
                  <a:lnTo>
                    <a:pt x="6680200" y="1193800"/>
                  </a:lnTo>
                  <a:close/>
                  <a:moveTo>
                    <a:pt x="6629400" y="1193800"/>
                  </a:moveTo>
                  <a:lnTo>
                    <a:pt x="6604000" y="1193800"/>
                  </a:lnTo>
                  <a:lnTo>
                    <a:pt x="6629400" y="1193800"/>
                  </a:lnTo>
                  <a:close/>
                  <a:moveTo>
                    <a:pt x="6578600" y="1193800"/>
                  </a:moveTo>
                  <a:lnTo>
                    <a:pt x="6553200" y="1193800"/>
                  </a:lnTo>
                  <a:lnTo>
                    <a:pt x="6578600" y="1193800"/>
                  </a:lnTo>
                  <a:close/>
                  <a:moveTo>
                    <a:pt x="6527800" y="1193800"/>
                  </a:moveTo>
                  <a:lnTo>
                    <a:pt x="6502400" y="1193800"/>
                  </a:lnTo>
                  <a:lnTo>
                    <a:pt x="6527800" y="1193800"/>
                  </a:lnTo>
                  <a:close/>
                  <a:moveTo>
                    <a:pt x="6477000" y="1193800"/>
                  </a:moveTo>
                  <a:lnTo>
                    <a:pt x="6451600" y="1193800"/>
                  </a:lnTo>
                  <a:lnTo>
                    <a:pt x="6477000" y="1193800"/>
                  </a:lnTo>
                  <a:close/>
                  <a:moveTo>
                    <a:pt x="6426200" y="1193800"/>
                  </a:moveTo>
                  <a:lnTo>
                    <a:pt x="6400800" y="1193800"/>
                  </a:lnTo>
                  <a:lnTo>
                    <a:pt x="6426200" y="1193800"/>
                  </a:lnTo>
                  <a:close/>
                  <a:moveTo>
                    <a:pt x="6375400" y="1193800"/>
                  </a:moveTo>
                  <a:lnTo>
                    <a:pt x="6350000" y="1193800"/>
                  </a:lnTo>
                  <a:lnTo>
                    <a:pt x="6375400" y="1193800"/>
                  </a:lnTo>
                  <a:close/>
                  <a:moveTo>
                    <a:pt x="6324600" y="1193800"/>
                  </a:moveTo>
                  <a:lnTo>
                    <a:pt x="6299200" y="1193800"/>
                  </a:lnTo>
                  <a:lnTo>
                    <a:pt x="6324600" y="1193800"/>
                  </a:lnTo>
                  <a:close/>
                  <a:moveTo>
                    <a:pt x="6273800" y="1193800"/>
                  </a:moveTo>
                  <a:lnTo>
                    <a:pt x="6248400" y="1193800"/>
                  </a:lnTo>
                  <a:lnTo>
                    <a:pt x="6273800" y="1193800"/>
                  </a:lnTo>
                  <a:close/>
                  <a:moveTo>
                    <a:pt x="6223000" y="1193800"/>
                  </a:moveTo>
                  <a:lnTo>
                    <a:pt x="6197600" y="1193800"/>
                  </a:lnTo>
                  <a:lnTo>
                    <a:pt x="6223000" y="1193800"/>
                  </a:lnTo>
                  <a:close/>
                  <a:moveTo>
                    <a:pt x="6172200" y="1193800"/>
                  </a:moveTo>
                  <a:lnTo>
                    <a:pt x="6146800" y="1193800"/>
                  </a:lnTo>
                  <a:lnTo>
                    <a:pt x="6172200" y="1193800"/>
                  </a:lnTo>
                  <a:close/>
                  <a:moveTo>
                    <a:pt x="6121400" y="1193800"/>
                  </a:moveTo>
                  <a:lnTo>
                    <a:pt x="6096000" y="1193800"/>
                  </a:lnTo>
                  <a:lnTo>
                    <a:pt x="6121400" y="1193800"/>
                  </a:lnTo>
                  <a:close/>
                  <a:moveTo>
                    <a:pt x="6070600" y="1193800"/>
                  </a:moveTo>
                  <a:lnTo>
                    <a:pt x="6045200" y="1193800"/>
                  </a:lnTo>
                  <a:lnTo>
                    <a:pt x="6070600" y="1193800"/>
                  </a:lnTo>
                  <a:close/>
                  <a:moveTo>
                    <a:pt x="6019800" y="1193800"/>
                  </a:moveTo>
                  <a:lnTo>
                    <a:pt x="5994400" y="1193800"/>
                  </a:lnTo>
                  <a:lnTo>
                    <a:pt x="6019800" y="1193800"/>
                  </a:lnTo>
                  <a:close/>
                  <a:moveTo>
                    <a:pt x="5969000" y="1193800"/>
                  </a:moveTo>
                  <a:lnTo>
                    <a:pt x="5943600" y="1193800"/>
                  </a:lnTo>
                  <a:lnTo>
                    <a:pt x="5969000" y="1193800"/>
                  </a:lnTo>
                  <a:close/>
                  <a:moveTo>
                    <a:pt x="5918200" y="1193800"/>
                  </a:moveTo>
                  <a:lnTo>
                    <a:pt x="5892800" y="1193800"/>
                  </a:lnTo>
                  <a:lnTo>
                    <a:pt x="5918200" y="1193800"/>
                  </a:lnTo>
                  <a:close/>
                  <a:moveTo>
                    <a:pt x="5867400" y="1193800"/>
                  </a:moveTo>
                  <a:lnTo>
                    <a:pt x="5842000" y="1193800"/>
                  </a:lnTo>
                  <a:lnTo>
                    <a:pt x="5867400" y="1193800"/>
                  </a:lnTo>
                  <a:close/>
                  <a:moveTo>
                    <a:pt x="5816600" y="1193800"/>
                  </a:moveTo>
                  <a:lnTo>
                    <a:pt x="5791200" y="1193800"/>
                  </a:lnTo>
                  <a:lnTo>
                    <a:pt x="5816600" y="1193800"/>
                  </a:lnTo>
                  <a:close/>
                  <a:moveTo>
                    <a:pt x="5765800" y="1193800"/>
                  </a:moveTo>
                  <a:lnTo>
                    <a:pt x="5740400" y="1193800"/>
                  </a:lnTo>
                  <a:lnTo>
                    <a:pt x="5765800" y="1193800"/>
                  </a:lnTo>
                  <a:close/>
                  <a:moveTo>
                    <a:pt x="5715000" y="1193800"/>
                  </a:moveTo>
                  <a:lnTo>
                    <a:pt x="5689600" y="1193800"/>
                  </a:lnTo>
                  <a:lnTo>
                    <a:pt x="5715000" y="1193800"/>
                  </a:lnTo>
                  <a:close/>
                  <a:moveTo>
                    <a:pt x="5664200" y="1193800"/>
                  </a:moveTo>
                  <a:lnTo>
                    <a:pt x="5638800" y="1193800"/>
                  </a:lnTo>
                  <a:lnTo>
                    <a:pt x="5664200" y="1193800"/>
                  </a:lnTo>
                  <a:close/>
                  <a:moveTo>
                    <a:pt x="5613400" y="1193800"/>
                  </a:moveTo>
                  <a:lnTo>
                    <a:pt x="5588000" y="1193800"/>
                  </a:lnTo>
                  <a:lnTo>
                    <a:pt x="5613400" y="1193800"/>
                  </a:lnTo>
                  <a:close/>
                  <a:moveTo>
                    <a:pt x="5562600" y="1193800"/>
                  </a:moveTo>
                  <a:lnTo>
                    <a:pt x="5537200" y="1193800"/>
                  </a:lnTo>
                  <a:lnTo>
                    <a:pt x="5562600" y="1193800"/>
                  </a:lnTo>
                  <a:close/>
                  <a:moveTo>
                    <a:pt x="5511800" y="1193800"/>
                  </a:moveTo>
                  <a:lnTo>
                    <a:pt x="5486400" y="1193800"/>
                  </a:lnTo>
                  <a:lnTo>
                    <a:pt x="5511800" y="1193800"/>
                  </a:lnTo>
                  <a:close/>
                  <a:moveTo>
                    <a:pt x="5461000" y="1193800"/>
                  </a:moveTo>
                  <a:lnTo>
                    <a:pt x="5435600" y="1193800"/>
                  </a:lnTo>
                  <a:lnTo>
                    <a:pt x="5461000" y="1193800"/>
                  </a:lnTo>
                  <a:close/>
                  <a:moveTo>
                    <a:pt x="5410200" y="1193800"/>
                  </a:moveTo>
                  <a:lnTo>
                    <a:pt x="5384800" y="1193800"/>
                  </a:lnTo>
                  <a:lnTo>
                    <a:pt x="5410200" y="1193800"/>
                  </a:lnTo>
                  <a:close/>
                  <a:moveTo>
                    <a:pt x="5359400" y="1193800"/>
                  </a:moveTo>
                  <a:lnTo>
                    <a:pt x="5334000" y="1193800"/>
                  </a:lnTo>
                  <a:lnTo>
                    <a:pt x="5359400" y="1193800"/>
                  </a:lnTo>
                  <a:close/>
                  <a:moveTo>
                    <a:pt x="5308600" y="1193800"/>
                  </a:moveTo>
                  <a:lnTo>
                    <a:pt x="5283200" y="1193800"/>
                  </a:lnTo>
                  <a:lnTo>
                    <a:pt x="5308600" y="1193800"/>
                  </a:lnTo>
                  <a:close/>
                  <a:moveTo>
                    <a:pt x="5257800" y="1193800"/>
                  </a:moveTo>
                  <a:lnTo>
                    <a:pt x="5232400" y="1193800"/>
                  </a:lnTo>
                  <a:lnTo>
                    <a:pt x="5257800" y="1193800"/>
                  </a:lnTo>
                  <a:close/>
                  <a:moveTo>
                    <a:pt x="5207000" y="1193800"/>
                  </a:moveTo>
                  <a:lnTo>
                    <a:pt x="5181600" y="1193800"/>
                  </a:lnTo>
                  <a:lnTo>
                    <a:pt x="5207000" y="1193800"/>
                  </a:lnTo>
                  <a:close/>
                  <a:moveTo>
                    <a:pt x="5156200" y="1193800"/>
                  </a:moveTo>
                  <a:lnTo>
                    <a:pt x="5130800" y="1193800"/>
                  </a:lnTo>
                  <a:lnTo>
                    <a:pt x="5156200" y="1193800"/>
                  </a:lnTo>
                  <a:close/>
                  <a:moveTo>
                    <a:pt x="5105400" y="1193800"/>
                  </a:moveTo>
                  <a:lnTo>
                    <a:pt x="5080000" y="1193800"/>
                  </a:lnTo>
                  <a:lnTo>
                    <a:pt x="5105400" y="1193800"/>
                  </a:lnTo>
                  <a:close/>
                  <a:moveTo>
                    <a:pt x="5054600" y="1193800"/>
                  </a:moveTo>
                  <a:lnTo>
                    <a:pt x="5029200" y="1193800"/>
                  </a:lnTo>
                  <a:lnTo>
                    <a:pt x="5054600" y="1193800"/>
                  </a:lnTo>
                  <a:close/>
                  <a:moveTo>
                    <a:pt x="5003800" y="1193800"/>
                  </a:moveTo>
                  <a:lnTo>
                    <a:pt x="4978400" y="1193800"/>
                  </a:lnTo>
                  <a:lnTo>
                    <a:pt x="5003800" y="1193800"/>
                  </a:lnTo>
                  <a:close/>
                  <a:moveTo>
                    <a:pt x="4953000" y="1193800"/>
                  </a:moveTo>
                  <a:lnTo>
                    <a:pt x="4927600" y="1193800"/>
                  </a:lnTo>
                  <a:lnTo>
                    <a:pt x="4953000" y="1193800"/>
                  </a:lnTo>
                  <a:close/>
                  <a:moveTo>
                    <a:pt x="4902200" y="1193800"/>
                  </a:moveTo>
                  <a:lnTo>
                    <a:pt x="4876800" y="1193800"/>
                  </a:lnTo>
                  <a:lnTo>
                    <a:pt x="4902200" y="1193800"/>
                  </a:lnTo>
                  <a:close/>
                  <a:moveTo>
                    <a:pt x="4851400" y="1193800"/>
                  </a:moveTo>
                  <a:lnTo>
                    <a:pt x="4826000" y="1193800"/>
                  </a:lnTo>
                  <a:lnTo>
                    <a:pt x="4851400" y="1193800"/>
                  </a:lnTo>
                  <a:close/>
                  <a:moveTo>
                    <a:pt x="4800600" y="1193800"/>
                  </a:moveTo>
                  <a:lnTo>
                    <a:pt x="4775200" y="1193800"/>
                  </a:lnTo>
                  <a:lnTo>
                    <a:pt x="4800600" y="1193800"/>
                  </a:lnTo>
                  <a:close/>
                  <a:moveTo>
                    <a:pt x="4749800" y="1193800"/>
                  </a:moveTo>
                  <a:lnTo>
                    <a:pt x="4724400" y="1193800"/>
                  </a:lnTo>
                  <a:lnTo>
                    <a:pt x="4749800" y="1193800"/>
                  </a:lnTo>
                  <a:close/>
                  <a:moveTo>
                    <a:pt x="4699000" y="1193800"/>
                  </a:moveTo>
                  <a:lnTo>
                    <a:pt x="4673600" y="1193800"/>
                  </a:lnTo>
                  <a:lnTo>
                    <a:pt x="4699000" y="1193800"/>
                  </a:lnTo>
                  <a:close/>
                  <a:moveTo>
                    <a:pt x="4648200" y="1193800"/>
                  </a:moveTo>
                  <a:lnTo>
                    <a:pt x="4622800" y="1193800"/>
                  </a:lnTo>
                  <a:lnTo>
                    <a:pt x="4648200" y="1193800"/>
                  </a:lnTo>
                  <a:close/>
                  <a:moveTo>
                    <a:pt x="4597400" y="1193800"/>
                  </a:moveTo>
                  <a:lnTo>
                    <a:pt x="4572000" y="1193800"/>
                  </a:lnTo>
                  <a:lnTo>
                    <a:pt x="4597400" y="1193800"/>
                  </a:lnTo>
                  <a:close/>
                  <a:moveTo>
                    <a:pt x="4546600" y="1193800"/>
                  </a:moveTo>
                  <a:lnTo>
                    <a:pt x="4521200" y="1193800"/>
                  </a:lnTo>
                  <a:lnTo>
                    <a:pt x="4546600" y="1193800"/>
                  </a:lnTo>
                  <a:close/>
                  <a:moveTo>
                    <a:pt x="4495800" y="1193800"/>
                  </a:moveTo>
                  <a:lnTo>
                    <a:pt x="4470400" y="1193800"/>
                  </a:lnTo>
                  <a:lnTo>
                    <a:pt x="4495800" y="1193800"/>
                  </a:lnTo>
                  <a:close/>
                  <a:moveTo>
                    <a:pt x="4445000" y="1193800"/>
                  </a:moveTo>
                  <a:lnTo>
                    <a:pt x="4419600" y="1193800"/>
                  </a:lnTo>
                  <a:lnTo>
                    <a:pt x="4445000" y="1193800"/>
                  </a:lnTo>
                  <a:close/>
                  <a:moveTo>
                    <a:pt x="4394200" y="1193800"/>
                  </a:moveTo>
                  <a:lnTo>
                    <a:pt x="4368800" y="1193800"/>
                  </a:lnTo>
                  <a:lnTo>
                    <a:pt x="4394200" y="1193800"/>
                  </a:lnTo>
                  <a:close/>
                  <a:moveTo>
                    <a:pt x="4343400" y="1193800"/>
                  </a:moveTo>
                  <a:lnTo>
                    <a:pt x="4318000" y="1193800"/>
                  </a:lnTo>
                  <a:lnTo>
                    <a:pt x="4343400" y="1193800"/>
                  </a:lnTo>
                  <a:close/>
                  <a:moveTo>
                    <a:pt x="4292600" y="1193800"/>
                  </a:moveTo>
                  <a:lnTo>
                    <a:pt x="4267200" y="1193800"/>
                  </a:lnTo>
                  <a:lnTo>
                    <a:pt x="4292600" y="1193800"/>
                  </a:lnTo>
                  <a:close/>
                  <a:moveTo>
                    <a:pt x="4241800" y="1193800"/>
                  </a:moveTo>
                  <a:lnTo>
                    <a:pt x="4216400" y="1193800"/>
                  </a:lnTo>
                  <a:lnTo>
                    <a:pt x="4241800" y="1193800"/>
                  </a:lnTo>
                  <a:close/>
                  <a:moveTo>
                    <a:pt x="4191000" y="1193800"/>
                  </a:moveTo>
                  <a:lnTo>
                    <a:pt x="4165600" y="1193800"/>
                  </a:lnTo>
                  <a:lnTo>
                    <a:pt x="4191000" y="1193800"/>
                  </a:lnTo>
                  <a:close/>
                  <a:moveTo>
                    <a:pt x="4140200" y="1193800"/>
                  </a:moveTo>
                  <a:lnTo>
                    <a:pt x="4114800" y="1193800"/>
                  </a:lnTo>
                  <a:lnTo>
                    <a:pt x="4140200" y="1193800"/>
                  </a:lnTo>
                  <a:close/>
                  <a:moveTo>
                    <a:pt x="4089400" y="1193800"/>
                  </a:moveTo>
                  <a:lnTo>
                    <a:pt x="4064000" y="1193800"/>
                  </a:lnTo>
                  <a:lnTo>
                    <a:pt x="4089400" y="1193800"/>
                  </a:lnTo>
                  <a:close/>
                  <a:moveTo>
                    <a:pt x="4038600" y="1193800"/>
                  </a:moveTo>
                  <a:lnTo>
                    <a:pt x="4013200" y="1193800"/>
                  </a:lnTo>
                  <a:lnTo>
                    <a:pt x="4038600" y="1193800"/>
                  </a:lnTo>
                  <a:close/>
                  <a:moveTo>
                    <a:pt x="3987800" y="1193800"/>
                  </a:moveTo>
                  <a:lnTo>
                    <a:pt x="3962400" y="1193800"/>
                  </a:lnTo>
                  <a:lnTo>
                    <a:pt x="3987800" y="1193800"/>
                  </a:lnTo>
                  <a:close/>
                  <a:moveTo>
                    <a:pt x="3937000" y="1193800"/>
                  </a:moveTo>
                  <a:lnTo>
                    <a:pt x="3911600" y="1193800"/>
                  </a:lnTo>
                  <a:lnTo>
                    <a:pt x="3937000" y="1193800"/>
                  </a:lnTo>
                  <a:close/>
                  <a:moveTo>
                    <a:pt x="3886200" y="1193800"/>
                  </a:moveTo>
                  <a:lnTo>
                    <a:pt x="3860800" y="1193800"/>
                  </a:lnTo>
                  <a:lnTo>
                    <a:pt x="3886200" y="1193800"/>
                  </a:lnTo>
                  <a:close/>
                  <a:moveTo>
                    <a:pt x="3835400" y="1193800"/>
                  </a:moveTo>
                  <a:lnTo>
                    <a:pt x="3810000" y="1193800"/>
                  </a:lnTo>
                  <a:lnTo>
                    <a:pt x="3835400" y="1193800"/>
                  </a:lnTo>
                  <a:close/>
                  <a:moveTo>
                    <a:pt x="3784600" y="1193800"/>
                  </a:moveTo>
                  <a:lnTo>
                    <a:pt x="3759200" y="1193800"/>
                  </a:lnTo>
                  <a:lnTo>
                    <a:pt x="3784600" y="1193800"/>
                  </a:lnTo>
                  <a:close/>
                  <a:moveTo>
                    <a:pt x="3733800" y="1193800"/>
                  </a:moveTo>
                  <a:lnTo>
                    <a:pt x="3708400" y="1193800"/>
                  </a:lnTo>
                  <a:lnTo>
                    <a:pt x="3733800" y="1193800"/>
                  </a:lnTo>
                  <a:close/>
                  <a:moveTo>
                    <a:pt x="3683000" y="1193800"/>
                  </a:moveTo>
                  <a:lnTo>
                    <a:pt x="3657600" y="1193800"/>
                  </a:lnTo>
                  <a:lnTo>
                    <a:pt x="3683000" y="1193800"/>
                  </a:lnTo>
                  <a:close/>
                  <a:moveTo>
                    <a:pt x="3632200" y="1193800"/>
                  </a:moveTo>
                  <a:lnTo>
                    <a:pt x="3606800" y="1193800"/>
                  </a:lnTo>
                  <a:lnTo>
                    <a:pt x="3632200" y="1193800"/>
                  </a:lnTo>
                  <a:close/>
                  <a:moveTo>
                    <a:pt x="3581400" y="1193800"/>
                  </a:moveTo>
                  <a:lnTo>
                    <a:pt x="3556000" y="1193800"/>
                  </a:lnTo>
                  <a:lnTo>
                    <a:pt x="3581400" y="1193800"/>
                  </a:lnTo>
                  <a:close/>
                  <a:moveTo>
                    <a:pt x="3530600" y="1193800"/>
                  </a:moveTo>
                  <a:lnTo>
                    <a:pt x="3505200" y="1193800"/>
                  </a:lnTo>
                  <a:lnTo>
                    <a:pt x="3530600" y="1193800"/>
                  </a:lnTo>
                  <a:close/>
                  <a:moveTo>
                    <a:pt x="3479800" y="1193800"/>
                  </a:moveTo>
                  <a:lnTo>
                    <a:pt x="3454400" y="1193800"/>
                  </a:lnTo>
                  <a:lnTo>
                    <a:pt x="3479800" y="1193800"/>
                  </a:lnTo>
                  <a:close/>
                  <a:moveTo>
                    <a:pt x="3429000" y="1193800"/>
                  </a:moveTo>
                  <a:lnTo>
                    <a:pt x="3403600" y="1193800"/>
                  </a:lnTo>
                  <a:lnTo>
                    <a:pt x="3429000" y="1193800"/>
                  </a:lnTo>
                  <a:close/>
                  <a:moveTo>
                    <a:pt x="3378200" y="1193800"/>
                  </a:moveTo>
                  <a:lnTo>
                    <a:pt x="3352800" y="1193800"/>
                  </a:lnTo>
                  <a:lnTo>
                    <a:pt x="3378200" y="1193800"/>
                  </a:lnTo>
                  <a:close/>
                  <a:moveTo>
                    <a:pt x="3327400" y="1193800"/>
                  </a:moveTo>
                  <a:lnTo>
                    <a:pt x="3302000" y="1193800"/>
                  </a:lnTo>
                  <a:lnTo>
                    <a:pt x="3327400" y="1193800"/>
                  </a:lnTo>
                  <a:close/>
                  <a:moveTo>
                    <a:pt x="3276600" y="1193800"/>
                  </a:moveTo>
                  <a:lnTo>
                    <a:pt x="3251200" y="1193800"/>
                  </a:lnTo>
                  <a:lnTo>
                    <a:pt x="3276600" y="1193800"/>
                  </a:lnTo>
                  <a:close/>
                  <a:moveTo>
                    <a:pt x="3225800" y="1193800"/>
                  </a:moveTo>
                  <a:lnTo>
                    <a:pt x="3200400" y="1193800"/>
                  </a:lnTo>
                  <a:lnTo>
                    <a:pt x="3225800" y="1193800"/>
                  </a:lnTo>
                  <a:close/>
                  <a:moveTo>
                    <a:pt x="3175000" y="1193800"/>
                  </a:moveTo>
                  <a:lnTo>
                    <a:pt x="3149600" y="1193800"/>
                  </a:lnTo>
                  <a:lnTo>
                    <a:pt x="3175000" y="1193800"/>
                  </a:lnTo>
                  <a:close/>
                  <a:moveTo>
                    <a:pt x="3124200" y="1193800"/>
                  </a:moveTo>
                  <a:lnTo>
                    <a:pt x="3098800" y="1193800"/>
                  </a:lnTo>
                  <a:lnTo>
                    <a:pt x="3124200" y="1193800"/>
                  </a:lnTo>
                  <a:close/>
                  <a:moveTo>
                    <a:pt x="3073400" y="1193800"/>
                  </a:moveTo>
                  <a:lnTo>
                    <a:pt x="3048000" y="1193800"/>
                  </a:lnTo>
                  <a:lnTo>
                    <a:pt x="3073400" y="1193800"/>
                  </a:lnTo>
                  <a:close/>
                  <a:moveTo>
                    <a:pt x="3022600" y="1193800"/>
                  </a:moveTo>
                  <a:lnTo>
                    <a:pt x="2997200" y="1193800"/>
                  </a:lnTo>
                  <a:lnTo>
                    <a:pt x="3022600" y="1193800"/>
                  </a:lnTo>
                  <a:close/>
                  <a:moveTo>
                    <a:pt x="2971800" y="1193800"/>
                  </a:moveTo>
                  <a:lnTo>
                    <a:pt x="2946400" y="1193800"/>
                  </a:lnTo>
                  <a:lnTo>
                    <a:pt x="2971800" y="1193800"/>
                  </a:lnTo>
                  <a:close/>
                  <a:moveTo>
                    <a:pt x="2921000" y="1193800"/>
                  </a:moveTo>
                  <a:lnTo>
                    <a:pt x="2895600" y="1193800"/>
                  </a:lnTo>
                  <a:lnTo>
                    <a:pt x="2921000" y="1193800"/>
                  </a:lnTo>
                  <a:close/>
                  <a:moveTo>
                    <a:pt x="2870200" y="1193800"/>
                  </a:moveTo>
                  <a:lnTo>
                    <a:pt x="2844800" y="1193800"/>
                  </a:lnTo>
                  <a:lnTo>
                    <a:pt x="2870200" y="1193800"/>
                  </a:lnTo>
                  <a:close/>
                  <a:moveTo>
                    <a:pt x="2819400" y="1193800"/>
                  </a:moveTo>
                  <a:lnTo>
                    <a:pt x="2794000" y="1193800"/>
                  </a:lnTo>
                  <a:lnTo>
                    <a:pt x="2819400" y="1193800"/>
                  </a:lnTo>
                  <a:close/>
                  <a:moveTo>
                    <a:pt x="2768600" y="1193800"/>
                  </a:moveTo>
                  <a:lnTo>
                    <a:pt x="2743200" y="1193800"/>
                  </a:lnTo>
                  <a:lnTo>
                    <a:pt x="2768600" y="1193800"/>
                  </a:lnTo>
                  <a:close/>
                  <a:moveTo>
                    <a:pt x="2717800" y="1193800"/>
                  </a:moveTo>
                  <a:lnTo>
                    <a:pt x="2692400" y="1193800"/>
                  </a:lnTo>
                  <a:lnTo>
                    <a:pt x="2717800" y="1193800"/>
                  </a:lnTo>
                  <a:close/>
                  <a:moveTo>
                    <a:pt x="2667000" y="1193800"/>
                  </a:moveTo>
                  <a:lnTo>
                    <a:pt x="2641600" y="1193800"/>
                  </a:lnTo>
                  <a:lnTo>
                    <a:pt x="2667000" y="1193800"/>
                  </a:lnTo>
                  <a:close/>
                  <a:moveTo>
                    <a:pt x="2616200" y="1193800"/>
                  </a:moveTo>
                  <a:lnTo>
                    <a:pt x="2590800" y="1193800"/>
                  </a:lnTo>
                  <a:lnTo>
                    <a:pt x="2616200" y="1193800"/>
                  </a:lnTo>
                  <a:close/>
                  <a:moveTo>
                    <a:pt x="2565400" y="1193800"/>
                  </a:moveTo>
                  <a:lnTo>
                    <a:pt x="2540000" y="1193800"/>
                  </a:lnTo>
                  <a:lnTo>
                    <a:pt x="2565400" y="1193800"/>
                  </a:lnTo>
                  <a:close/>
                  <a:moveTo>
                    <a:pt x="2514600" y="1193800"/>
                  </a:moveTo>
                  <a:lnTo>
                    <a:pt x="2489200" y="1193800"/>
                  </a:lnTo>
                  <a:lnTo>
                    <a:pt x="2514600" y="1193800"/>
                  </a:lnTo>
                  <a:close/>
                  <a:moveTo>
                    <a:pt x="2463800" y="1193800"/>
                  </a:moveTo>
                  <a:lnTo>
                    <a:pt x="2438400" y="1193800"/>
                  </a:lnTo>
                  <a:lnTo>
                    <a:pt x="2463800" y="1193800"/>
                  </a:lnTo>
                  <a:close/>
                  <a:moveTo>
                    <a:pt x="2413000" y="1193800"/>
                  </a:moveTo>
                  <a:lnTo>
                    <a:pt x="2387600" y="1193800"/>
                  </a:lnTo>
                  <a:lnTo>
                    <a:pt x="2413000" y="1193800"/>
                  </a:lnTo>
                  <a:close/>
                  <a:moveTo>
                    <a:pt x="2362200" y="1193800"/>
                  </a:moveTo>
                  <a:lnTo>
                    <a:pt x="2336800" y="1193800"/>
                  </a:lnTo>
                  <a:lnTo>
                    <a:pt x="2362200" y="1193800"/>
                  </a:lnTo>
                  <a:close/>
                  <a:moveTo>
                    <a:pt x="2311400" y="1193800"/>
                  </a:moveTo>
                  <a:lnTo>
                    <a:pt x="2286000" y="1193800"/>
                  </a:lnTo>
                  <a:lnTo>
                    <a:pt x="2311400" y="1193800"/>
                  </a:lnTo>
                  <a:close/>
                  <a:moveTo>
                    <a:pt x="2260600" y="1193800"/>
                  </a:moveTo>
                  <a:lnTo>
                    <a:pt x="2235200" y="1193800"/>
                  </a:lnTo>
                  <a:lnTo>
                    <a:pt x="2260600" y="1193800"/>
                  </a:lnTo>
                  <a:close/>
                  <a:moveTo>
                    <a:pt x="2209800" y="1193800"/>
                  </a:moveTo>
                  <a:lnTo>
                    <a:pt x="2184400" y="1193800"/>
                  </a:lnTo>
                  <a:lnTo>
                    <a:pt x="2209800" y="1193800"/>
                  </a:lnTo>
                  <a:close/>
                  <a:moveTo>
                    <a:pt x="2159000" y="1193800"/>
                  </a:moveTo>
                  <a:lnTo>
                    <a:pt x="2133600" y="1193800"/>
                  </a:lnTo>
                  <a:lnTo>
                    <a:pt x="2159000" y="1193800"/>
                  </a:lnTo>
                  <a:close/>
                  <a:moveTo>
                    <a:pt x="2108200" y="1193800"/>
                  </a:moveTo>
                  <a:lnTo>
                    <a:pt x="2082800" y="1193800"/>
                  </a:lnTo>
                  <a:lnTo>
                    <a:pt x="2108200" y="1193800"/>
                  </a:lnTo>
                  <a:close/>
                  <a:moveTo>
                    <a:pt x="2057400" y="1193800"/>
                  </a:moveTo>
                  <a:lnTo>
                    <a:pt x="2032000" y="1193800"/>
                  </a:lnTo>
                  <a:lnTo>
                    <a:pt x="2057400" y="1193800"/>
                  </a:lnTo>
                  <a:close/>
                  <a:moveTo>
                    <a:pt x="2006600" y="1193800"/>
                  </a:moveTo>
                  <a:lnTo>
                    <a:pt x="1981200" y="1193800"/>
                  </a:lnTo>
                  <a:lnTo>
                    <a:pt x="2006600" y="1193800"/>
                  </a:lnTo>
                  <a:close/>
                  <a:moveTo>
                    <a:pt x="1955800" y="1193800"/>
                  </a:moveTo>
                  <a:lnTo>
                    <a:pt x="1930400" y="1193800"/>
                  </a:lnTo>
                  <a:lnTo>
                    <a:pt x="1955800" y="1193800"/>
                  </a:lnTo>
                  <a:close/>
                  <a:moveTo>
                    <a:pt x="1905000" y="1193800"/>
                  </a:moveTo>
                  <a:lnTo>
                    <a:pt x="1879600" y="1193800"/>
                  </a:lnTo>
                  <a:lnTo>
                    <a:pt x="1905000" y="1193800"/>
                  </a:lnTo>
                  <a:close/>
                  <a:moveTo>
                    <a:pt x="1854200" y="1193800"/>
                  </a:moveTo>
                  <a:lnTo>
                    <a:pt x="1828800" y="1193800"/>
                  </a:lnTo>
                  <a:lnTo>
                    <a:pt x="1854200" y="1193800"/>
                  </a:lnTo>
                  <a:close/>
                  <a:moveTo>
                    <a:pt x="1803400" y="1193800"/>
                  </a:moveTo>
                  <a:lnTo>
                    <a:pt x="1778000" y="1193800"/>
                  </a:lnTo>
                  <a:lnTo>
                    <a:pt x="1803400" y="1193800"/>
                  </a:lnTo>
                  <a:close/>
                  <a:moveTo>
                    <a:pt x="1752600" y="1193800"/>
                  </a:moveTo>
                  <a:lnTo>
                    <a:pt x="1727200" y="1193800"/>
                  </a:lnTo>
                  <a:lnTo>
                    <a:pt x="1752600" y="1193800"/>
                  </a:lnTo>
                  <a:close/>
                  <a:moveTo>
                    <a:pt x="1701800" y="1193800"/>
                  </a:moveTo>
                  <a:lnTo>
                    <a:pt x="1676400" y="1193800"/>
                  </a:lnTo>
                  <a:lnTo>
                    <a:pt x="1701800" y="1193800"/>
                  </a:lnTo>
                  <a:close/>
                  <a:moveTo>
                    <a:pt x="1651000" y="1193800"/>
                  </a:moveTo>
                  <a:lnTo>
                    <a:pt x="1625600" y="1193800"/>
                  </a:lnTo>
                  <a:lnTo>
                    <a:pt x="1651000" y="1193800"/>
                  </a:lnTo>
                  <a:close/>
                  <a:moveTo>
                    <a:pt x="1600200" y="1193800"/>
                  </a:moveTo>
                  <a:lnTo>
                    <a:pt x="1574800" y="1193800"/>
                  </a:lnTo>
                  <a:lnTo>
                    <a:pt x="1600200" y="1193800"/>
                  </a:lnTo>
                  <a:close/>
                  <a:moveTo>
                    <a:pt x="1549400" y="1193800"/>
                  </a:moveTo>
                  <a:lnTo>
                    <a:pt x="1524000" y="1193800"/>
                  </a:lnTo>
                  <a:lnTo>
                    <a:pt x="1549400" y="1193800"/>
                  </a:lnTo>
                  <a:close/>
                  <a:moveTo>
                    <a:pt x="1498600" y="1193800"/>
                  </a:moveTo>
                  <a:lnTo>
                    <a:pt x="1473200" y="1193800"/>
                  </a:lnTo>
                  <a:lnTo>
                    <a:pt x="1498600" y="1193800"/>
                  </a:lnTo>
                  <a:close/>
                  <a:moveTo>
                    <a:pt x="1447800" y="1193800"/>
                  </a:moveTo>
                  <a:lnTo>
                    <a:pt x="1422400" y="1193800"/>
                  </a:lnTo>
                  <a:lnTo>
                    <a:pt x="1447800" y="1193800"/>
                  </a:lnTo>
                  <a:close/>
                  <a:moveTo>
                    <a:pt x="1397000" y="1193800"/>
                  </a:moveTo>
                  <a:lnTo>
                    <a:pt x="1371600" y="1193800"/>
                  </a:lnTo>
                  <a:lnTo>
                    <a:pt x="1397000" y="1193800"/>
                  </a:lnTo>
                  <a:close/>
                  <a:moveTo>
                    <a:pt x="1346200" y="1193800"/>
                  </a:moveTo>
                  <a:lnTo>
                    <a:pt x="1320800" y="1193800"/>
                  </a:lnTo>
                  <a:lnTo>
                    <a:pt x="1346200" y="1193800"/>
                  </a:lnTo>
                  <a:close/>
                  <a:moveTo>
                    <a:pt x="1295400" y="1193800"/>
                  </a:moveTo>
                  <a:lnTo>
                    <a:pt x="1270000" y="1193800"/>
                  </a:lnTo>
                  <a:lnTo>
                    <a:pt x="1295400" y="1193800"/>
                  </a:lnTo>
                  <a:close/>
                  <a:moveTo>
                    <a:pt x="1244600" y="1193800"/>
                  </a:moveTo>
                  <a:lnTo>
                    <a:pt x="1219200" y="1193800"/>
                  </a:lnTo>
                  <a:lnTo>
                    <a:pt x="1244600" y="1193800"/>
                  </a:lnTo>
                  <a:close/>
                  <a:moveTo>
                    <a:pt x="1193800" y="1193800"/>
                  </a:moveTo>
                  <a:lnTo>
                    <a:pt x="1168400" y="1193800"/>
                  </a:lnTo>
                  <a:lnTo>
                    <a:pt x="1193800" y="1193800"/>
                  </a:lnTo>
                  <a:close/>
                  <a:moveTo>
                    <a:pt x="1143000" y="1193800"/>
                  </a:moveTo>
                  <a:lnTo>
                    <a:pt x="1117600" y="1193800"/>
                  </a:lnTo>
                  <a:lnTo>
                    <a:pt x="1143000" y="1193800"/>
                  </a:lnTo>
                  <a:close/>
                  <a:moveTo>
                    <a:pt x="1092200" y="1193800"/>
                  </a:moveTo>
                  <a:lnTo>
                    <a:pt x="1066800" y="1193800"/>
                  </a:lnTo>
                  <a:lnTo>
                    <a:pt x="1092200" y="1193800"/>
                  </a:lnTo>
                  <a:close/>
                  <a:moveTo>
                    <a:pt x="1041400" y="1193800"/>
                  </a:moveTo>
                  <a:lnTo>
                    <a:pt x="1016000" y="1193800"/>
                  </a:lnTo>
                  <a:lnTo>
                    <a:pt x="1041400" y="1193800"/>
                  </a:lnTo>
                  <a:close/>
                  <a:moveTo>
                    <a:pt x="990600" y="1193800"/>
                  </a:moveTo>
                  <a:lnTo>
                    <a:pt x="965200" y="1193800"/>
                  </a:lnTo>
                  <a:lnTo>
                    <a:pt x="990600" y="1193800"/>
                  </a:lnTo>
                  <a:close/>
                  <a:moveTo>
                    <a:pt x="939800" y="1193800"/>
                  </a:moveTo>
                  <a:lnTo>
                    <a:pt x="914400" y="1193800"/>
                  </a:lnTo>
                  <a:lnTo>
                    <a:pt x="939800" y="1193800"/>
                  </a:lnTo>
                  <a:close/>
                  <a:moveTo>
                    <a:pt x="889000" y="1193800"/>
                  </a:moveTo>
                  <a:lnTo>
                    <a:pt x="863600" y="1193800"/>
                  </a:lnTo>
                  <a:lnTo>
                    <a:pt x="889000" y="1193800"/>
                  </a:lnTo>
                  <a:close/>
                  <a:moveTo>
                    <a:pt x="838200" y="1193800"/>
                  </a:moveTo>
                  <a:lnTo>
                    <a:pt x="812800" y="1193800"/>
                  </a:lnTo>
                  <a:lnTo>
                    <a:pt x="838200" y="1193800"/>
                  </a:lnTo>
                  <a:close/>
                  <a:moveTo>
                    <a:pt x="787400" y="1193800"/>
                  </a:moveTo>
                  <a:lnTo>
                    <a:pt x="762000" y="1193800"/>
                  </a:lnTo>
                  <a:lnTo>
                    <a:pt x="787400" y="1193800"/>
                  </a:lnTo>
                  <a:close/>
                  <a:moveTo>
                    <a:pt x="736600" y="1193800"/>
                  </a:moveTo>
                  <a:lnTo>
                    <a:pt x="711200" y="1193800"/>
                  </a:lnTo>
                  <a:lnTo>
                    <a:pt x="736600" y="1193800"/>
                  </a:lnTo>
                  <a:close/>
                  <a:moveTo>
                    <a:pt x="685800" y="1193800"/>
                  </a:moveTo>
                  <a:lnTo>
                    <a:pt x="660400" y="1193800"/>
                  </a:lnTo>
                  <a:lnTo>
                    <a:pt x="685800" y="1193800"/>
                  </a:lnTo>
                  <a:close/>
                  <a:moveTo>
                    <a:pt x="635000" y="1193800"/>
                  </a:moveTo>
                  <a:lnTo>
                    <a:pt x="609600" y="1193800"/>
                  </a:lnTo>
                  <a:lnTo>
                    <a:pt x="635000" y="1193800"/>
                  </a:lnTo>
                  <a:close/>
                  <a:moveTo>
                    <a:pt x="584200" y="1193800"/>
                  </a:moveTo>
                  <a:lnTo>
                    <a:pt x="558800" y="1193800"/>
                  </a:lnTo>
                  <a:lnTo>
                    <a:pt x="584200" y="1193800"/>
                  </a:lnTo>
                  <a:close/>
                  <a:moveTo>
                    <a:pt x="533400" y="1193800"/>
                  </a:moveTo>
                  <a:lnTo>
                    <a:pt x="508000" y="1193800"/>
                  </a:lnTo>
                  <a:lnTo>
                    <a:pt x="533400" y="1193800"/>
                  </a:lnTo>
                  <a:close/>
                  <a:moveTo>
                    <a:pt x="482600" y="1193800"/>
                  </a:moveTo>
                  <a:lnTo>
                    <a:pt x="457200" y="1193800"/>
                  </a:lnTo>
                  <a:lnTo>
                    <a:pt x="482600" y="1193800"/>
                  </a:lnTo>
                  <a:close/>
                  <a:moveTo>
                    <a:pt x="431800" y="1193800"/>
                  </a:moveTo>
                  <a:lnTo>
                    <a:pt x="406400" y="1193800"/>
                  </a:lnTo>
                  <a:lnTo>
                    <a:pt x="431800" y="1193800"/>
                  </a:lnTo>
                  <a:close/>
                  <a:moveTo>
                    <a:pt x="381000" y="1193800"/>
                  </a:moveTo>
                  <a:lnTo>
                    <a:pt x="355600" y="1193800"/>
                  </a:lnTo>
                  <a:lnTo>
                    <a:pt x="381000" y="1193800"/>
                  </a:lnTo>
                  <a:close/>
                  <a:moveTo>
                    <a:pt x="330200" y="1193800"/>
                  </a:moveTo>
                  <a:lnTo>
                    <a:pt x="304800" y="1193800"/>
                  </a:lnTo>
                  <a:lnTo>
                    <a:pt x="330200" y="1193800"/>
                  </a:lnTo>
                  <a:close/>
                  <a:moveTo>
                    <a:pt x="279400" y="1193800"/>
                  </a:moveTo>
                  <a:lnTo>
                    <a:pt x="254000" y="1193800"/>
                  </a:lnTo>
                  <a:lnTo>
                    <a:pt x="279400" y="1193800"/>
                  </a:lnTo>
                  <a:close/>
                  <a:moveTo>
                    <a:pt x="228600" y="1193800"/>
                  </a:moveTo>
                  <a:lnTo>
                    <a:pt x="203200" y="1193800"/>
                  </a:lnTo>
                  <a:lnTo>
                    <a:pt x="228600" y="1193800"/>
                  </a:lnTo>
                  <a:close/>
                  <a:moveTo>
                    <a:pt x="177800" y="1193800"/>
                  </a:moveTo>
                  <a:lnTo>
                    <a:pt x="152400" y="1193800"/>
                  </a:lnTo>
                  <a:lnTo>
                    <a:pt x="177800" y="1193800"/>
                  </a:lnTo>
                  <a:close/>
                  <a:moveTo>
                    <a:pt x="127000" y="1193800"/>
                  </a:moveTo>
                  <a:lnTo>
                    <a:pt x="101600" y="1193800"/>
                  </a:lnTo>
                  <a:lnTo>
                    <a:pt x="127000" y="1193800"/>
                  </a:lnTo>
                  <a:close/>
                  <a:moveTo>
                    <a:pt x="76200" y="1193800"/>
                  </a:moveTo>
                  <a:lnTo>
                    <a:pt x="50800" y="1193800"/>
                  </a:lnTo>
                  <a:lnTo>
                    <a:pt x="76200" y="1193800"/>
                  </a:lnTo>
                  <a:close/>
                  <a:moveTo>
                    <a:pt x="25400" y="1193800"/>
                  </a:moveTo>
                  <a:lnTo>
                    <a:pt x="0" y="1193800"/>
                  </a:lnTo>
                  <a:lnTo>
                    <a:pt x="25400" y="1193800"/>
                  </a:lnTo>
                  <a:close/>
                  <a:moveTo>
                    <a:pt x="82550" y="1195451"/>
                  </a:moveTo>
                  <a:lnTo>
                    <a:pt x="82550" y="1170051"/>
                  </a:lnTo>
                  <a:lnTo>
                    <a:pt x="87122" y="1170051"/>
                  </a:lnTo>
                  <a:lnTo>
                    <a:pt x="87122" y="1195451"/>
                  </a:lnTo>
                  <a:close/>
                  <a:moveTo>
                    <a:pt x="87122" y="1144651"/>
                  </a:moveTo>
                  <a:lnTo>
                    <a:pt x="87122" y="1119251"/>
                  </a:lnTo>
                  <a:lnTo>
                    <a:pt x="87122" y="1144651"/>
                  </a:lnTo>
                  <a:close/>
                  <a:moveTo>
                    <a:pt x="87122" y="1093851"/>
                  </a:moveTo>
                  <a:lnTo>
                    <a:pt x="87122" y="1068451"/>
                  </a:lnTo>
                  <a:lnTo>
                    <a:pt x="87122" y="1093851"/>
                  </a:lnTo>
                  <a:close/>
                  <a:moveTo>
                    <a:pt x="87122" y="1043051"/>
                  </a:moveTo>
                  <a:lnTo>
                    <a:pt x="87122" y="1017651"/>
                  </a:lnTo>
                  <a:lnTo>
                    <a:pt x="87122" y="1043051"/>
                  </a:lnTo>
                  <a:close/>
                  <a:moveTo>
                    <a:pt x="87122" y="992251"/>
                  </a:moveTo>
                  <a:lnTo>
                    <a:pt x="87122" y="966851"/>
                  </a:lnTo>
                  <a:lnTo>
                    <a:pt x="87122" y="992251"/>
                  </a:lnTo>
                  <a:close/>
                  <a:moveTo>
                    <a:pt x="87122" y="941451"/>
                  </a:moveTo>
                  <a:lnTo>
                    <a:pt x="87122" y="916051"/>
                  </a:lnTo>
                  <a:lnTo>
                    <a:pt x="87122" y="941451"/>
                  </a:lnTo>
                  <a:close/>
                  <a:moveTo>
                    <a:pt x="87122" y="890651"/>
                  </a:moveTo>
                  <a:lnTo>
                    <a:pt x="87122" y="865251"/>
                  </a:lnTo>
                  <a:lnTo>
                    <a:pt x="87122" y="890651"/>
                  </a:lnTo>
                  <a:close/>
                  <a:moveTo>
                    <a:pt x="87122" y="839851"/>
                  </a:moveTo>
                  <a:lnTo>
                    <a:pt x="87122" y="814451"/>
                  </a:lnTo>
                  <a:lnTo>
                    <a:pt x="87122" y="839851"/>
                  </a:lnTo>
                  <a:close/>
                  <a:moveTo>
                    <a:pt x="87122" y="789051"/>
                  </a:moveTo>
                  <a:lnTo>
                    <a:pt x="87122" y="763651"/>
                  </a:lnTo>
                  <a:lnTo>
                    <a:pt x="87122" y="789051"/>
                  </a:lnTo>
                  <a:close/>
                  <a:moveTo>
                    <a:pt x="87122" y="738251"/>
                  </a:moveTo>
                  <a:lnTo>
                    <a:pt x="87122" y="712851"/>
                  </a:lnTo>
                  <a:lnTo>
                    <a:pt x="87122" y="738251"/>
                  </a:lnTo>
                  <a:close/>
                  <a:moveTo>
                    <a:pt x="87122" y="687451"/>
                  </a:moveTo>
                  <a:lnTo>
                    <a:pt x="87122" y="662051"/>
                  </a:lnTo>
                  <a:lnTo>
                    <a:pt x="87122" y="687451"/>
                  </a:lnTo>
                  <a:close/>
                  <a:moveTo>
                    <a:pt x="87122" y="636651"/>
                  </a:moveTo>
                  <a:lnTo>
                    <a:pt x="87122" y="611251"/>
                  </a:lnTo>
                  <a:lnTo>
                    <a:pt x="87122" y="636651"/>
                  </a:lnTo>
                  <a:close/>
                  <a:moveTo>
                    <a:pt x="87122" y="585851"/>
                  </a:moveTo>
                  <a:lnTo>
                    <a:pt x="87122" y="560451"/>
                  </a:lnTo>
                  <a:lnTo>
                    <a:pt x="87122" y="585851"/>
                  </a:lnTo>
                  <a:close/>
                  <a:moveTo>
                    <a:pt x="87122" y="535051"/>
                  </a:moveTo>
                  <a:lnTo>
                    <a:pt x="87122" y="509651"/>
                  </a:lnTo>
                  <a:lnTo>
                    <a:pt x="87122" y="535051"/>
                  </a:lnTo>
                  <a:close/>
                  <a:moveTo>
                    <a:pt x="87122" y="484251"/>
                  </a:moveTo>
                  <a:lnTo>
                    <a:pt x="87122" y="458851"/>
                  </a:lnTo>
                  <a:lnTo>
                    <a:pt x="87122" y="484251"/>
                  </a:lnTo>
                  <a:close/>
                  <a:moveTo>
                    <a:pt x="87122" y="433451"/>
                  </a:moveTo>
                  <a:lnTo>
                    <a:pt x="87122" y="408051"/>
                  </a:lnTo>
                  <a:lnTo>
                    <a:pt x="87122" y="433451"/>
                  </a:lnTo>
                  <a:close/>
                  <a:moveTo>
                    <a:pt x="87122" y="382651"/>
                  </a:moveTo>
                  <a:lnTo>
                    <a:pt x="87122" y="357251"/>
                  </a:lnTo>
                  <a:lnTo>
                    <a:pt x="87122" y="382651"/>
                  </a:lnTo>
                  <a:close/>
                  <a:moveTo>
                    <a:pt x="87122" y="331851"/>
                  </a:moveTo>
                  <a:lnTo>
                    <a:pt x="87122" y="306451"/>
                  </a:lnTo>
                  <a:lnTo>
                    <a:pt x="87122" y="331851"/>
                  </a:lnTo>
                  <a:close/>
                  <a:moveTo>
                    <a:pt x="87122" y="281051"/>
                  </a:moveTo>
                  <a:lnTo>
                    <a:pt x="87122" y="255651"/>
                  </a:lnTo>
                  <a:lnTo>
                    <a:pt x="87122" y="281051"/>
                  </a:lnTo>
                  <a:close/>
                  <a:moveTo>
                    <a:pt x="87122" y="230251"/>
                  </a:moveTo>
                  <a:lnTo>
                    <a:pt x="87122" y="204851"/>
                  </a:lnTo>
                  <a:lnTo>
                    <a:pt x="87122" y="230251"/>
                  </a:lnTo>
                  <a:close/>
                  <a:moveTo>
                    <a:pt x="87122" y="179451"/>
                  </a:moveTo>
                  <a:lnTo>
                    <a:pt x="87122" y="154051"/>
                  </a:lnTo>
                  <a:lnTo>
                    <a:pt x="87122" y="179451"/>
                  </a:lnTo>
                  <a:close/>
                  <a:moveTo>
                    <a:pt x="87122" y="128651"/>
                  </a:moveTo>
                  <a:lnTo>
                    <a:pt x="87122" y="103251"/>
                  </a:lnTo>
                  <a:lnTo>
                    <a:pt x="87122" y="128651"/>
                  </a:lnTo>
                  <a:close/>
                  <a:moveTo>
                    <a:pt x="87122" y="77851"/>
                  </a:moveTo>
                  <a:lnTo>
                    <a:pt x="87122" y="52451"/>
                  </a:lnTo>
                  <a:lnTo>
                    <a:pt x="87122" y="77851"/>
                  </a:lnTo>
                  <a:close/>
                  <a:moveTo>
                    <a:pt x="87122" y="27051"/>
                  </a:moveTo>
                  <a:lnTo>
                    <a:pt x="87122" y="2286"/>
                  </a:lnTo>
                  <a:cubicBezTo>
                    <a:pt x="82550" y="1016"/>
                    <a:pt x="83566" y="0"/>
                    <a:pt x="84836" y="0"/>
                  </a:cubicBezTo>
                  <a:lnTo>
                    <a:pt x="110236" y="0"/>
                  </a:lnTo>
                  <a:lnTo>
                    <a:pt x="110236" y="4572"/>
                  </a:lnTo>
                  <a:lnTo>
                    <a:pt x="84836" y="4572"/>
                  </a:lnTo>
                  <a:lnTo>
                    <a:pt x="84836" y="2286"/>
                  </a:lnTo>
                  <a:lnTo>
                    <a:pt x="87122" y="2286"/>
                  </a:lnTo>
                  <a:lnTo>
                    <a:pt x="87122" y="270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E8FD2A0-E5BA-D262-99B3-207AFB20D55A}"/>
                </a:ext>
              </a:extLst>
            </p:cNvPr>
            <p:cNvSpPr txBox="1"/>
            <p:nvPr/>
          </p:nvSpPr>
          <p:spPr>
            <a:xfrm>
              <a:off x="0" y="-38100"/>
              <a:ext cx="10253129" cy="1236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 dirty="0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Proposed Tools and Techniques</a:t>
              </a:r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F3B7D1AE-2A7A-A015-B1BC-8A81A9F48A62}"/>
              </a:ext>
            </a:extLst>
          </p:cNvPr>
          <p:cNvSpPr/>
          <p:nvPr/>
        </p:nvSpPr>
        <p:spPr>
          <a:xfrm>
            <a:off x="3314700" y="9721683"/>
            <a:ext cx="11482536" cy="521933"/>
          </a:xfrm>
          <a:custGeom>
            <a:avLst/>
            <a:gdLst/>
            <a:ahLst/>
            <a:cxnLst/>
            <a:rect l="l" t="t" r="r" b="b"/>
            <a:pathLst>
              <a:path w="11482536" h="521933">
                <a:moveTo>
                  <a:pt x="0" y="0"/>
                </a:moveTo>
                <a:lnTo>
                  <a:pt x="11482536" y="0"/>
                </a:lnTo>
                <a:lnTo>
                  <a:pt x="11482536" y="521934"/>
                </a:lnTo>
                <a:lnTo>
                  <a:pt x="0" y="521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B2A7F95-8D70-8035-BE7A-D2054362FE2B}"/>
              </a:ext>
            </a:extLst>
          </p:cNvPr>
          <p:cNvSpPr txBox="1"/>
          <p:nvPr/>
        </p:nvSpPr>
        <p:spPr>
          <a:xfrm>
            <a:off x="1066800" y="2096067"/>
            <a:ext cx="16383000" cy="73250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 Infrastructure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Apache Spark (PySpark)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distributed ETL — cleaning, filtering, and partitioning across all exam domains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Parquet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columnar storage for fast querying and reduced footprint (/data/processed/)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Docker (Spark Master/Worker + HDFS)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containerized big-data cluster for local development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Machine Learning Stack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CatBoost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categorical-feature-native classifiers/regressors for JEE, NEET, KCET, and COMEDK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XGBoost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gradient-boosted models for benchmarking and regression tasks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Optuna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automated hyperparameter tuning across model configurations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Serving &amp; Backend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FastAPI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unified REST microservice routing /predict, /predict/neet, /predict/kcet, /predict/comedk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Redis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sub-10ms caching layer for repeated rank/category prediction queries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Frontend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React + Vite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glassmorphism UI for domain-based prediction forms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Axios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API communication with the FastAPI backend on port 8000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Data Sources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Official Counselling Datasets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historical JEE, NEET, KCET, and COMEDK allotment/cutoff records</a:t>
            </a:r>
          </a:p>
        </p:txBody>
      </p:sp>
    </p:spTree>
    <p:extLst>
      <p:ext uri="{BB962C8B-B14F-4D97-AF65-F5344CB8AC3E}">
        <p14:creationId xmlns:p14="http://schemas.microsoft.com/office/powerpoint/2010/main" val="417775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013403" y="366702"/>
            <a:ext cx="3988597" cy="731047"/>
          </a:xfrm>
          <a:custGeom>
            <a:avLst/>
            <a:gdLst/>
            <a:ahLst/>
            <a:cxnLst/>
            <a:rect l="l" t="t" r="r" b="b"/>
            <a:pathLst>
              <a:path w="3988597" h="731047">
                <a:moveTo>
                  <a:pt x="0" y="0"/>
                </a:moveTo>
                <a:lnTo>
                  <a:pt x="3988597" y="0"/>
                </a:lnTo>
                <a:lnTo>
                  <a:pt x="3988597" y="731047"/>
                </a:lnTo>
                <a:lnTo>
                  <a:pt x="0" y="7310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4611" t="-39063" r="-111" b="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657029" y="279651"/>
            <a:ext cx="3326130" cy="1045845"/>
          </a:xfrm>
          <a:custGeom>
            <a:avLst/>
            <a:gdLst/>
            <a:ahLst/>
            <a:cxnLst/>
            <a:rect l="l" t="t" r="r" b="b"/>
            <a:pathLst>
              <a:path w="3326130" h="1045845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128" t="-33846" r="-141392" b="-42672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897152" y="4124907"/>
            <a:ext cx="7436671" cy="1292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sz="8100" b="1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14180650" y="262793"/>
            <a:ext cx="3988597" cy="731047"/>
          </a:xfrm>
          <a:custGeom>
            <a:avLst/>
            <a:gdLst/>
            <a:ahLst/>
            <a:cxnLst/>
            <a:rect l="l" t="t" r="r" b="b"/>
            <a:pathLst>
              <a:path w="3988597" h="731047">
                <a:moveTo>
                  <a:pt x="0" y="0"/>
                </a:moveTo>
                <a:lnTo>
                  <a:pt x="3988597" y="0"/>
                </a:lnTo>
                <a:lnTo>
                  <a:pt x="3988597" y="731047"/>
                </a:lnTo>
                <a:lnTo>
                  <a:pt x="0" y="7310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4611" t="-39063" r="-111" b="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52276" y="101521"/>
            <a:ext cx="3326130" cy="1045845"/>
          </a:xfrm>
          <a:custGeom>
            <a:avLst/>
            <a:gdLst/>
            <a:ahLst/>
            <a:cxnLst/>
            <a:rect l="l" t="t" r="r" b="b"/>
            <a:pathLst>
              <a:path w="3326130" h="1045845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0128" t="-33846" r="-141392" b="-42672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730632" y="96608"/>
            <a:ext cx="10813847" cy="1263868"/>
            <a:chOff x="0" y="0"/>
            <a:chExt cx="10253129" cy="1198334"/>
          </a:xfrm>
        </p:grpSpPr>
        <p:sp>
          <p:nvSpPr>
            <p:cNvPr id="5" name="Freeform 5"/>
            <p:cNvSpPr/>
            <p:nvPr/>
          </p:nvSpPr>
          <p:spPr>
            <a:xfrm>
              <a:off x="-82550" y="0"/>
              <a:ext cx="10335768" cy="1202944"/>
            </a:xfrm>
            <a:custGeom>
              <a:avLst/>
              <a:gdLst/>
              <a:ahLst/>
              <a:cxnLst/>
              <a:rect l="l" t="t" r="r" b="b"/>
              <a:pathLst>
                <a:path w="10335768" h="1202944">
                  <a:moveTo>
                    <a:pt x="135636" y="0"/>
                  </a:moveTo>
                  <a:lnTo>
                    <a:pt x="161036" y="0"/>
                  </a:lnTo>
                  <a:lnTo>
                    <a:pt x="161036" y="4572"/>
                  </a:lnTo>
                  <a:lnTo>
                    <a:pt x="135636" y="4572"/>
                  </a:lnTo>
                  <a:close/>
                  <a:moveTo>
                    <a:pt x="186436" y="4572"/>
                  </a:moveTo>
                  <a:lnTo>
                    <a:pt x="211836" y="4572"/>
                  </a:lnTo>
                  <a:lnTo>
                    <a:pt x="186436" y="4572"/>
                  </a:lnTo>
                  <a:close/>
                  <a:moveTo>
                    <a:pt x="237236" y="4572"/>
                  </a:moveTo>
                  <a:lnTo>
                    <a:pt x="262636" y="4572"/>
                  </a:lnTo>
                  <a:lnTo>
                    <a:pt x="237236" y="4572"/>
                  </a:lnTo>
                  <a:close/>
                  <a:moveTo>
                    <a:pt x="288036" y="4572"/>
                  </a:moveTo>
                  <a:lnTo>
                    <a:pt x="313436" y="4572"/>
                  </a:lnTo>
                  <a:lnTo>
                    <a:pt x="288036" y="4572"/>
                  </a:lnTo>
                  <a:close/>
                  <a:moveTo>
                    <a:pt x="338836" y="4572"/>
                  </a:moveTo>
                  <a:lnTo>
                    <a:pt x="364236" y="4572"/>
                  </a:lnTo>
                  <a:lnTo>
                    <a:pt x="338836" y="4572"/>
                  </a:lnTo>
                  <a:close/>
                  <a:moveTo>
                    <a:pt x="389636" y="4572"/>
                  </a:moveTo>
                  <a:lnTo>
                    <a:pt x="415036" y="4572"/>
                  </a:lnTo>
                  <a:lnTo>
                    <a:pt x="389636" y="4572"/>
                  </a:lnTo>
                  <a:close/>
                  <a:moveTo>
                    <a:pt x="440436" y="4572"/>
                  </a:moveTo>
                  <a:lnTo>
                    <a:pt x="465836" y="4572"/>
                  </a:lnTo>
                  <a:lnTo>
                    <a:pt x="440436" y="4572"/>
                  </a:lnTo>
                  <a:close/>
                  <a:moveTo>
                    <a:pt x="491236" y="4572"/>
                  </a:moveTo>
                  <a:lnTo>
                    <a:pt x="516636" y="4572"/>
                  </a:lnTo>
                  <a:lnTo>
                    <a:pt x="491236" y="4572"/>
                  </a:lnTo>
                  <a:close/>
                  <a:moveTo>
                    <a:pt x="542036" y="4572"/>
                  </a:moveTo>
                  <a:lnTo>
                    <a:pt x="567436" y="4572"/>
                  </a:lnTo>
                  <a:lnTo>
                    <a:pt x="542036" y="4572"/>
                  </a:lnTo>
                  <a:close/>
                  <a:moveTo>
                    <a:pt x="592836" y="4572"/>
                  </a:moveTo>
                  <a:lnTo>
                    <a:pt x="618236" y="4572"/>
                  </a:lnTo>
                  <a:lnTo>
                    <a:pt x="592836" y="4572"/>
                  </a:lnTo>
                  <a:close/>
                  <a:moveTo>
                    <a:pt x="643636" y="4572"/>
                  </a:moveTo>
                  <a:lnTo>
                    <a:pt x="669036" y="4572"/>
                  </a:lnTo>
                  <a:lnTo>
                    <a:pt x="643636" y="4572"/>
                  </a:lnTo>
                  <a:close/>
                  <a:moveTo>
                    <a:pt x="694436" y="4572"/>
                  </a:moveTo>
                  <a:lnTo>
                    <a:pt x="719836" y="4572"/>
                  </a:lnTo>
                  <a:lnTo>
                    <a:pt x="694436" y="4572"/>
                  </a:lnTo>
                  <a:close/>
                  <a:moveTo>
                    <a:pt x="745236" y="4572"/>
                  </a:moveTo>
                  <a:lnTo>
                    <a:pt x="770636" y="4572"/>
                  </a:lnTo>
                  <a:lnTo>
                    <a:pt x="745236" y="4572"/>
                  </a:lnTo>
                  <a:close/>
                  <a:moveTo>
                    <a:pt x="796036" y="4572"/>
                  </a:moveTo>
                  <a:lnTo>
                    <a:pt x="821436" y="4572"/>
                  </a:lnTo>
                  <a:lnTo>
                    <a:pt x="796036" y="4572"/>
                  </a:lnTo>
                  <a:close/>
                  <a:moveTo>
                    <a:pt x="846836" y="4572"/>
                  </a:moveTo>
                  <a:lnTo>
                    <a:pt x="872236" y="4572"/>
                  </a:lnTo>
                  <a:lnTo>
                    <a:pt x="846836" y="4572"/>
                  </a:lnTo>
                  <a:close/>
                  <a:moveTo>
                    <a:pt x="897636" y="4572"/>
                  </a:moveTo>
                  <a:lnTo>
                    <a:pt x="923036" y="4572"/>
                  </a:lnTo>
                  <a:lnTo>
                    <a:pt x="897636" y="4572"/>
                  </a:lnTo>
                  <a:close/>
                  <a:moveTo>
                    <a:pt x="948436" y="4572"/>
                  </a:moveTo>
                  <a:lnTo>
                    <a:pt x="973836" y="4572"/>
                  </a:lnTo>
                  <a:lnTo>
                    <a:pt x="948436" y="4572"/>
                  </a:lnTo>
                  <a:close/>
                  <a:moveTo>
                    <a:pt x="999236" y="4572"/>
                  </a:moveTo>
                  <a:lnTo>
                    <a:pt x="1024636" y="4572"/>
                  </a:lnTo>
                  <a:lnTo>
                    <a:pt x="999236" y="4572"/>
                  </a:lnTo>
                  <a:close/>
                  <a:moveTo>
                    <a:pt x="1050036" y="4572"/>
                  </a:moveTo>
                  <a:lnTo>
                    <a:pt x="1075436" y="4572"/>
                  </a:lnTo>
                  <a:lnTo>
                    <a:pt x="1050036" y="4572"/>
                  </a:lnTo>
                  <a:close/>
                  <a:moveTo>
                    <a:pt x="1100836" y="4572"/>
                  </a:moveTo>
                  <a:lnTo>
                    <a:pt x="1126236" y="4572"/>
                  </a:lnTo>
                  <a:lnTo>
                    <a:pt x="1100836" y="4572"/>
                  </a:lnTo>
                  <a:close/>
                  <a:moveTo>
                    <a:pt x="1151636" y="4572"/>
                  </a:moveTo>
                  <a:lnTo>
                    <a:pt x="1177036" y="4572"/>
                  </a:lnTo>
                  <a:lnTo>
                    <a:pt x="1151636" y="4572"/>
                  </a:lnTo>
                  <a:close/>
                  <a:moveTo>
                    <a:pt x="1202436" y="4572"/>
                  </a:moveTo>
                  <a:lnTo>
                    <a:pt x="1227836" y="4572"/>
                  </a:lnTo>
                  <a:lnTo>
                    <a:pt x="1202436" y="4572"/>
                  </a:lnTo>
                  <a:close/>
                  <a:moveTo>
                    <a:pt x="1253236" y="4572"/>
                  </a:moveTo>
                  <a:lnTo>
                    <a:pt x="1278636" y="4572"/>
                  </a:lnTo>
                  <a:lnTo>
                    <a:pt x="1253236" y="4572"/>
                  </a:lnTo>
                  <a:close/>
                  <a:moveTo>
                    <a:pt x="1304036" y="4572"/>
                  </a:moveTo>
                  <a:lnTo>
                    <a:pt x="1329436" y="4572"/>
                  </a:lnTo>
                  <a:lnTo>
                    <a:pt x="1304036" y="4572"/>
                  </a:lnTo>
                  <a:close/>
                  <a:moveTo>
                    <a:pt x="1354836" y="4572"/>
                  </a:moveTo>
                  <a:lnTo>
                    <a:pt x="1380236" y="4572"/>
                  </a:lnTo>
                  <a:lnTo>
                    <a:pt x="1354836" y="4572"/>
                  </a:lnTo>
                  <a:close/>
                  <a:moveTo>
                    <a:pt x="1405636" y="4572"/>
                  </a:moveTo>
                  <a:lnTo>
                    <a:pt x="1431036" y="4572"/>
                  </a:lnTo>
                  <a:lnTo>
                    <a:pt x="1405636" y="4572"/>
                  </a:lnTo>
                  <a:close/>
                  <a:moveTo>
                    <a:pt x="1456436" y="4572"/>
                  </a:moveTo>
                  <a:lnTo>
                    <a:pt x="1481836" y="4572"/>
                  </a:lnTo>
                  <a:lnTo>
                    <a:pt x="1456436" y="4572"/>
                  </a:lnTo>
                  <a:close/>
                  <a:moveTo>
                    <a:pt x="1507236" y="4572"/>
                  </a:moveTo>
                  <a:lnTo>
                    <a:pt x="1532636" y="4572"/>
                  </a:lnTo>
                  <a:lnTo>
                    <a:pt x="1507236" y="4572"/>
                  </a:lnTo>
                  <a:close/>
                  <a:moveTo>
                    <a:pt x="1558036" y="4572"/>
                  </a:moveTo>
                  <a:lnTo>
                    <a:pt x="1583436" y="4572"/>
                  </a:lnTo>
                  <a:lnTo>
                    <a:pt x="1558036" y="4572"/>
                  </a:lnTo>
                  <a:close/>
                  <a:moveTo>
                    <a:pt x="1608836" y="4572"/>
                  </a:moveTo>
                  <a:lnTo>
                    <a:pt x="1634236" y="4572"/>
                  </a:lnTo>
                  <a:lnTo>
                    <a:pt x="1608836" y="4572"/>
                  </a:lnTo>
                  <a:close/>
                  <a:moveTo>
                    <a:pt x="1659636" y="4572"/>
                  </a:moveTo>
                  <a:lnTo>
                    <a:pt x="1685036" y="4572"/>
                  </a:lnTo>
                  <a:lnTo>
                    <a:pt x="1659636" y="4572"/>
                  </a:lnTo>
                  <a:close/>
                  <a:moveTo>
                    <a:pt x="1710436" y="4572"/>
                  </a:moveTo>
                  <a:lnTo>
                    <a:pt x="1735836" y="4572"/>
                  </a:lnTo>
                  <a:lnTo>
                    <a:pt x="1710436" y="4572"/>
                  </a:lnTo>
                  <a:close/>
                  <a:moveTo>
                    <a:pt x="1761236" y="4572"/>
                  </a:moveTo>
                  <a:lnTo>
                    <a:pt x="1786636" y="4572"/>
                  </a:lnTo>
                  <a:lnTo>
                    <a:pt x="1761236" y="4572"/>
                  </a:lnTo>
                  <a:close/>
                  <a:moveTo>
                    <a:pt x="1812036" y="4572"/>
                  </a:moveTo>
                  <a:lnTo>
                    <a:pt x="1837436" y="4572"/>
                  </a:lnTo>
                  <a:lnTo>
                    <a:pt x="1812036" y="4572"/>
                  </a:lnTo>
                  <a:close/>
                  <a:moveTo>
                    <a:pt x="1862836" y="4572"/>
                  </a:moveTo>
                  <a:lnTo>
                    <a:pt x="1888236" y="4572"/>
                  </a:lnTo>
                  <a:lnTo>
                    <a:pt x="1862836" y="4572"/>
                  </a:lnTo>
                  <a:close/>
                  <a:moveTo>
                    <a:pt x="1913636" y="4572"/>
                  </a:moveTo>
                  <a:lnTo>
                    <a:pt x="1939036" y="4572"/>
                  </a:lnTo>
                  <a:lnTo>
                    <a:pt x="1913636" y="4572"/>
                  </a:lnTo>
                  <a:close/>
                  <a:moveTo>
                    <a:pt x="1964436" y="4572"/>
                  </a:moveTo>
                  <a:lnTo>
                    <a:pt x="1989836" y="4572"/>
                  </a:lnTo>
                  <a:lnTo>
                    <a:pt x="1964436" y="4572"/>
                  </a:lnTo>
                  <a:close/>
                  <a:moveTo>
                    <a:pt x="2015236" y="4572"/>
                  </a:moveTo>
                  <a:lnTo>
                    <a:pt x="2040636" y="4572"/>
                  </a:lnTo>
                  <a:lnTo>
                    <a:pt x="2015236" y="4572"/>
                  </a:lnTo>
                  <a:close/>
                  <a:moveTo>
                    <a:pt x="2066036" y="4572"/>
                  </a:moveTo>
                  <a:lnTo>
                    <a:pt x="2091436" y="4572"/>
                  </a:lnTo>
                  <a:lnTo>
                    <a:pt x="2066036" y="4572"/>
                  </a:lnTo>
                  <a:close/>
                  <a:moveTo>
                    <a:pt x="2116836" y="4572"/>
                  </a:moveTo>
                  <a:lnTo>
                    <a:pt x="2142236" y="4572"/>
                  </a:lnTo>
                  <a:lnTo>
                    <a:pt x="2116836" y="4572"/>
                  </a:lnTo>
                  <a:close/>
                  <a:moveTo>
                    <a:pt x="2167636" y="4572"/>
                  </a:moveTo>
                  <a:lnTo>
                    <a:pt x="2193036" y="4572"/>
                  </a:lnTo>
                  <a:lnTo>
                    <a:pt x="2167636" y="4572"/>
                  </a:lnTo>
                  <a:close/>
                  <a:moveTo>
                    <a:pt x="2218436" y="4572"/>
                  </a:moveTo>
                  <a:lnTo>
                    <a:pt x="2243836" y="4572"/>
                  </a:lnTo>
                  <a:lnTo>
                    <a:pt x="2218436" y="4572"/>
                  </a:lnTo>
                  <a:close/>
                  <a:moveTo>
                    <a:pt x="2269236" y="4572"/>
                  </a:moveTo>
                  <a:lnTo>
                    <a:pt x="2294636" y="4572"/>
                  </a:lnTo>
                  <a:lnTo>
                    <a:pt x="2269236" y="4572"/>
                  </a:lnTo>
                  <a:close/>
                  <a:moveTo>
                    <a:pt x="2320036" y="4572"/>
                  </a:moveTo>
                  <a:lnTo>
                    <a:pt x="2345436" y="4572"/>
                  </a:lnTo>
                  <a:lnTo>
                    <a:pt x="2320036" y="4572"/>
                  </a:lnTo>
                  <a:close/>
                  <a:moveTo>
                    <a:pt x="2370836" y="4572"/>
                  </a:moveTo>
                  <a:lnTo>
                    <a:pt x="2396236" y="4572"/>
                  </a:lnTo>
                  <a:lnTo>
                    <a:pt x="2370836" y="4572"/>
                  </a:lnTo>
                  <a:close/>
                  <a:moveTo>
                    <a:pt x="2421636" y="4572"/>
                  </a:moveTo>
                  <a:lnTo>
                    <a:pt x="2447036" y="4572"/>
                  </a:lnTo>
                  <a:lnTo>
                    <a:pt x="2421636" y="4572"/>
                  </a:lnTo>
                  <a:close/>
                  <a:moveTo>
                    <a:pt x="2472436" y="4572"/>
                  </a:moveTo>
                  <a:lnTo>
                    <a:pt x="2497836" y="4572"/>
                  </a:lnTo>
                  <a:lnTo>
                    <a:pt x="2472436" y="4572"/>
                  </a:lnTo>
                  <a:close/>
                  <a:moveTo>
                    <a:pt x="2523236" y="4572"/>
                  </a:moveTo>
                  <a:lnTo>
                    <a:pt x="2548636" y="4572"/>
                  </a:lnTo>
                  <a:lnTo>
                    <a:pt x="2523236" y="4572"/>
                  </a:lnTo>
                  <a:close/>
                  <a:moveTo>
                    <a:pt x="2574036" y="4572"/>
                  </a:moveTo>
                  <a:lnTo>
                    <a:pt x="2599436" y="4572"/>
                  </a:lnTo>
                  <a:lnTo>
                    <a:pt x="2574036" y="4572"/>
                  </a:lnTo>
                  <a:close/>
                  <a:moveTo>
                    <a:pt x="2624836" y="4572"/>
                  </a:moveTo>
                  <a:lnTo>
                    <a:pt x="2650236" y="4572"/>
                  </a:lnTo>
                  <a:lnTo>
                    <a:pt x="2624836" y="4572"/>
                  </a:lnTo>
                  <a:close/>
                  <a:moveTo>
                    <a:pt x="2675636" y="4572"/>
                  </a:moveTo>
                  <a:lnTo>
                    <a:pt x="2701036" y="4572"/>
                  </a:lnTo>
                  <a:lnTo>
                    <a:pt x="2675636" y="4572"/>
                  </a:lnTo>
                  <a:close/>
                  <a:moveTo>
                    <a:pt x="2726436" y="4572"/>
                  </a:moveTo>
                  <a:lnTo>
                    <a:pt x="2751836" y="4572"/>
                  </a:lnTo>
                  <a:lnTo>
                    <a:pt x="2726436" y="4572"/>
                  </a:lnTo>
                  <a:close/>
                  <a:moveTo>
                    <a:pt x="2777236" y="4572"/>
                  </a:moveTo>
                  <a:lnTo>
                    <a:pt x="2802636" y="4572"/>
                  </a:lnTo>
                  <a:lnTo>
                    <a:pt x="2777236" y="4572"/>
                  </a:lnTo>
                  <a:close/>
                  <a:moveTo>
                    <a:pt x="2828036" y="4572"/>
                  </a:moveTo>
                  <a:lnTo>
                    <a:pt x="2853436" y="4572"/>
                  </a:lnTo>
                  <a:lnTo>
                    <a:pt x="2828036" y="4572"/>
                  </a:lnTo>
                  <a:close/>
                  <a:moveTo>
                    <a:pt x="2878836" y="4572"/>
                  </a:moveTo>
                  <a:lnTo>
                    <a:pt x="2904236" y="4572"/>
                  </a:lnTo>
                  <a:lnTo>
                    <a:pt x="2878836" y="4572"/>
                  </a:lnTo>
                  <a:close/>
                  <a:moveTo>
                    <a:pt x="2929636" y="4572"/>
                  </a:moveTo>
                  <a:lnTo>
                    <a:pt x="2955036" y="4572"/>
                  </a:lnTo>
                  <a:lnTo>
                    <a:pt x="2929636" y="4572"/>
                  </a:lnTo>
                  <a:close/>
                  <a:moveTo>
                    <a:pt x="2980436" y="4572"/>
                  </a:moveTo>
                  <a:lnTo>
                    <a:pt x="3005836" y="4572"/>
                  </a:lnTo>
                  <a:lnTo>
                    <a:pt x="2980436" y="4572"/>
                  </a:lnTo>
                  <a:close/>
                  <a:moveTo>
                    <a:pt x="3031236" y="4572"/>
                  </a:moveTo>
                  <a:lnTo>
                    <a:pt x="3056636" y="4572"/>
                  </a:lnTo>
                  <a:lnTo>
                    <a:pt x="3031236" y="4572"/>
                  </a:lnTo>
                  <a:close/>
                  <a:moveTo>
                    <a:pt x="3082036" y="4572"/>
                  </a:moveTo>
                  <a:lnTo>
                    <a:pt x="3107436" y="4572"/>
                  </a:lnTo>
                  <a:lnTo>
                    <a:pt x="3082036" y="4572"/>
                  </a:lnTo>
                  <a:close/>
                  <a:moveTo>
                    <a:pt x="3132836" y="4572"/>
                  </a:moveTo>
                  <a:lnTo>
                    <a:pt x="3158236" y="4572"/>
                  </a:lnTo>
                  <a:lnTo>
                    <a:pt x="3132836" y="4572"/>
                  </a:lnTo>
                  <a:close/>
                  <a:moveTo>
                    <a:pt x="3183636" y="4572"/>
                  </a:moveTo>
                  <a:lnTo>
                    <a:pt x="3209036" y="4572"/>
                  </a:lnTo>
                  <a:lnTo>
                    <a:pt x="3183636" y="4572"/>
                  </a:lnTo>
                  <a:close/>
                  <a:moveTo>
                    <a:pt x="3234436" y="4572"/>
                  </a:moveTo>
                  <a:lnTo>
                    <a:pt x="3259836" y="4572"/>
                  </a:lnTo>
                  <a:lnTo>
                    <a:pt x="3234436" y="4572"/>
                  </a:lnTo>
                  <a:close/>
                  <a:moveTo>
                    <a:pt x="3285236" y="4572"/>
                  </a:moveTo>
                  <a:lnTo>
                    <a:pt x="3310636" y="4572"/>
                  </a:lnTo>
                  <a:lnTo>
                    <a:pt x="3285236" y="4572"/>
                  </a:lnTo>
                  <a:close/>
                  <a:moveTo>
                    <a:pt x="3336036" y="4572"/>
                  </a:moveTo>
                  <a:lnTo>
                    <a:pt x="3361436" y="4572"/>
                  </a:lnTo>
                  <a:lnTo>
                    <a:pt x="3336036" y="4572"/>
                  </a:lnTo>
                  <a:close/>
                  <a:moveTo>
                    <a:pt x="3386836" y="4572"/>
                  </a:moveTo>
                  <a:lnTo>
                    <a:pt x="3412236" y="4572"/>
                  </a:lnTo>
                  <a:lnTo>
                    <a:pt x="3386836" y="4572"/>
                  </a:lnTo>
                  <a:close/>
                  <a:moveTo>
                    <a:pt x="3437636" y="4572"/>
                  </a:moveTo>
                  <a:lnTo>
                    <a:pt x="3463036" y="4572"/>
                  </a:lnTo>
                  <a:lnTo>
                    <a:pt x="3437636" y="4572"/>
                  </a:lnTo>
                  <a:close/>
                  <a:moveTo>
                    <a:pt x="3488436" y="4572"/>
                  </a:moveTo>
                  <a:lnTo>
                    <a:pt x="3513836" y="4572"/>
                  </a:lnTo>
                  <a:lnTo>
                    <a:pt x="3488436" y="4572"/>
                  </a:lnTo>
                  <a:close/>
                  <a:moveTo>
                    <a:pt x="3539236" y="4572"/>
                  </a:moveTo>
                  <a:lnTo>
                    <a:pt x="3564636" y="4572"/>
                  </a:lnTo>
                  <a:lnTo>
                    <a:pt x="3539236" y="4572"/>
                  </a:lnTo>
                  <a:close/>
                  <a:moveTo>
                    <a:pt x="3590036" y="4572"/>
                  </a:moveTo>
                  <a:lnTo>
                    <a:pt x="3615436" y="4572"/>
                  </a:lnTo>
                  <a:lnTo>
                    <a:pt x="3590036" y="4572"/>
                  </a:lnTo>
                  <a:close/>
                  <a:moveTo>
                    <a:pt x="3640836" y="4572"/>
                  </a:moveTo>
                  <a:lnTo>
                    <a:pt x="3666236" y="4572"/>
                  </a:lnTo>
                  <a:lnTo>
                    <a:pt x="3640836" y="4572"/>
                  </a:lnTo>
                  <a:close/>
                  <a:moveTo>
                    <a:pt x="3691636" y="4572"/>
                  </a:moveTo>
                  <a:lnTo>
                    <a:pt x="3717036" y="4572"/>
                  </a:lnTo>
                  <a:lnTo>
                    <a:pt x="3691636" y="4572"/>
                  </a:lnTo>
                  <a:close/>
                  <a:moveTo>
                    <a:pt x="3742436" y="4572"/>
                  </a:moveTo>
                  <a:lnTo>
                    <a:pt x="3767836" y="4572"/>
                  </a:lnTo>
                  <a:lnTo>
                    <a:pt x="3742436" y="4572"/>
                  </a:lnTo>
                  <a:close/>
                  <a:moveTo>
                    <a:pt x="3793236" y="4572"/>
                  </a:moveTo>
                  <a:lnTo>
                    <a:pt x="3818636" y="4572"/>
                  </a:lnTo>
                  <a:lnTo>
                    <a:pt x="3793236" y="4572"/>
                  </a:lnTo>
                  <a:close/>
                  <a:moveTo>
                    <a:pt x="3844036" y="4572"/>
                  </a:moveTo>
                  <a:lnTo>
                    <a:pt x="3869436" y="4572"/>
                  </a:lnTo>
                  <a:lnTo>
                    <a:pt x="3844036" y="4572"/>
                  </a:lnTo>
                  <a:close/>
                  <a:moveTo>
                    <a:pt x="3894836" y="4572"/>
                  </a:moveTo>
                  <a:lnTo>
                    <a:pt x="3920236" y="4572"/>
                  </a:lnTo>
                  <a:lnTo>
                    <a:pt x="3894836" y="4572"/>
                  </a:lnTo>
                  <a:close/>
                  <a:moveTo>
                    <a:pt x="3945636" y="4572"/>
                  </a:moveTo>
                  <a:lnTo>
                    <a:pt x="3971036" y="4572"/>
                  </a:lnTo>
                  <a:lnTo>
                    <a:pt x="3945636" y="4572"/>
                  </a:lnTo>
                  <a:close/>
                  <a:moveTo>
                    <a:pt x="3996436" y="4572"/>
                  </a:moveTo>
                  <a:lnTo>
                    <a:pt x="4021836" y="4572"/>
                  </a:lnTo>
                  <a:lnTo>
                    <a:pt x="3996436" y="4572"/>
                  </a:lnTo>
                  <a:close/>
                  <a:moveTo>
                    <a:pt x="4047236" y="4572"/>
                  </a:moveTo>
                  <a:lnTo>
                    <a:pt x="4072636" y="4572"/>
                  </a:lnTo>
                  <a:lnTo>
                    <a:pt x="4047236" y="4572"/>
                  </a:lnTo>
                  <a:close/>
                  <a:moveTo>
                    <a:pt x="4098036" y="4572"/>
                  </a:moveTo>
                  <a:lnTo>
                    <a:pt x="4123436" y="4572"/>
                  </a:lnTo>
                  <a:lnTo>
                    <a:pt x="4098036" y="4572"/>
                  </a:lnTo>
                  <a:close/>
                  <a:moveTo>
                    <a:pt x="4148836" y="4572"/>
                  </a:moveTo>
                  <a:lnTo>
                    <a:pt x="4174236" y="4572"/>
                  </a:lnTo>
                  <a:lnTo>
                    <a:pt x="4148836" y="4572"/>
                  </a:lnTo>
                  <a:close/>
                  <a:moveTo>
                    <a:pt x="4199636" y="4572"/>
                  </a:moveTo>
                  <a:lnTo>
                    <a:pt x="4225036" y="4572"/>
                  </a:lnTo>
                  <a:lnTo>
                    <a:pt x="4199636" y="4572"/>
                  </a:lnTo>
                  <a:close/>
                  <a:moveTo>
                    <a:pt x="4250436" y="4572"/>
                  </a:moveTo>
                  <a:lnTo>
                    <a:pt x="4275836" y="4572"/>
                  </a:lnTo>
                  <a:lnTo>
                    <a:pt x="4250436" y="4572"/>
                  </a:lnTo>
                  <a:close/>
                  <a:moveTo>
                    <a:pt x="4301236" y="4572"/>
                  </a:moveTo>
                  <a:lnTo>
                    <a:pt x="4326636" y="4572"/>
                  </a:lnTo>
                  <a:lnTo>
                    <a:pt x="4301236" y="4572"/>
                  </a:lnTo>
                  <a:close/>
                  <a:moveTo>
                    <a:pt x="4352036" y="4572"/>
                  </a:moveTo>
                  <a:lnTo>
                    <a:pt x="4377436" y="4572"/>
                  </a:lnTo>
                  <a:lnTo>
                    <a:pt x="4352036" y="4572"/>
                  </a:lnTo>
                  <a:close/>
                  <a:moveTo>
                    <a:pt x="4402836" y="4572"/>
                  </a:moveTo>
                  <a:lnTo>
                    <a:pt x="4428236" y="4572"/>
                  </a:lnTo>
                  <a:lnTo>
                    <a:pt x="4402836" y="4572"/>
                  </a:lnTo>
                  <a:close/>
                  <a:moveTo>
                    <a:pt x="4453636" y="4572"/>
                  </a:moveTo>
                  <a:lnTo>
                    <a:pt x="4479036" y="4572"/>
                  </a:lnTo>
                  <a:lnTo>
                    <a:pt x="4453636" y="4572"/>
                  </a:lnTo>
                  <a:close/>
                  <a:moveTo>
                    <a:pt x="4504436" y="4572"/>
                  </a:moveTo>
                  <a:lnTo>
                    <a:pt x="4529836" y="4572"/>
                  </a:lnTo>
                  <a:lnTo>
                    <a:pt x="4504436" y="4572"/>
                  </a:lnTo>
                  <a:close/>
                  <a:moveTo>
                    <a:pt x="4555236" y="4572"/>
                  </a:moveTo>
                  <a:lnTo>
                    <a:pt x="4580636" y="4572"/>
                  </a:lnTo>
                  <a:lnTo>
                    <a:pt x="4555236" y="4572"/>
                  </a:lnTo>
                  <a:close/>
                  <a:moveTo>
                    <a:pt x="4606036" y="4572"/>
                  </a:moveTo>
                  <a:lnTo>
                    <a:pt x="4631436" y="4572"/>
                  </a:lnTo>
                  <a:lnTo>
                    <a:pt x="4606036" y="4572"/>
                  </a:lnTo>
                  <a:close/>
                  <a:moveTo>
                    <a:pt x="4656836" y="4572"/>
                  </a:moveTo>
                  <a:lnTo>
                    <a:pt x="4682236" y="4572"/>
                  </a:lnTo>
                  <a:lnTo>
                    <a:pt x="4656836" y="4572"/>
                  </a:lnTo>
                  <a:close/>
                  <a:moveTo>
                    <a:pt x="4707636" y="4572"/>
                  </a:moveTo>
                  <a:lnTo>
                    <a:pt x="4733036" y="4572"/>
                  </a:lnTo>
                  <a:lnTo>
                    <a:pt x="4707636" y="4572"/>
                  </a:lnTo>
                  <a:close/>
                  <a:moveTo>
                    <a:pt x="4758436" y="4572"/>
                  </a:moveTo>
                  <a:lnTo>
                    <a:pt x="4783836" y="4572"/>
                  </a:lnTo>
                  <a:lnTo>
                    <a:pt x="4758436" y="4572"/>
                  </a:lnTo>
                  <a:close/>
                  <a:moveTo>
                    <a:pt x="4809236" y="4572"/>
                  </a:moveTo>
                  <a:lnTo>
                    <a:pt x="4834636" y="4572"/>
                  </a:lnTo>
                  <a:lnTo>
                    <a:pt x="4809236" y="4572"/>
                  </a:lnTo>
                  <a:close/>
                  <a:moveTo>
                    <a:pt x="4860036" y="4572"/>
                  </a:moveTo>
                  <a:lnTo>
                    <a:pt x="4885436" y="4572"/>
                  </a:lnTo>
                  <a:lnTo>
                    <a:pt x="4860036" y="4572"/>
                  </a:lnTo>
                  <a:close/>
                  <a:moveTo>
                    <a:pt x="4910836" y="4572"/>
                  </a:moveTo>
                  <a:lnTo>
                    <a:pt x="4936236" y="4572"/>
                  </a:lnTo>
                  <a:lnTo>
                    <a:pt x="4910836" y="4572"/>
                  </a:lnTo>
                  <a:close/>
                  <a:moveTo>
                    <a:pt x="4961636" y="4572"/>
                  </a:moveTo>
                  <a:lnTo>
                    <a:pt x="4987036" y="4572"/>
                  </a:lnTo>
                  <a:lnTo>
                    <a:pt x="4961636" y="4572"/>
                  </a:lnTo>
                  <a:close/>
                  <a:moveTo>
                    <a:pt x="5012436" y="4572"/>
                  </a:moveTo>
                  <a:lnTo>
                    <a:pt x="5037836" y="4572"/>
                  </a:lnTo>
                  <a:lnTo>
                    <a:pt x="5012436" y="4572"/>
                  </a:lnTo>
                  <a:close/>
                  <a:moveTo>
                    <a:pt x="5063236" y="4572"/>
                  </a:moveTo>
                  <a:lnTo>
                    <a:pt x="5088636" y="4572"/>
                  </a:lnTo>
                  <a:lnTo>
                    <a:pt x="5063236" y="4572"/>
                  </a:lnTo>
                  <a:close/>
                  <a:moveTo>
                    <a:pt x="5114036" y="4572"/>
                  </a:moveTo>
                  <a:lnTo>
                    <a:pt x="5139436" y="4572"/>
                  </a:lnTo>
                  <a:lnTo>
                    <a:pt x="5114036" y="4572"/>
                  </a:lnTo>
                  <a:close/>
                  <a:moveTo>
                    <a:pt x="5164836" y="4572"/>
                  </a:moveTo>
                  <a:lnTo>
                    <a:pt x="5190236" y="4572"/>
                  </a:lnTo>
                  <a:lnTo>
                    <a:pt x="5164836" y="4572"/>
                  </a:lnTo>
                  <a:close/>
                  <a:moveTo>
                    <a:pt x="5215636" y="4572"/>
                  </a:moveTo>
                  <a:lnTo>
                    <a:pt x="5241036" y="4572"/>
                  </a:lnTo>
                  <a:lnTo>
                    <a:pt x="5215636" y="4572"/>
                  </a:lnTo>
                  <a:close/>
                  <a:moveTo>
                    <a:pt x="5266436" y="4572"/>
                  </a:moveTo>
                  <a:lnTo>
                    <a:pt x="5291836" y="4572"/>
                  </a:lnTo>
                  <a:lnTo>
                    <a:pt x="5266436" y="4572"/>
                  </a:lnTo>
                  <a:close/>
                  <a:moveTo>
                    <a:pt x="5317236" y="4572"/>
                  </a:moveTo>
                  <a:lnTo>
                    <a:pt x="5342636" y="4572"/>
                  </a:lnTo>
                  <a:lnTo>
                    <a:pt x="5317236" y="4572"/>
                  </a:lnTo>
                  <a:close/>
                  <a:moveTo>
                    <a:pt x="5368036" y="4572"/>
                  </a:moveTo>
                  <a:lnTo>
                    <a:pt x="5393436" y="4572"/>
                  </a:lnTo>
                  <a:lnTo>
                    <a:pt x="5368036" y="4572"/>
                  </a:lnTo>
                  <a:close/>
                  <a:moveTo>
                    <a:pt x="5418836" y="4572"/>
                  </a:moveTo>
                  <a:lnTo>
                    <a:pt x="5444236" y="4572"/>
                  </a:lnTo>
                  <a:lnTo>
                    <a:pt x="5418836" y="4572"/>
                  </a:lnTo>
                  <a:close/>
                  <a:moveTo>
                    <a:pt x="5469636" y="4572"/>
                  </a:moveTo>
                  <a:lnTo>
                    <a:pt x="5495036" y="4572"/>
                  </a:lnTo>
                  <a:lnTo>
                    <a:pt x="5469636" y="4572"/>
                  </a:lnTo>
                  <a:close/>
                  <a:moveTo>
                    <a:pt x="5520436" y="4572"/>
                  </a:moveTo>
                  <a:lnTo>
                    <a:pt x="5545836" y="4572"/>
                  </a:lnTo>
                  <a:lnTo>
                    <a:pt x="5520436" y="4572"/>
                  </a:lnTo>
                  <a:close/>
                  <a:moveTo>
                    <a:pt x="5571236" y="4572"/>
                  </a:moveTo>
                  <a:lnTo>
                    <a:pt x="5596636" y="4572"/>
                  </a:lnTo>
                  <a:lnTo>
                    <a:pt x="5571236" y="4572"/>
                  </a:lnTo>
                  <a:close/>
                  <a:moveTo>
                    <a:pt x="5622036" y="4572"/>
                  </a:moveTo>
                  <a:lnTo>
                    <a:pt x="5647436" y="4572"/>
                  </a:lnTo>
                  <a:lnTo>
                    <a:pt x="5622036" y="4572"/>
                  </a:lnTo>
                  <a:close/>
                  <a:moveTo>
                    <a:pt x="5672836" y="4572"/>
                  </a:moveTo>
                  <a:lnTo>
                    <a:pt x="5698236" y="4572"/>
                  </a:lnTo>
                  <a:lnTo>
                    <a:pt x="5672836" y="4572"/>
                  </a:lnTo>
                  <a:close/>
                  <a:moveTo>
                    <a:pt x="5723636" y="4572"/>
                  </a:moveTo>
                  <a:lnTo>
                    <a:pt x="5749036" y="4572"/>
                  </a:lnTo>
                  <a:lnTo>
                    <a:pt x="5723636" y="4572"/>
                  </a:lnTo>
                  <a:close/>
                  <a:moveTo>
                    <a:pt x="5774436" y="4572"/>
                  </a:moveTo>
                  <a:lnTo>
                    <a:pt x="5799836" y="4572"/>
                  </a:lnTo>
                  <a:lnTo>
                    <a:pt x="5774436" y="4572"/>
                  </a:lnTo>
                  <a:close/>
                  <a:moveTo>
                    <a:pt x="5825236" y="4572"/>
                  </a:moveTo>
                  <a:lnTo>
                    <a:pt x="5850636" y="4572"/>
                  </a:lnTo>
                  <a:lnTo>
                    <a:pt x="5825236" y="4572"/>
                  </a:lnTo>
                  <a:close/>
                  <a:moveTo>
                    <a:pt x="5876036" y="4572"/>
                  </a:moveTo>
                  <a:lnTo>
                    <a:pt x="5901436" y="4572"/>
                  </a:lnTo>
                  <a:lnTo>
                    <a:pt x="5876036" y="4572"/>
                  </a:lnTo>
                  <a:close/>
                  <a:moveTo>
                    <a:pt x="5926836" y="4572"/>
                  </a:moveTo>
                  <a:lnTo>
                    <a:pt x="5952236" y="4572"/>
                  </a:lnTo>
                  <a:lnTo>
                    <a:pt x="5926836" y="4572"/>
                  </a:lnTo>
                  <a:close/>
                  <a:moveTo>
                    <a:pt x="5977636" y="4572"/>
                  </a:moveTo>
                  <a:lnTo>
                    <a:pt x="6003036" y="4572"/>
                  </a:lnTo>
                  <a:lnTo>
                    <a:pt x="5977636" y="4572"/>
                  </a:lnTo>
                  <a:close/>
                  <a:moveTo>
                    <a:pt x="6028436" y="4572"/>
                  </a:moveTo>
                  <a:lnTo>
                    <a:pt x="6053836" y="4572"/>
                  </a:lnTo>
                  <a:lnTo>
                    <a:pt x="6028436" y="4572"/>
                  </a:lnTo>
                  <a:close/>
                  <a:moveTo>
                    <a:pt x="6079236" y="4572"/>
                  </a:moveTo>
                  <a:lnTo>
                    <a:pt x="6104636" y="4572"/>
                  </a:lnTo>
                  <a:lnTo>
                    <a:pt x="6079236" y="4572"/>
                  </a:lnTo>
                  <a:close/>
                  <a:moveTo>
                    <a:pt x="6130036" y="4572"/>
                  </a:moveTo>
                  <a:lnTo>
                    <a:pt x="6155436" y="4572"/>
                  </a:lnTo>
                  <a:lnTo>
                    <a:pt x="6130036" y="4572"/>
                  </a:lnTo>
                  <a:close/>
                  <a:moveTo>
                    <a:pt x="6180836" y="4572"/>
                  </a:moveTo>
                  <a:lnTo>
                    <a:pt x="6206236" y="4572"/>
                  </a:lnTo>
                  <a:lnTo>
                    <a:pt x="6180836" y="4572"/>
                  </a:lnTo>
                  <a:close/>
                  <a:moveTo>
                    <a:pt x="6231636" y="4572"/>
                  </a:moveTo>
                  <a:lnTo>
                    <a:pt x="6257036" y="4572"/>
                  </a:lnTo>
                  <a:lnTo>
                    <a:pt x="6231636" y="4572"/>
                  </a:lnTo>
                  <a:close/>
                  <a:moveTo>
                    <a:pt x="6282436" y="4572"/>
                  </a:moveTo>
                  <a:lnTo>
                    <a:pt x="6307836" y="4572"/>
                  </a:lnTo>
                  <a:lnTo>
                    <a:pt x="6282436" y="4572"/>
                  </a:lnTo>
                  <a:close/>
                  <a:moveTo>
                    <a:pt x="6333236" y="4572"/>
                  </a:moveTo>
                  <a:lnTo>
                    <a:pt x="6358636" y="4572"/>
                  </a:lnTo>
                  <a:lnTo>
                    <a:pt x="6333236" y="4572"/>
                  </a:lnTo>
                  <a:close/>
                  <a:moveTo>
                    <a:pt x="6384036" y="4572"/>
                  </a:moveTo>
                  <a:lnTo>
                    <a:pt x="6409436" y="4572"/>
                  </a:lnTo>
                  <a:lnTo>
                    <a:pt x="6384036" y="4572"/>
                  </a:lnTo>
                  <a:close/>
                  <a:moveTo>
                    <a:pt x="6434836" y="4572"/>
                  </a:moveTo>
                  <a:lnTo>
                    <a:pt x="6460236" y="4572"/>
                  </a:lnTo>
                  <a:lnTo>
                    <a:pt x="6434836" y="4572"/>
                  </a:lnTo>
                  <a:close/>
                  <a:moveTo>
                    <a:pt x="6485636" y="4572"/>
                  </a:moveTo>
                  <a:lnTo>
                    <a:pt x="6511036" y="4572"/>
                  </a:lnTo>
                  <a:lnTo>
                    <a:pt x="6485636" y="4572"/>
                  </a:lnTo>
                  <a:close/>
                  <a:moveTo>
                    <a:pt x="6536436" y="4572"/>
                  </a:moveTo>
                  <a:lnTo>
                    <a:pt x="6561836" y="4572"/>
                  </a:lnTo>
                  <a:lnTo>
                    <a:pt x="6536436" y="4572"/>
                  </a:lnTo>
                  <a:close/>
                  <a:moveTo>
                    <a:pt x="6587236" y="4572"/>
                  </a:moveTo>
                  <a:lnTo>
                    <a:pt x="6612636" y="4572"/>
                  </a:lnTo>
                  <a:lnTo>
                    <a:pt x="6587236" y="4572"/>
                  </a:lnTo>
                  <a:close/>
                  <a:moveTo>
                    <a:pt x="6638036" y="4572"/>
                  </a:moveTo>
                  <a:lnTo>
                    <a:pt x="6663436" y="4572"/>
                  </a:lnTo>
                  <a:lnTo>
                    <a:pt x="6638036" y="4572"/>
                  </a:lnTo>
                  <a:close/>
                  <a:moveTo>
                    <a:pt x="6688836" y="4572"/>
                  </a:moveTo>
                  <a:lnTo>
                    <a:pt x="6714236" y="4572"/>
                  </a:lnTo>
                  <a:lnTo>
                    <a:pt x="6688836" y="4572"/>
                  </a:lnTo>
                  <a:close/>
                  <a:moveTo>
                    <a:pt x="6739636" y="4572"/>
                  </a:moveTo>
                  <a:lnTo>
                    <a:pt x="6765036" y="4572"/>
                  </a:lnTo>
                  <a:lnTo>
                    <a:pt x="6739636" y="4572"/>
                  </a:lnTo>
                  <a:close/>
                  <a:moveTo>
                    <a:pt x="6790436" y="4572"/>
                  </a:moveTo>
                  <a:lnTo>
                    <a:pt x="6815836" y="4572"/>
                  </a:lnTo>
                  <a:lnTo>
                    <a:pt x="6790436" y="4572"/>
                  </a:lnTo>
                  <a:close/>
                  <a:moveTo>
                    <a:pt x="6841236" y="4572"/>
                  </a:moveTo>
                  <a:lnTo>
                    <a:pt x="6866636" y="4572"/>
                  </a:lnTo>
                  <a:lnTo>
                    <a:pt x="6841236" y="4572"/>
                  </a:lnTo>
                  <a:close/>
                  <a:moveTo>
                    <a:pt x="6892036" y="4572"/>
                  </a:moveTo>
                  <a:lnTo>
                    <a:pt x="6917436" y="4572"/>
                  </a:lnTo>
                  <a:lnTo>
                    <a:pt x="6892036" y="4572"/>
                  </a:lnTo>
                  <a:close/>
                  <a:moveTo>
                    <a:pt x="6942836" y="4572"/>
                  </a:moveTo>
                  <a:lnTo>
                    <a:pt x="6968236" y="4572"/>
                  </a:lnTo>
                  <a:lnTo>
                    <a:pt x="6942836" y="4572"/>
                  </a:lnTo>
                  <a:close/>
                  <a:moveTo>
                    <a:pt x="6993636" y="4572"/>
                  </a:moveTo>
                  <a:lnTo>
                    <a:pt x="7019036" y="4572"/>
                  </a:lnTo>
                  <a:lnTo>
                    <a:pt x="6993636" y="4572"/>
                  </a:lnTo>
                  <a:close/>
                  <a:moveTo>
                    <a:pt x="7044436" y="4572"/>
                  </a:moveTo>
                  <a:lnTo>
                    <a:pt x="7069836" y="4572"/>
                  </a:lnTo>
                  <a:lnTo>
                    <a:pt x="7044436" y="4572"/>
                  </a:lnTo>
                  <a:close/>
                  <a:moveTo>
                    <a:pt x="7095236" y="4572"/>
                  </a:moveTo>
                  <a:lnTo>
                    <a:pt x="7120636" y="4572"/>
                  </a:lnTo>
                  <a:lnTo>
                    <a:pt x="7095236" y="4572"/>
                  </a:lnTo>
                  <a:close/>
                  <a:moveTo>
                    <a:pt x="7146036" y="4572"/>
                  </a:moveTo>
                  <a:lnTo>
                    <a:pt x="7171436" y="4572"/>
                  </a:lnTo>
                  <a:lnTo>
                    <a:pt x="7146036" y="4572"/>
                  </a:lnTo>
                  <a:close/>
                  <a:moveTo>
                    <a:pt x="7196836" y="4572"/>
                  </a:moveTo>
                  <a:lnTo>
                    <a:pt x="7222236" y="4572"/>
                  </a:lnTo>
                  <a:lnTo>
                    <a:pt x="7196836" y="4572"/>
                  </a:lnTo>
                  <a:close/>
                  <a:moveTo>
                    <a:pt x="7247636" y="4572"/>
                  </a:moveTo>
                  <a:lnTo>
                    <a:pt x="7273036" y="4572"/>
                  </a:lnTo>
                  <a:lnTo>
                    <a:pt x="7247636" y="4572"/>
                  </a:lnTo>
                  <a:close/>
                  <a:moveTo>
                    <a:pt x="7298436" y="4572"/>
                  </a:moveTo>
                  <a:lnTo>
                    <a:pt x="7323836" y="4572"/>
                  </a:lnTo>
                  <a:lnTo>
                    <a:pt x="7298436" y="4572"/>
                  </a:lnTo>
                  <a:close/>
                  <a:moveTo>
                    <a:pt x="7349236" y="4572"/>
                  </a:moveTo>
                  <a:lnTo>
                    <a:pt x="7374636" y="4572"/>
                  </a:lnTo>
                  <a:lnTo>
                    <a:pt x="7349236" y="4572"/>
                  </a:lnTo>
                  <a:close/>
                  <a:moveTo>
                    <a:pt x="7400036" y="4572"/>
                  </a:moveTo>
                  <a:lnTo>
                    <a:pt x="7425436" y="4572"/>
                  </a:lnTo>
                  <a:lnTo>
                    <a:pt x="7400036" y="4572"/>
                  </a:lnTo>
                  <a:close/>
                  <a:moveTo>
                    <a:pt x="7450836" y="4572"/>
                  </a:moveTo>
                  <a:lnTo>
                    <a:pt x="7476236" y="4572"/>
                  </a:lnTo>
                  <a:lnTo>
                    <a:pt x="7450836" y="4572"/>
                  </a:lnTo>
                  <a:close/>
                  <a:moveTo>
                    <a:pt x="7501636" y="4572"/>
                  </a:moveTo>
                  <a:lnTo>
                    <a:pt x="7527036" y="4572"/>
                  </a:lnTo>
                  <a:lnTo>
                    <a:pt x="7501636" y="4572"/>
                  </a:lnTo>
                  <a:close/>
                  <a:moveTo>
                    <a:pt x="7552436" y="4572"/>
                  </a:moveTo>
                  <a:lnTo>
                    <a:pt x="7577836" y="4572"/>
                  </a:lnTo>
                  <a:lnTo>
                    <a:pt x="7552436" y="4572"/>
                  </a:lnTo>
                  <a:close/>
                  <a:moveTo>
                    <a:pt x="7603236" y="4572"/>
                  </a:moveTo>
                  <a:lnTo>
                    <a:pt x="7628636" y="4572"/>
                  </a:lnTo>
                  <a:lnTo>
                    <a:pt x="7603236" y="4572"/>
                  </a:lnTo>
                  <a:close/>
                  <a:moveTo>
                    <a:pt x="7654036" y="4572"/>
                  </a:moveTo>
                  <a:lnTo>
                    <a:pt x="7679436" y="4572"/>
                  </a:lnTo>
                  <a:lnTo>
                    <a:pt x="7654036" y="4572"/>
                  </a:lnTo>
                  <a:close/>
                  <a:moveTo>
                    <a:pt x="7704836" y="4572"/>
                  </a:moveTo>
                  <a:lnTo>
                    <a:pt x="7730236" y="4572"/>
                  </a:lnTo>
                  <a:lnTo>
                    <a:pt x="7704836" y="4572"/>
                  </a:lnTo>
                  <a:close/>
                  <a:moveTo>
                    <a:pt x="7755636" y="4572"/>
                  </a:moveTo>
                  <a:lnTo>
                    <a:pt x="7781036" y="4572"/>
                  </a:lnTo>
                  <a:lnTo>
                    <a:pt x="7755636" y="4572"/>
                  </a:lnTo>
                  <a:close/>
                  <a:moveTo>
                    <a:pt x="7806436" y="4572"/>
                  </a:moveTo>
                  <a:lnTo>
                    <a:pt x="7831836" y="4572"/>
                  </a:lnTo>
                  <a:lnTo>
                    <a:pt x="7806436" y="4572"/>
                  </a:lnTo>
                  <a:close/>
                  <a:moveTo>
                    <a:pt x="7857236" y="4572"/>
                  </a:moveTo>
                  <a:lnTo>
                    <a:pt x="7882636" y="4572"/>
                  </a:lnTo>
                  <a:lnTo>
                    <a:pt x="7857236" y="4572"/>
                  </a:lnTo>
                  <a:close/>
                  <a:moveTo>
                    <a:pt x="7908036" y="4572"/>
                  </a:moveTo>
                  <a:lnTo>
                    <a:pt x="7933436" y="4572"/>
                  </a:lnTo>
                  <a:lnTo>
                    <a:pt x="7908036" y="4572"/>
                  </a:lnTo>
                  <a:close/>
                  <a:moveTo>
                    <a:pt x="7958836" y="4572"/>
                  </a:moveTo>
                  <a:lnTo>
                    <a:pt x="7984236" y="4572"/>
                  </a:lnTo>
                  <a:lnTo>
                    <a:pt x="7958836" y="4572"/>
                  </a:lnTo>
                  <a:close/>
                  <a:moveTo>
                    <a:pt x="8009636" y="4572"/>
                  </a:moveTo>
                  <a:lnTo>
                    <a:pt x="8035036" y="4572"/>
                  </a:lnTo>
                  <a:lnTo>
                    <a:pt x="8009636" y="4572"/>
                  </a:lnTo>
                  <a:close/>
                  <a:moveTo>
                    <a:pt x="8060436" y="4572"/>
                  </a:moveTo>
                  <a:lnTo>
                    <a:pt x="8085836" y="4572"/>
                  </a:lnTo>
                  <a:lnTo>
                    <a:pt x="8060436" y="4572"/>
                  </a:lnTo>
                  <a:close/>
                  <a:moveTo>
                    <a:pt x="8111236" y="4572"/>
                  </a:moveTo>
                  <a:lnTo>
                    <a:pt x="8136636" y="4572"/>
                  </a:lnTo>
                  <a:lnTo>
                    <a:pt x="8111236" y="4572"/>
                  </a:lnTo>
                  <a:close/>
                  <a:moveTo>
                    <a:pt x="8162036" y="4572"/>
                  </a:moveTo>
                  <a:lnTo>
                    <a:pt x="8187436" y="4572"/>
                  </a:lnTo>
                  <a:lnTo>
                    <a:pt x="8162036" y="4572"/>
                  </a:lnTo>
                  <a:close/>
                  <a:moveTo>
                    <a:pt x="8212836" y="4572"/>
                  </a:moveTo>
                  <a:lnTo>
                    <a:pt x="8238236" y="4572"/>
                  </a:lnTo>
                  <a:lnTo>
                    <a:pt x="8212836" y="4572"/>
                  </a:lnTo>
                  <a:close/>
                  <a:moveTo>
                    <a:pt x="8263636" y="4572"/>
                  </a:moveTo>
                  <a:lnTo>
                    <a:pt x="8289036" y="4572"/>
                  </a:lnTo>
                  <a:lnTo>
                    <a:pt x="8263636" y="4572"/>
                  </a:lnTo>
                  <a:close/>
                  <a:moveTo>
                    <a:pt x="8314436" y="4572"/>
                  </a:moveTo>
                  <a:lnTo>
                    <a:pt x="8339836" y="4572"/>
                  </a:lnTo>
                  <a:lnTo>
                    <a:pt x="8314436" y="4572"/>
                  </a:lnTo>
                  <a:close/>
                  <a:moveTo>
                    <a:pt x="8365236" y="4572"/>
                  </a:moveTo>
                  <a:lnTo>
                    <a:pt x="8390636" y="4572"/>
                  </a:lnTo>
                  <a:lnTo>
                    <a:pt x="8365236" y="4572"/>
                  </a:lnTo>
                  <a:close/>
                  <a:moveTo>
                    <a:pt x="8416036" y="4572"/>
                  </a:moveTo>
                  <a:lnTo>
                    <a:pt x="8441436" y="4572"/>
                  </a:lnTo>
                  <a:lnTo>
                    <a:pt x="8416036" y="4572"/>
                  </a:lnTo>
                  <a:close/>
                  <a:moveTo>
                    <a:pt x="8466836" y="4572"/>
                  </a:moveTo>
                  <a:lnTo>
                    <a:pt x="8492236" y="4572"/>
                  </a:lnTo>
                  <a:lnTo>
                    <a:pt x="8466836" y="4572"/>
                  </a:lnTo>
                  <a:close/>
                  <a:moveTo>
                    <a:pt x="8517636" y="4572"/>
                  </a:moveTo>
                  <a:lnTo>
                    <a:pt x="8543036" y="4572"/>
                  </a:lnTo>
                  <a:lnTo>
                    <a:pt x="8517636" y="4572"/>
                  </a:lnTo>
                  <a:close/>
                  <a:moveTo>
                    <a:pt x="8568436" y="4572"/>
                  </a:moveTo>
                  <a:lnTo>
                    <a:pt x="8593836" y="4572"/>
                  </a:lnTo>
                  <a:lnTo>
                    <a:pt x="8568436" y="4572"/>
                  </a:lnTo>
                  <a:close/>
                  <a:moveTo>
                    <a:pt x="8619236" y="4572"/>
                  </a:moveTo>
                  <a:lnTo>
                    <a:pt x="8644636" y="4572"/>
                  </a:lnTo>
                  <a:lnTo>
                    <a:pt x="8619236" y="4572"/>
                  </a:lnTo>
                  <a:close/>
                  <a:moveTo>
                    <a:pt x="8670036" y="4572"/>
                  </a:moveTo>
                  <a:lnTo>
                    <a:pt x="8695436" y="4572"/>
                  </a:lnTo>
                  <a:lnTo>
                    <a:pt x="8670036" y="4572"/>
                  </a:lnTo>
                  <a:close/>
                  <a:moveTo>
                    <a:pt x="8720836" y="4572"/>
                  </a:moveTo>
                  <a:lnTo>
                    <a:pt x="8746236" y="4572"/>
                  </a:lnTo>
                  <a:lnTo>
                    <a:pt x="8720836" y="4572"/>
                  </a:lnTo>
                  <a:close/>
                  <a:moveTo>
                    <a:pt x="8771636" y="4572"/>
                  </a:moveTo>
                  <a:lnTo>
                    <a:pt x="8797036" y="4572"/>
                  </a:lnTo>
                  <a:lnTo>
                    <a:pt x="8771636" y="4572"/>
                  </a:lnTo>
                  <a:close/>
                  <a:moveTo>
                    <a:pt x="8822436" y="4572"/>
                  </a:moveTo>
                  <a:lnTo>
                    <a:pt x="8847836" y="4572"/>
                  </a:lnTo>
                  <a:lnTo>
                    <a:pt x="8822436" y="4572"/>
                  </a:lnTo>
                  <a:close/>
                  <a:moveTo>
                    <a:pt x="8873236" y="4572"/>
                  </a:moveTo>
                  <a:lnTo>
                    <a:pt x="8898636" y="4572"/>
                  </a:lnTo>
                  <a:lnTo>
                    <a:pt x="8873236" y="4572"/>
                  </a:lnTo>
                  <a:close/>
                  <a:moveTo>
                    <a:pt x="8924036" y="4572"/>
                  </a:moveTo>
                  <a:lnTo>
                    <a:pt x="8949436" y="4572"/>
                  </a:lnTo>
                  <a:lnTo>
                    <a:pt x="8924036" y="4572"/>
                  </a:lnTo>
                  <a:close/>
                  <a:moveTo>
                    <a:pt x="8974836" y="4572"/>
                  </a:moveTo>
                  <a:lnTo>
                    <a:pt x="9000236" y="4572"/>
                  </a:lnTo>
                  <a:lnTo>
                    <a:pt x="8974836" y="4572"/>
                  </a:lnTo>
                  <a:close/>
                  <a:moveTo>
                    <a:pt x="9025636" y="4572"/>
                  </a:moveTo>
                  <a:lnTo>
                    <a:pt x="9051036" y="4572"/>
                  </a:lnTo>
                  <a:lnTo>
                    <a:pt x="9025636" y="4572"/>
                  </a:lnTo>
                  <a:close/>
                  <a:moveTo>
                    <a:pt x="9076436" y="4572"/>
                  </a:moveTo>
                  <a:lnTo>
                    <a:pt x="9101836" y="4572"/>
                  </a:lnTo>
                  <a:lnTo>
                    <a:pt x="9076436" y="4572"/>
                  </a:lnTo>
                  <a:close/>
                  <a:moveTo>
                    <a:pt x="9127236" y="4572"/>
                  </a:moveTo>
                  <a:lnTo>
                    <a:pt x="9152636" y="4572"/>
                  </a:lnTo>
                  <a:lnTo>
                    <a:pt x="9127236" y="4572"/>
                  </a:lnTo>
                  <a:close/>
                  <a:moveTo>
                    <a:pt x="9178036" y="4572"/>
                  </a:moveTo>
                  <a:lnTo>
                    <a:pt x="9203436" y="4572"/>
                  </a:lnTo>
                  <a:lnTo>
                    <a:pt x="9178036" y="4572"/>
                  </a:lnTo>
                  <a:close/>
                  <a:moveTo>
                    <a:pt x="9228836" y="4572"/>
                  </a:moveTo>
                  <a:lnTo>
                    <a:pt x="9254236" y="4572"/>
                  </a:lnTo>
                  <a:lnTo>
                    <a:pt x="9228836" y="4572"/>
                  </a:lnTo>
                  <a:close/>
                  <a:moveTo>
                    <a:pt x="9279636" y="4572"/>
                  </a:moveTo>
                  <a:lnTo>
                    <a:pt x="9305036" y="4572"/>
                  </a:lnTo>
                  <a:lnTo>
                    <a:pt x="9279636" y="4572"/>
                  </a:lnTo>
                  <a:close/>
                  <a:moveTo>
                    <a:pt x="9330436" y="4572"/>
                  </a:moveTo>
                  <a:lnTo>
                    <a:pt x="9355836" y="4572"/>
                  </a:lnTo>
                  <a:lnTo>
                    <a:pt x="9330436" y="4572"/>
                  </a:lnTo>
                  <a:close/>
                  <a:moveTo>
                    <a:pt x="9381236" y="4572"/>
                  </a:moveTo>
                  <a:lnTo>
                    <a:pt x="9406636" y="4572"/>
                  </a:lnTo>
                  <a:lnTo>
                    <a:pt x="9381236" y="4572"/>
                  </a:lnTo>
                  <a:close/>
                  <a:moveTo>
                    <a:pt x="9432036" y="4572"/>
                  </a:moveTo>
                  <a:lnTo>
                    <a:pt x="9457436" y="4572"/>
                  </a:lnTo>
                  <a:lnTo>
                    <a:pt x="9432036" y="4572"/>
                  </a:lnTo>
                  <a:close/>
                  <a:moveTo>
                    <a:pt x="9482836" y="4572"/>
                  </a:moveTo>
                  <a:lnTo>
                    <a:pt x="9508236" y="4572"/>
                  </a:lnTo>
                  <a:lnTo>
                    <a:pt x="9482836" y="4572"/>
                  </a:lnTo>
                  <a:close/>
                  <a:moveTo>
                    <a:pt x="9533636" y="4572"/>
                  </a:moveTo>
                  <a:lnTo>
                    <a:pt x="9559036" y="4572"/>
                  </a:lnTo>
                  <a:lnTo>
                    <a:pt x="9533636" y="4572"/>
                  </a:lnTo>
                  <a:close/>
                  <a:moveTo>
                    <a:pt x="9584436" y="4572"/>
                  </a:moveTo>
                  <a:lnTo>
                    <a:pt x="9609836" y="4572"/>
                  </a:lnTo>
                  <a:lnTo>
                    <a:pt x="9584436" y="4572"/>
                  </a:lnTo>
                  <a:close/>
                  <a:moveTo>
                    <a:pt x="9635236" y="4572"/>
                  </a:moveTo>
                  <a:lnTo>
                    <a:pt x="9660636" y="4572"/>
                  </a:lnTo>
                  <a:lnTo>
                    <a:pt x="9635236" y="4572"/>
                  </a:lnTo>
                  <a:close/>
                  <a:moveTo>
                    <a:pt x="9686036" y="4572"/>
                  </a:moveTo>
                  <a:lnTo>
                    <a:pt x="9711436" y="4572"/>
                  </a:lnTo>
                  <a:lnTo>
                    <a:pt x="9686036" y="4572"/>
                  </a:lnTo>
                  <a:close/>
                  <a:moveTo>
                    <a:pt x="9736836" y="4572"/>
                  </a:moveTo>
                  <a:lnTo>
                    <a:pt x="9762236" y="4572"/>
                  </a:lnTo>
                  <a:lnTo>
                    <a:pt x="9736836" y="4572"/>
                  </a:lnTo>
                  <a:close/>
                  <a:moveTo>
                    <a:pt x="9787636" y="4572"/>
                  </a:moveTo>
                  <a:lnTo>
                    <a:pt x="9813036" y="4572"/>
                  </a:lnTo>
                  <a:lnTo>
                    <a:pt x="9787636" y="4572"/>
                  </a:lnTo>
                  <a:close/>
                  <a:moveTo>
                    <a:pt x="9838436" y="4572"/>
                  </a:moveTo>
                  <a:lnTo>
                    <a:pt x="9863836" y="4572"/>
                  </a:lnTo>
                  <a:lnTo>
                    <a:pt x="9838436" y="4572"/>
                  </a:lnTo>
                  <a:close/>
                  <a:moveTo>
                    <a:pt x="9889236" y="4572"/>
                  </a:moveTo>
                  <a:lnTo>
                    <a:pt x="9914636" y="4572"/>
                  </a:lnTo>
                  <a:lnTo>
                    <a:pt x="9889236" y="4572"/>
                  </a:lnTo>
                  <a:close/>
                  <a:moveTo>
                    <a:pt x="9940036" y="4572"/>
                  </a:moveTo>
                  <a:lnTo>
                    <a:pt x="9965436" y="4572"/>
                  </a:lnTo>
                  <a:lnTo>
                    <a:pt x="9940036" y="4572"/>
                  </a:lnTo>
                  <a:close/>
                  <a:moveTo>
                    <a:pt x="9990836" y="4572"/>
                  </a:moveTo>
                  <a:lnTo>
                    <a:pt x="10016236" y="4572"/>
                  </a:lnTo>
                  <a:lnTo>
                    <a:pt x="9990836" y="4572"/>
                  </a:lnTo>
                  <a:close/>
                  <a:moveTo>
                    <a:pt x="10041636" y="4572"/>
                  </a:moveTo>
                  <a:lnTo>
                    <a:pt x="10067036" y="4572"/>
                  </a:lnTo>
                  <a:lnTo>
                    <a:pt x="10041636" y="4572"/>
                  </a:lnTo>
                  <a:close/>
                  <a:moveTo>
                    <a:pt x="10092436" y="4572"/>
                  </a:moveTo>
                  <a:lnTo>
                    <a:pt x="10117836" y="4572"/>
                  </a:lnTo>
                  <a:lnTo>
                    <a:pt x="10092436" y="4572"/>
                  </a:lnTo>
                  <a:close/>
                  <a:moveTo>
                    <a:pt x="10143236" y="4572"/>
                  </a:moveTo>
                  <a:lnTo>
                    <a:pt x="10168636" y="4572"/>
                  </a:lnTo>
                  <a:lnTo>
                    <a:pt x="10143236" y="4572"/>
                  </a:lnTo>
                  <a:close/>
                  <a:moveTo>
                    <a:pt x="10194036" y="4572"/>
                  </a:moveTo>
                  <a:lnTo>
                    <a:pt x="10219436" y="4572"/>
                  </a:lnTo>
                  <a:lnTo>
                    <a:pt x="10194036" y="4572"/>
                  </a:lnTo>
                  <a:close/>
                  <a:moveTo>
                    <a:pt x="10244836" y="4572"/>
                  </a:moveTo>
                  <a:lnTo>
                    <a:pt x="10270236" y="4572"/>
                  </a:lnTo>
                  <a:lnTo>
                    <a:pt x="10244836" y="4572"/>
                  </a:lnTo>
                  <a:close/>
                  <a:moveTo>
                    <a:pt x="10295636" y="4572"/>
                  </a:moveTo>
                  <a:lnTo>
                    <a:pt x="10321036" y="4572"/>
                  </a:lnTo>
                  <a:lnTo>
                    <a:pt x="10295636" y="4572"/>
                  </a:lnTo>
                  <a:close/>
                  <a:moveTo>
                    <a:pt x="10335768" y="19812"/>
                  </a:moveTo>
                  <a:lnTo>
                    <a:pt x="10335768" y="45212"/>
                  </a:lnTo>
                  <a:lnTo>
                    <a:pt x="10331196" y="45212"/>
                  </a:lnTo>
                  <a:lnTo>
                    <a:pt x="10331196" y="19812"/>
                  </a:lnTo>
                  <a:close/>
                  <a:moveTo>
                    <a:pt x="10331196" y="70612"/>
                  </a:moveTo>
                  <a:lnTo>
                    <a:pt x="10331196" y="96012"/>
                  </a:lnTo>
                  <a:lnTo>
                    <a:pt x="10326624" y="96012"/>
                  </a:lnTo>
                  <a:lnTo>
                    <a:pt x="10326624" y="70612"/>
                  </a:lnTo>
                  <a:close/>
                  <a:moveTo>
                    <a:pt x="10326624" y="121412"/>
                  </a:moveTo>
                  <a:lnTo>
                    <a:pt x="10326624" y="146812"/>
                  </a:lnTo>
                  <a:lnTo>
                    <a:pt x="10322052" y="146812"/>
                  </a:lnTo>
                  <a:lnTo>
                    <a:pt x="10322052" y="121412"/>
                  </a:lnTo>
                  <a:close/>
                  <a:moveTo>
                    <a:pt x="10322052" y="172212"/>
                  </a:moveTo>
                  <a:lnTo>
                    <a:pt x="10322052" y="197612"/>
                  </a:lnTo>
                  <a:lnTo>
                    <a:pt x="10317480" y="197612"/>
                  </a:lnTo>
                  <a:lnTo>
                    <a:pt x="10317480" y="172212"/>
                  </a:lnTo>
                  <a:close/>
                  <a:moveTo>
                    <a:pt x="10317480" y="223012"/>
                  </a:moveTo>
                  <a:lnTo>
                    <a:pt x="10317480" y="248412"/>
                  </a:lnTo>
                  <a:lnTo>
                    <a:pt x="10312908" y="248412"/>
                  </a:lnTo>
                  <a:lnTo>
                    <a:pt x="10312908" y="223012"/>
                  </a:lnTo>
                  <a:close/>
                  <a:moveTo>
                    <a:pt x="10312908" y="273812"/>
                  </a:moveTo>
                  <a:lnTo>
                    <a:pt x="10312908" y="299212"/>
                  </a:lnTo>
                  <a:lnTo>
                    <a:pt x="10308336" y="299212"/>
                  </a:lnTo>
                  <a:lnTo>
                    <a:pt x="10308336" y="273812"/>
                  </a:lnTo>
                  <a:close/>
                  <a:moveTo>
                    <a:pt x="10308336" y="324612"/>
                  </a:moveTo>
                  <a:lnTo>
                    <a:pt x="10308336" y="350012"/>
                  </a:lnTo>
                  <a:lnTo>
                    <a:pt x="10303764" y="350012"/>
                  </a:lnTo>
                  <a:lnTo>
                    <a:pt x="10303764" y="324612"/>
                  </a:lnTo>
                  <a:close/>
                  <a:moveTo>
                    <a:pt x="10303764" y="375412"/>
                  </a:moveTo>
                  <a:lnTo>
                    <a:pt x="10303764" y="400812"/>
                  </a:lnTo>
                  <a:lnTo>
                    <a:pt x="10299192" y="400812"/>
                  </a:lnTo>
                  <a:lnTo>
                    <a:pt x="10299192" y="375412"/>
                  </a:lnTo>
                  <a:close/>
                  <a:moveTo>
                    <a:pt x="10299192" y="426212"/>
                  </a:moveTo>
                  <a:lnTo>
                    <a:pt x="10299192" y="451612"/>
                  </a:lnTo>
                  <a:lnTo>
                    <a:pt x="10294620" y="451612"/>
                  </a:lnTo>
                  <a:lnTo>
                    <a:pt x="10294620" y="426212"/>
                  </a:lnTo>
                  <a:close/>
                  <a:moveTo>
                    <a:pt x="10294620" y="477012"/>
                  </a:moveTo>
                  <a:lnTo>
                    <a:pt x="10294620" y="502412"/>
                  </a:lnTo>
                  <a:lnTo>
                    <a:pt x="10290048" y="502412"/>
                  </a:lnTo>
                  <a:lnTo>
                    <a:pt x="10290048" y="477012"/>
                  </a:lnTo>
                  <a:close/>
                  <a:moveTo>
                    <a:pt x="10290048" y="527812"/>
                  </a:moveTo>
                  <a:lnTo>
                    <a:pt x="10290048" y="553212"/>
                  </a:lnTo>
                  <a:lnTo>
                    <a:pt x="10285476" y="553212"/>
                  </a:lnTo>
                  <a:lnTo>
                    <a:pt x="10285476" y="527812"/>
                  </a:lnTo>
                  <a:close/>
                  <a:moveTo>
                    <a:pt x="10285476" y="578612"/>
                  </a:moveTo>
                  <a:lnTo>
                    <a:pt x="10285476" y="604012"/>
                  </a:lnTo>
                  <a:lnTo>
                    <a:pt x="10280904" y="604012"/>
                  </a:lnTo>
                  <a:lnTo>
                    <a:pt x="10280904" y="578612"/>
                  </a:lnTo>
                  <a:close/>
                  <a:moveTo>
                    <a:pt x="10280904" y="629412"/>
                  </a:moveTo>
                  <a:lnTo>
                    <a:pt x="10280904" y="654812"/>
                  </a:lnTo>
                  <a:lnTo>
                    <a:pt x="10276332" y="654812"/>
                  </a:lnTo>
                  <a:lnTo>
                    <a:pt x="10276332" y="629412"/>
                  </a:lnTo>
                  <a:close/>
                  <a:moveTo>
                    <a:pt x="10276332" y="680212"/>
                  </a:moveTo>
                  <a:lnTo>
                    <a:pt x="10276332" y="705612"/>
                  </a:lnTo>
                  <a:lnTo>
                    <a:pt x="10271760" y="705612"/>
                  </a:lnTo>
                  <a:lnTo>
                    <a:pt x="10271760" y="680212"/>
                  </a:lnTo>
                  <a:close/>
                  <a:moveTo>
                    <a:pt x="10271760" y="731012"/>
                  </a:moveTo>
                  <a:lnTo>
                    <a:pt x="10271760" y="756412"/>
                  </a:lnTo>
                  <a:lnTo>
                    <a:pt x="10267188" y="756412"/>
                  </a:lnTo>
                  <a:lnTo>
                    <a:pt x="10267188" y="731012"/>
                  </a:lnTo>
                  <a:close/>
                  <a:moveTo>
                    <a:pt x="10267188" y="781812"/>
                  </a:moveTo>
                  <a:lnTo>
                    <a:pt x="10267188" y="807212"/>
                  </a:lnTo>
                  <a:lnTo>
                    <a:pt x="10262616" y="807212"/>
                  </a:lnTo>
                  <a:lnTo>
                    <a:pt x="10262616" y="781812"/>
                  </a:lnTo>
                  <a:close/>
                  <a:moveTo>
                    <a:pt x="10262616" y="832612"/>
                  </a:moveTo>
                  <a:lnTo>
                    <a:pt x="10262616" y="858012"/>
                  </a:lnTo>
                  <a:lnTo>
                    <a:pt x="10258044" y="858012"/>
                  </a:lnTo>
                  <a:lnTo>
                    <a:pt x="10258044" y="832612"/>
                  </a:lnTo>
                  <a:close/>
                  <a:moveTo>
                    <a:pt x="10258044" y="883412"/>
                  </a:moveTo>
                  <a:lnTo>
                    <a:pt x="10258044" y="908812"/>
                  </a:lnTo>
                  <a:lnTo>
                    <a:pt x="10253472" y="908812"/>
                  </a:lnTo>
                  <a:lnTo>
                    <a:pt x="10253472" y="883412"/>
                  </a:lnTo>
                  <a:close/>
                  <a:moveTo>
                    <a:pt x="10253472" y="934212"/>
                  </a:moveTo>
                  <a:lnTo>
                    <a:pt x="10253472" y="959612"/>
                  </a:lnTo>
                  <a:lnTo>
                    <a:pt x="10248900" y="959612"/>
                  </a:lnTo>
                  <a:lnTo>
                    <a:pt x="10248900" y="934212"/>
                  </a:lnTo>
                  <a:close/>
                  <a:moveTo>
                    <a:pt x="10248900" y="985012"/>
                  </a:moveTo>
                  <a:lnTo>
                    <a:pt x="10248900" y="1010412"/>
                  </a:lnTo>
                  <a:lnTo>
                    <a:pt x="10244328" y="1010412"/>
                  </a:lnTo>
                  <a:lnTo>
                    <a:pt x="10244328" y="985012"/>
                  </a:lnTo>
                  <a:close/>
                  <a:moveTo>
                    <a:pt x="10244328" y="1035812"/>
                  </a:moveTo>
                  <a:lnTo>
                    <a:pt x="10244328" y="1061212"/>
                  </a:lnTo>
                  <a:lnTo>
                    <a:pt x="10239756" y="1061212"/>
                  </a:lnTo>
                  <a:lnTo>
                    <a:pt x="10239756" y="1035812"/>
                  </a:lnTo>
                  <a:close/>
                  <a:moveTo>
                    <a:pt x="10239756" y="1086612"/>
                  </a:moveTo>
                  <a:lnTo>
                    <a:pt x="10239756" y="1112012"/>
                  </a:lnTo>
                  <a:lnTo>
                    <a:pt x="10235184" y="1112012"/>
                  </a:lnTo>
                  <a:lnTo>
                    <a:pt x="10235184" y="1086612"/>
                  </a:lnTo>
                  <a:close/>
                  <a:moveTo>
                    <a:pt x="10235184" y="1137412"/>
                  </a:moveTo>
                  <a:lnTo>
                    <a:pt x="10235184" y="1162812"/>
                  </a:lnTo>
                  <a:lnTo>
                    <a:pt x="10230612" y="1162812"/>
                  </a:lnTo>
                  <a:lnTo>
                    <a:pt x="10230612" y="1137412"/>
                  </a:lnTo>
                  <a:close/>
                  <a:moveTo>
                    <a:pt x="10230612" y="1188212"/>
                  </a:moveTo>
                  <a:lnTo>
                    <a:pt x="10230612" y="1200658"/>
                  </a:lnTo>
                  <a:cubicBezTo>
                    <a:pt x="10230612" y="1201928"/>
                    <a:pt x="10229596" y="1202944"/>
                    <a:pt x="10228326" y="1202944"/>
                  </a:cubicBezTo>
                  <a:lnTo>
                    <a:pt x="10215372" y="1202944"/>
                  </a:lnTo>
                  <a:lnTo>
                    <a:pt x="10215372" y="1193800"/>
                  </a:lnTo>
                  <a:lnTo>
                    <a:pt x="10228326" y="1193800"/>
                  </a:lnTo>
                  <a:lnTo>
                    <a:pt x="10228326" y="1196086"/>
                  </a:lnTo>
                  <a:lnTo>
                    <a:pt x="10226040" y="1196086"/>
                  </a:lnTo>
                  <a:lnTo>
                    <a:pt x="10226040" y="1183640"/>
                  </a:lnTo>
                  <a:close/>
                  <a:moveTo>
                    <a:pt x="10185400" y="1198372"/>
                  </a:moveTo>
                  <a:lnTo>
                    <a:pt x="10160000" y="1198372"/>
                  </a:lnTo>
                  <a:lnTo>
                    <a:pt x="10160000" y="1193800"/>
                  </a:lnTo>
                  <a:lnTo>
                    <a:pt x="10185400" y="1193800"/>
                  </a:lnTo>
                  <a:close/>
                  <a:moveTo>
                    <a:pt x="10134600" y="1193800"/>
                  </a:moveTo>
                  <a:lnTo>
                    <a:pt x="10109200" y="1193800"/>
                  </a:lnTo>
                  <a:lnTo>
                    <a:pt x="10134600" y="1193800"/>
                  </a:lnTo>
                  <a:close/>
                  <a:moveTo>
                    <a:pt x="10083800" y="1193800"/>
                  </a:moveTo>
                  <a:lnTo>
                    <a:pt x="10058400" y="1193800"/>
                  </a:lnTo>
                  <a:lnTo>
                    <a:pt x="10083800" y="1193800"/>
                  </a:lnTo>
                  <a:close/>
                  <a:moveTo>
                    <a:pt x="10033000" y="1193800"/>
                  </a:moveTo>
                  <a:lnTo>
                    <a:pt x="10007600" y="1193800"/>
                  </a:lnTo>
                  <a:lnTo>
                    <a:pt x="10033000" y="1193800"/>
                  </a:lnTo>
                  <a:close/>
                  <a:moveTo>
                    <a:pt x="9982200" y="1193800"/>
                  </a:moveTo>
                  <a:lnTo>
                    <a:pt x="9956800" y="1193800"/>
                  </a:lnTo>
                  <a:lnTo>
                    <a:pt x="9982200" y="1193800"/>
                  </a:lnTo>
                  <a:close/>
                  <a:moveTo>
                    <a:pt x="9931400" y="1193800"/>
                  </a:moveTo>
                  <a:lnTo>
                    <a:pt x="9906000" y="1193800"/>
                  </a:lnTo>
                  <a:lnTo>
                    <a:pt x="9931400" y="1193800"/>
                  </a:lnTo>
                  <a:close/>
                  <a:moveTo>
                    <a:pt x="9880600" y="1193800"/>
                  </a:moveTo>
                  <a:lnTo>
                    <a:pt x="9855200" y="1193800"/>
                  </a:lnTo>
                  <a:lnTo>
                    <a:pt x="9880600" y="1193800"/>
                  </a:lnTo>
                  <a:close/>
                  <a:moveTo>
                    <a:pt x="9829800" y="1193800"/>
                  </a:moveTo>
                  <a:lnTo>
                    <a:pt x="9804400" y="1193800"/>
                  </a:lnTo>
                  <a:lnTo>
                    <a:pt x="9829800" y="1193800"/>
                  </a:lnTo>
                  <a:close/>
                  <a:moveTo>
                    <a:pt x="9779000" y="1193800"/>
                  </a:moveTo>
                  <a:lnTo>
                    <a:pt x="9753600" y="1193800"/>
                  </a:lnTo>
                  <a:lnTo>
                    <a:pt x="9779000" y="1193800"/>
                  </a:lnTo>
                  <a:close/>
                  <a:moveTo>
                    <a:pt x="9728200" y="1193800"/>
                  </a:moveTo>
                  <a:lnTo>
                    <a:pt x="9702800" y="1193800"/>
                  </a:lnTo>
                  <a:lnTo>
                    <a:pt x="9728200" y="1193800"/>
                  </a:lnTo>
                  <a:close/>
                  <a:moveTo>
                    <a:pt x="9677400" y="1193800"/>
                  </a:moveTo>
                  <a:lnTo>
                    <a:pt x="9652000" y="1193800"/>
                  </a:lnTo>
                  <a:lnTo>
                    <a:pt x="9677400" y="1193800"/>
                  </a:lnTo>
                  <a:close/>
                  <a:moveTo>
                    <a:pt x="9626600" y="1193800"/>
                  </a:moveTo>
                  <a:lnTo>
                    <a:pt x="9601200" y="1193800"/>
                  </a:lnTo>
                  <a:lnTo>
                    <a:pt x="9626600" y="1193800"/>
                  </a:lnTo>
                  <a:close/>
                  <a:moveTo>
                    <a:pt x="9575800" y="1193800"/>
                  </a:moveTo>
                  <a:lnTo>
                    <a:pt x="9550400" y="1193800"/>
                  </a:lnTo>
                  <a:lnTo>
                    <a:pt x="9575800" y="1193800"/>
                  </a:lnTo>
                  <a:close/>
                  <a:moveTo>
                    <a:pt x="9525000" y="1193800"/>
                  </a:moveTo>
                  <a:lnTo>
                    <a:pt x="9499600" y="1193800"/>
                  </a:lnTo>
                  <a:lnTo>
                    <a:pt x="9525000" y="1193800"/>
                  </a:lnTo>
                  <a:close/>
                  <a:moveTo>
                    <a:pt x="9474200" y="1193800"/>
                  </a:moveTo>
                  <a:lnTo>
                    <a:pt x="9448800" y="1193800"/>
                  </a:lnTo>
                  <a:lnTo>
                    <a:pt x="9474200" y="1193800"/>
                  </a:lnTo>
                  <a:close/>
                  <a:moveTo>
                    <a:pt x="9423400" y="1193800"/>
                  </a:moveTo>
                  <a:lnTo>
                    <a:pt x="9398000" y="1193800"/>
                  </a:lnTo>
                  <a:lnTo>
                    <a:pt x="9423400" y="1193800"/>
                  </a:lnTo>
                  <a:close/>
                  <a:moveTo>
                    <a:pt x="9372600" y="1193800"/>
                  </a:moveTo>
                  <a:lnTo>
                    <a:pt x="9347200" y="1193800"/>
                  </a:lnTo>
                  <a:lnTo>
                    <a:pt x="9372600" y="1193800"/>
                  </a:lnTo>
                  <a:close/>
                  <a:moveTo>
                    <a:pt x="9321800" y="1193800"/>
                  </a:moveTo>
                  <a:lnTo>
                    <a:pt x="9296400" y="1193800"/>
                  </a:lnTo>
                  <a:lnTo>
                    <a:pt x="9321800" y="1193800"/>
                  </a:lnTo>
                  <a:close/>
                  <a:moveTo>
                    <a:pt x="9271000" y="1193800"/>
                  </a:moveTo>
                  <a:lnTo>
                    <a:pt x="9245600" y="1193800"/>
                  </a:lnTo>
                  <a:lnTo>
                    <a:pt x="9271000" y="1193800"/>
                  </a:lnTo>
                  <a:close/>
                  <a:moveTo>
                    <a:pt x="9220200" y="1193800"/>
                  </a:moveTo>
                  <a:lnTo>
                    <a:pt x="9194800" y="1193800"/>
                  </a:lnTo>
                  <a:lnTo>
                    <a:pt x="9220200" y="1193800"/>
                  </a:lnTo>
                  <a:close/>
                  <a:moveTo>
                    <a:pt x="9169400" y="1193800"/>
                  </a:moveTo>
                  <a:lnTo>
                    <a:pt x="9144000" y="1193800"/>
                  </a:lnTo>
                  <a:lnTo>
                    <a:pt x="9169400" y="1193800"/>
                  </a:lnTo>
                  <a:close/>
                  <a:moveTo>
                    <a:pt x="9118600" y="1193800"/>
                  </a:moveTo>
                  <a:lnTo>
                    <a:pt x="9093200" y="1193800"/>
                  </a:lnTo>
                  <a:lnTo>
                    <a:pt x="9118600" y="1193800"/>
                  </a:lnTo>
                  <a:close/>
                  <a:moveTo>
                    <a:pt x="9067800" y="1193800"/>
                  </a:moveTo>
                  <a:lnTo>
                    <a:pt x="9042400" y="1193800"/>
                  </a:lnTo>
                  <a:lnTo>
                    <a:pt x="9067800" y="1193800"/>
                  </a:lnTo>
                  <a:close/>
                  <a:moveTo>
                    <a:pt x="9017000" y="1193800"/>
                  </a:moveTo>
                  <a:lnTo>
                    <a:pt x="8991600" y="1193800"/>
                  </a:lnTo>
                  <a:lnTo>
                    <a:pt x="9017000" y="1193800"/>
                  </a:lnTo>
                  <a:close/>
                  <a:moveTo>
                    <a:pt x="8966200" y="1193800"/>
                  </a:moveTo>
                  <a:lnTo>
                    <a:pt x="8940800" y="1193800"/>
                  </a:lnTo>
                  <a:lnTo>
                    <a:pt x="8966200" y="1193800"/>
                  </a:lnTo>
                  <a:close/>
                  <a:moveTo>
                    <a:pt x="8915400" y="1193800"/>
                  </a:moveTo>
                  <a:lnTo>
                    <a:pt x="8890000" y="1193800"/>
                  </a:lnTo>
                  <a:lnTo>
                    <a:pt x="8915400" y="1193800"/>
                  </a:lnTo>
                  <a:close/>
                  <a:moveTo>
                    <a:pt x="8864600" y="1193800"/>
                  </a:moveTo>
                  <a:lnTo>
                    <a:pt x="8839200" y="1193800"/>
                  </a:lnTo>
                  <a:lnTo>
                    <a:pt x="8864600" y="1193800"/>
                  </a:lnTo>
                  <a:close/>
                  <a:moveTo>
                    <a:pt x="8813800" y="1193800"/>
                  </a:moveTo>
                  <a:lnTo>
                    <a:pt x="8788400" y="1193800"/>
                  </a:lnTo>
                  <a:lnTo>
                    <a:pt x="8813800" y="1193800"/>
                  </a:lnTo>
                  <a:close/>
                  <a:moveTo>
                    <a:pt x="8763000" y="1193800"/>
                  </a:moveTo>
                  <a:lnTo>
                    <a:pt x="8737600" y="1193800"/>
                  </a:lnTo>
                  <a:lnTo>
                    <a:pt x="8763000" y="1193800"/>
                  </a:lnTo>
                  <a:close/>
                  <a:moveTo>
                    <a:pt x="8712200" y="1193800"/>
                  </a:moveTo>
                  <a:lnTo>
                    <a:pt x="8686800" y="1193800"/>
                  </a:lnTo>
                  <a:lnTo>
                    <a:pt x="8712200" y="1193800"/>
                  </a:lnTo>
                  <a:close/>
                  <a:moveTo>
                    <a:pt x="8661400" y="1193800"/>
                  </a:moveTo>
                  <a:lnTo>
                    <a:pt x="8636000" y="1193800"/>
                  </a:lnTo>
                  <a:lnTo>
                    <a:pt x="8661400" y="1193800"/>
                  </a:lnTo>
                  <a:close/>
                  <a:moveTo>
                    <a:pt x="8610600" y="1193800"/>
                  </a:moveTo>
                  <a:lnTo>
                    <a:pt x="8585200" y="1193800"/>
                  </a:lnTo>
                  <a:lnTo>
                    <a:pt x="8610600" y="1193800"/>
                  </a:lnTo>
                  <a:close/>
                  <a:moveTo>
                    <a:pt x="8559800" y="1193800"/>
                  </a:moveTo>
                  <a:lnTo>
                    <a:pt x="8534400" y="1193800"/>
                  </a:lnTo>
                  <a:lnTo>
                    <a:pt x="8559800" y="1193800"/>
                  </a:lnTo>
                  <a:close/>
                  <a:moveTo>
                    <a:pt x="8509000" y="1193800"/>
                  </a:moveTo>
                  <a:lnTo>
                    <a:pt x="8483600" y="1193800"/>
                  </a:lnTo>
                  <a:lnTo>
                    <a:pt x="8509000" y="1193800"/>
                  </a:lnTo>
                  <a:close/>
                  <a:moveTo>
                    <a:pt x="8458200" y="1193800"/>
                  </a:moveTo>
                  <a:lnTo>
                    <a:pt x="8432800" y="1193800"/>
                  </a:lnTo>
                  <a:lnTo>
                    <a:pt x="8458200" y="1193800"/>
                  </a:lnTo>
                  <a:close/>
                  <a:moveTo>
                    <a:pt x="8407400" y="1193800"/>
                  </a:moveTo>
                  <a:lnTo>
                    <a:pt x="8382000" y="1193800"/>
                  </a:lnTo>
                  <a:lnTo>
                    <a:pt x="8407400" y="1193800"/>
                  </a:lnTo>
                  <a:close/>
                  <a:moveTo>
                    <a:pt x="8356600" y="1193800"/>
                  </a:moveTo>
                  <a:lnTo>
                    <a:pt x="8331200" y="1193800"/>
                  </a:lnTo>
                  <a:lnTo>
                    <a:pt x="8356600" y="1193800"/>
                  </a:lnTo>
                  <a:close/>
                  <a:moveTo>
                    <a:pt x="8305800" y="1193800"/>
                  </a:moveTo>
                  <a:lnTo>
                    <a:pt x="8280400" y="1193800"/>
                  </a:lnTo>
                  <a:lnTo>
                    <a:pt x="8305800" y="1193800"/>
                  </a:lnTo>
                  <a:close/>
                  <a:moveTo>
                    <a:pt x="8255000" y="1193800"/>
                  </a:moveTo>
                  <a:lnTo>
                    <a:pt x="8229600" y="1193800"/>
                  </a:lnTo>
                  <a:lnTo>
                    <a:pt x="8255000" y="1193800"/>
                  </a:lnTo>
                  <a:close/>
                  <a:moveTo>
                    <a:pt x="8204200" y="1193800"/>
                  </a:moveTo>
                  <a:lnTo>
                    <a:pt x="8178800" y="1193800"/>
                  </a:lnTo>
                  <a:lnTo>
                    <a:pt x="8204200" y="1193800"/>
                  </a:lnTo>
                  <a:close/>
                  <a:moveTo>
                    <a:pt x="8153400" y="1193800"/>
                  </a:moveTo>
                  <a:lnTo>
                    <a:pt x="8128000" y="1193800"/>
                  </a:lnTo>
                  <a:lnTo>
                    <a:pt x="8153400" y="1193800"/>
                  </a:lnTo>
                  <a:close/>
                  <a:moveTo>
                    <a:pt x="8102600" y="1193800"/>
                  </a:moveTo>
                  <a:lnTo>
                    <a:pt x="8077200" y="1193800"/>
                  </a:lnTo>
                  <a:lnTo>
                    <a:pt x="8102600" y="1193800"/>
                  </a:lnTo>
                  <a:close/>
                  <a:moveTo>
                    <a:pt x="8051800" y="1193800"/>
                  </a:moveTo>
                  <a:lnTo>
                    <a:pt x="8026400" y="1193800"/>
                  </a:lnTo>
                  <a:lnTo>
                    <a:pt x="8051800" y="1193800"/>
                  </a:lnTo>
                  <a:close/>
                  <a:moveTo>
                    <a:pt x="8001000" y="1193800"/>
                  </a:moveTo>
                  <a:lnTo>
                    <a:pt x="7975600" y="1193800"/>
                  </a:lnTo>
                  <a:lnTo>
                    <a:pt x="8001000" y="1193800"/>
                  </a:lnTo>
                  <a:close/>
                  <a:moveTo>
                    <a:pt x="7950200" y="1193800"/>
                  </a:moveTo>
                  <a:lnTo>
                    <a:pt x="7924800" y="1193800"/>
                  </a:lnTo>
                  <a:lnTo>
                    <a:pt x="7950200" y="1193800"/>
                  </a:lnTo>
                  <a:close/>
                  <a:moveTo>
                    <a:pt x="7899400" y="1193800"/>
                  </a:moveTo>
                  <a:lnTo>
                    <a:pt x="7874000" y="1193800"/>
                  </a:lnTo>
                  <a:lnTo>
                    <a:pt x="7899400" y="1193800"/>
                  </a:lnTo>
                  <a:close/>
                  <a:moveTo>
                    <a:pt x="7848600" y="1193800"/>
                  </a:moveTo>
                  <a:lnTo>
                    <a:pt x="7823200" y="1193800"/>
                  </a:lnTo>
                  <a:lnTo>
                    <a:pt x="7848600" y="1193800"/>
                  </a:lnTo>
                  <a:close/>
                  <a:moveTo>
                    <a:pt x="7797800" y="1193800"/>
                  </a:moveTo>
                  <a:lnTo>
                    <a:pt x="7772400" y="1193800"/>
                  </a:lnTo>
                  <a:lnTo>
                    <a:pt x="7797800" y="1193800"/>
                  </a:lnTo>
                  <a:close/>
                  <a:moveTo>
                    <a:pt x="7747000" y="1193800"/>
                  </a:moveTo>
                  <a:lnTo>
                    <a:pt x="7721600" y="1193800"/>
                  </a:lnTo>
                  <a:lnTo>
                    <a:pt x="7747000" y="1193800"/>
                  </a:lnTo>
                  <a:close/>
                  <a:moveTo>
                    <a:pt x="7696200" y="1193800"/>
                  </a:moveTo>
                  <a:lnTo>
                    <a:pt x="7670800" y="1193800"/>
                  </a:lnTo>
                  <a:lnTo>
                    <a:pt x="7696200" y="1193800"/>
                  </a:lnTo>
                  <a:close/>
                  <a:moveTo>
                    <a:pt x="7645400" y="1193800"/>
                  </a:moveTo>
                  <a:lnTo>
                    <a:pt x="7620000" y="1193800"/>
                  </a:lnTo>
                  <a:lnTo>
                    <a:pt x="7645400" y="1193800"/>
                  </a:lnTo>
                  <a:close/>
                  <a:moveTo>
                    <a:pt x="7594600" y="1193800"/>
                  </a:moveTo>
                  <a:lnTo>
                    <a:pt x="7569200" y="1193800"/>
                  </a:lnTo>
                  <a:lnTo>
                    <a:pt x="7594600" y="1193800"/>
                  </a:lnTo>
                  <a:close/>
                  <a:moveTo>
                    <a:pt x="7543800" y="1193800"/>
                  </a:moveTo>
                  <a:lnTo>
                    <a:pt x="7518400" y="1193800"/>
                  </a:lnTo>
                  <a:lnTo>
                    <a:pt x="7543800" y="1193800"/>
                  </a:lnTo>
                  <a:close/>
                  <a:moveTo>
                    <a:pt x="7493000" y="1193800"/>
                  </a:moveTo>
                  <a:lnTo>
                    <a:pt x="7467600" y="1193800"/>
                  </a:lnTo>
                  <a:lnTo>
                    <a:pt x="7493000" y="1193800"/>
                  </a:lnTo>
                  <a:close/>
                  <a:moveTo>
                    <a:pt x="7442200" y="1193800"/>
                  </a:moveTo>
                  <a:lnTo>
                    <a:pt x="7416800" y="1193800"/>
                  </a:lnTo>
                  <a:lnTo>
                    <a:pt x="7442200" y="1193800"/>
                  </a:lnTo>
                  <a:close/>
                  <a:moveTo>
                    <a:pt x="7391400" y="1193800"/>
                  </a:moveTo>
                  <a:lnTo>
                    <a:pt x="7366000" y="1193800"/>
                  </a:lnTo>
                  <a:lnTo>
                    <a:pt x="7391400" y="1193800"/>
                  </a:lnTo>
                  <a:close/>
                  <a:moveTo>
                    <a:pt x="7340600" y="1193800"/>
                  </a:moveTo>
                  <a:lnTo>
                    <a:pt x="7315200" y="1193800"/>
                  </a:lnTo>
                  <a:lnTo>
                    <a:pt x="7340600" y="1193800"/>
                  </a:lnTo>
                  <a:close/>
                  <a:moveTo>
                    <a:pt x="7289800" y="1193800"/>
                  </a:moveTo>
                  <a:lnTo>
                    <a:pt x="7264400" y="1193800"/>
                  </a:lnTo>
                  <a:lnTo>
                    <a:pt x="7289800" y="1193800"/>
                  </a:lnTo>
                  <a:close/>
                  <a:moveTo>
                    <a:pt x="7239000" y="1193800"/>
                  </a:moveTo>
                  <a:lnTo>
                    <a:pt x="7213600" y="1193800"/>
                  </a:lnTo>
                  <a:lnTo>
                    <a:pt x="7239000" y="1193800"/>
                  </a:lnTo>
                  <a:close/>
                  <a:moveTo>
                    <a:pt x="7188200" y="1193800"/>
                  </a:moveTo>
                  <a:lnTo>
                    <a:pt x="7162800" y="1193800"/>
                  </a:lnTo>
                  <a:lnTo>
                    <a:pt x="7188200" y="1193800"/>
                  </a:lnTo>
                  <a:close/>
                  <a:moveTo>
                    <a:pt x="7137400" y="1193800"/>
                  </a:moveTo>
                  <a:lnTo>
                    <a:pt x="7112000" y="1193800"/>
                  </a:lnTo>
                  <a:lnTo>
                    <a:pt x="7137400" y="1193800"/>
                  </a:lnTo>
                  <a:close/>
                  <a:moveTo>
                    <a:pt x="7086600" y="1193800"/>
                  </a:moveTo>
                  <a:lnTo>
                    <a:pt x="7061200" y="1193800"/>
                  </a:lnTo>
                  <a:lnTo>
                    <a:pt x="7086600" y="1193800"/>
                  </a:lnTo>
                  <a:close/>
                  <a:moveTo>
                    <a:pt x="7035800" y="1193800"/>
                  </a:moveTo>
                  <a:lnTo>
                    <a:pt x="7010400" y="1193800"/>
                  </a:lnTo>
                  <a:lnTo>
                    <a:pt x="7035800" y="1193800"/>
                  </a:lnTo>
                  <a:close/>
                  <a:moveTo>
                    <a:pt x="6985000" y="1193800"/>
                  </a:moveTo>
                  <a:lnTo>
                    <a:pt x="6959600" y="1193800"/>
                  </a:lnTo>
                  <a:lnTo>
                    <a:pt x="6985000" y="1193800"/>
                  </a:lnTo>
                  <a:close/>
                  <a:moveTo>
                    <a:pt x="6934200" y="1193800"/>
                  </a:moveTo>
                  <a:lnTo>
                    <a:pt x="6908800" y="1193800"/>
                  </a:lnTo>
                  <a:lnTo>
                    <a:pt x="6934200" y="1193800"/>
                  </a:lnTo>
                  <a:close/>
                  <a:moveTo>
                    <a:pt x="6883400" y="1193800"/>
                  </a:moveTo>
                  <a:lnTo>
                    <a:pt x="6858000" y="1193800"/>
                  </a:lnTo>
                  <a:lnTo>
                    <a:pt x="6883400" y="1193800"/>
                  </a:lnTo>
                  <a:close/>
                  <a:moveTo>
                    <a:pt x="6832600" y="1193800"/>
                  </a:moveTo>
                  <a:lnTo>
                    <a:pt x="6807200" y="1193800"/>
                  </a:lnTo>
                  <a:lnTo>
                    <a:pt x="6832600" y="1193800"/>
                  </a:lnTo>
                  <a:close/>
                  <a:moveTo>
                    <a:pt x="6781800" y="1193800"/>
                  </a:moveTo>
                  <a:lnTo>
                    <a:pt x="6756400" y="1193800"/>
                  </a:lnTo>
                  <a:lnTo>
                    <a:pt x="6781800" y="1193800"/>
                  </a:lnTo>
                  <a:close/>
                  <a:moveTo>
                    <a:pt x="6731000" y="1193800"/>
                  </a:moveTo>
                  <a:lnTo>
                    <a:pt x="6705600" y="1193800"/>
                  </a:lnTo>
                  <a:lnTo>
                    <a:pt x="6731000" y="1193800"/>
                  </a:lnTo>
                  <a:close/>
                  <a:moveTo>
                    <a:pt x="6680200" y="1193800"/>
                  </a:moveTo>
                  <a:lnTo>
                    <a:pt x="6654800" y="1193800"/>
                  </a:lnTo>
                  <a:lnTo>
                    <a:pt x="6680200" y="1193800"/>
                  </a:lnTo>
                  <a:close/>
                  <a:moveTo>
                    <a:pt x="6629400" y="1193800"/>
                  </a:moveTo>
                  <a:lnTo>
                    <a:pt x="6604000" y="1193800"/>
                  </a:lnTo>
                  <a:lnTo>
                    <a:pt x="6629400" y="1193800"/>
                  </a:lnTo>
                  <a:close/>
                  <a:moveTo>
                    <a:pt x="6578600" y="1193800"/>
                  </a:moveTo>
                  <a:lnTo>
                    <a:pt x="6553200" y="1193800"/>
                  </a:lnTo>
                  <a:lnTo>
                    <a:pt x="6578600" y="1193800"/>
                  </a:lnTo>
                  <a:close/>
                  <a:moveTo>
                    <a:pt x="6527800" y="1193800"/>
                  </a:moveTo>
                  <a:lnTo>
                    <a:pt x="6502400" y="1193800"/>
                  </a:lnTo>
                  <a:lnTo>
                    <a:pt x="6527800" y="1193800"/>
                  </a:lnTo>
                  <a:close/>
                  <a:moveTo>
                    <a:pt x="6477000" y="1193800"/>
                  </a:moveTo>
                  <a:lnTo>
                    <a:pt x="6451600" y="1193800"/>
                  </a:lnTo>
                  <a:lnTo>
                    <a:pt x="6477000" y="1193800"/>
                  </a:lnTo>
                  <a:close/>
                  <a:moveTo>
                    <a:pt x="6426200" y="1193800"/>
                  </a:moveTo>
                  <a:lnTo>
                    <a:pt x="6400800" y="1193800"/>
                  </a:lnTo>
                  <a:lnTo>
                    <a:pt x="6426200" y="1193800"/>
                  </a:lnTo>
                  <a:close/>
                  <a:moveTo>
                    <a:pt x="6375400" y="1193800"/>
                  </a:moveTo>
                  <a:lnTo>
                    <a:pt x="6350000" y="1193800"/>
                  </a:lnTo>
                  <a:lnTo>
                    <a:pt x="6375400" y="1193800"/>
                  </a:lnTo>
                  <a:close/>
                  <a:moveTo>
                    <a:pt x="6324600" y="1193800"/>
                  </a:moveTo>
                  <a:lnTo>
                    <a:pt x="6299200" y="1193800"/>
                  </a:lnTo>
                  <a:lnTo>
                    <a:pt x="6324600" y="1193800"/>
                  </a:lnTo>
                  <a:close/>
                  <a:moveTo>
                    <a:pt x="6273800" y="1193800"/>
                  </a:moveTo>
                  <a:lnTo>
                    <a:pt x="6248400" y="1193800"/>
                  </a:lnTo>
                  <a:lnTo>
                    <a:pt x="6273800" y="1193800"/>
                  </a:lnTo>
                  <a:close/>
                  <a:moveTo>
                    <a:pt x="6223000" y="1193800"/>
                  </a:moveTo>
                  <a:lnTo>
                    <a:pt x="6197600" y="1193800"/>
                  </a:lnTo>
                  <a:lnTo>
                    <a:pt x="6223000" y="1193800"/>
                  </a:lnTo>
                  <a:close/>
                  <a:moveTo>
                    <a:pt x="6172200" y="1193800"/>
                  </a:moveTo>
                  <a:lnTo>
                    <a:pt x="6146800" y="1193800"/>
                  </a:lnTo>
                  <a:lnTo>
                    <a:pt x="6172200" y="1193800"/>
                  </a:lnTo>
                  <a:close/>
                  <a:moveTo>
                    <a:pt x="6121400" y="1193800"/>
                  </a:moveTo>
                  <a:lnTo>
                    <a:pt x="6096000" y="1193800"/>
                  </a:lnTo>
                  <a:lnTo>
                    <a:pt x="6121400" y="1193800"/>
                  </a:lnTo>
                  <a:close/>
                  <a:moveTo>
                    <a:pt x="6070600" y="1193800"/>
                  </a:moveTo>
                  <a:lnTo>
                    <a:pt x="6045200" y="1193800"/>
                  </a:lnTo>
                  <a:lnTo>
                    <a:pt x="6070600" y="1193800"/>
                  </a:lnTo>
                  <a:close/>
                  <a:moveTo>
                    <a:pt x="6019800" y="1193800"/>
                  </a:moveTo>
                  <a:lnTo>
                    <a:pt x="5994400" y="1193800"/>
                  </a:lnTo>
                  <a:lnTo>
                    <a:pt x="6019800" y="1193800"/>
                  </a:lnTo>
                  <a:close/>
                  <a:moveTo>
                    <a:pt x="5969000" y="1193800"/>
                  </a:moveTo>
                  <a:lnTo>
                    <a:pt x="5943600" y="1193800"/>
                  </a:lnTo>
                  <a:lnTo>
                    <a:pt x="5969000" y="1193800"/>
                  </a:lnTo>
                  <a:close/>
                  <a:moveTo>
                    <a:pt x="5918200" y="1193800"/>
                  </a:moveTo>
                  <a:lnTo>
                    <a:pt x="5892800" y="1193800"/>
                  </a:lnTo>
                  <a:lnTo>
                    <a:pt x="5918200" y="1193800"/>
                  </a:lnTo>
                  <a:close/>
                  <a:moveTo>
                    <a:pt x="5867400" y="1193800"/>
                  </a:moveTo>
                  <a:lnTo>
                    <a:pt x="5842000" y="1193800"/>
                  </a:lnTo>
                  <a:lnTo>
                    <a:pt x="5867400" y="1193800"/>
                  </a:lnTo>
                  <a:close/>
                  <a:moveTo>
                    <a:pt x="5816600" y="1193800"/>
                  </a:moveTo>
                  <a:lnTo>
                    <a:pt x="5791200" y="1193800"/>
                  </a:lnTo>
                  <a:lnTo>
                    <a:pt x="5816600" y="1193800"/>
                  </a:lnTo>
                  <a:close/>
                  <a:moveTo>
                    <a:pt x="5765800" y="1193800"/>
                  </a:moveTo>
                  <a:lnTo>
                    <a:pt x="5740400" y="1193800"/>
                  </a:lnTo>
                  <a:lnTo>
                    <a:pt x="5765800" y="1193800"/>
                  </a:lnTo>
                  <a:close/>
                  <a:moveTo>
                    <a:pt x="5715000" y="1193800"/>
                  </a:moveTo>
                  <a:lnTo>
                    <a:pt x="5689600" y="1193800"/>
                  </a:lnTo>
                  <a:lnTo>
                    <a:pt x="5715000" y="1193800"/>
                  </a:lnTo>
                  <a:close/>
                  <a:moveTo>
                    <a:pt x="5664200" y="1193800"/>
                  </a:moveTo>
                  <a:lnTo>
                    <a:pt x="5638800" y="1193800"/>
                  </a:lnTo>
                  <a:lnTo>
                    <a:pt x="5664200" y="1193800"/>
                  </a:lnTo>
                  <a:close/>
                  <a:moveTo>
                    <a:pt x="5613400" y="1193800"/>
                  </a:moveTo>
                  <a:lnTo>
                    <a:pt x="5588000" y="1193800"/>
                  </a:lnTo>
                  <a:lnTo>
                    <a:pt x="5613400" y="1193800"/>
                  </a:lnTo>
                  <a:close/>
                  <a:moveTo>
                    <a:pt x="5562600" y="1193800"/>
                  </a:moveTo>
                  <a:lnTo>
                    <a:pt x="5537200" y="1193800"/>
                  </a:lnTo>
                  <a:lnTo>
                    <a:pt x="5562600" y="1193800"/>
                  </a:lnTo>
                  <a:close/>
                  <a:moveTo>
                    <a:pt x="5511800" y="1193800"/>
                  </a:moveTo>
                  <a:lnTo>
                    <a:pt x="5486400" y="1193800"/>
                  </a:lnTo>
                  <a:lnTo>
                    <a:pt x="5511800" y="1193800"/>
                  </a:lnTo>
                  <a:close/>
                  <a:moveTo>
                    <a:pt x="5461000" y="1193800"/>
                  </a:moveTo>
                  <a:lnTo>
                    <a:pt x="5435600" y="1193800"/>
                  </a:lnTo>
                  <a:lnTo>
                    <a:pt x="5461000" y="1193800"/>
                  </a:lnTo>
                  <a:close/>
                  <a:moveTo>
                    <a:pt x="5410200" y="1193800"/>
                  </a:moveTo>
                  <a:lnTo>
                    <a:pt x="5384800" y="1193800"/>
                  </a:lnTo>
                  <a:lnTo>
                    <a:pt x="5410200" y="1193800"/>
                  </a:lnTo>
                  <a:close/>
                  <a:moveTo>
                    <a:pt x="5359400" y="1193800"/>
                  </a:moveTo>
                  <a:lnTo>
                    <a:pt x="5334000" y="1193800"/>
                  </a:lnTo>
                  <a:lnTo>
                    <a:pt x="5359400" y="1193800"/>
                  </a:lnTo>
                  <a:close/>
                  <a:moveTo>
                    <a:pt x="5308600" y="1193800"/>
                  </a:moveTo>
                  <a:lnTo>
                    <a:pt x="5283200" y="1193800"/>
                  </a:lnTo>
                  <a:lnTo>
                    <a:pt x="5308600" y="1193800"/>
                  </a:lnTo>
                  <a:close/>
                  <a:moveTo>
                    <a:pt x="5257800" y="1193800"/>
                  </a:moveTo>
                  <a:lnTo>
                    <a:pt x="5232400" y="1193800"/>
                  </a:lnTo>
                  <a:lnTo>
                    <a:pt x="5257800" y="1193800"/>
                  </a:lnTo>
                  <a:close/>
                  <a:moveTo>
                    <a:pt x="5207000" y="1193800"/>
                  </a:moveTo>
                  <a:lnTo>
                    <a:pt x="5181600" y="1193800"/>
                  </a:lnTo>
                  <a:lnTo>
                    <a:pt x="5207000" y="1193800"/>
                  </a:lnTo>
                  <a:close/>
                  <a:moveTo>
                    <a:pt x="5156200" y="1193800"/>
                  </a:moveTo>
                  <a:lnTo>
                    <a:pt x="5130800" y="1193800"/>
                  </a:lnTo>
                  <a:lnTo>
                    <a:pt x="5156200" y="1193800"/>
                  </a:lnTo>
                  <a:close/>
                  <a:moveTo>
                    <a:pt x="5105400" y="1193800"/>
                  </a:moveTo>
                  <a:lnTo>
                    <a:pt x="5080000" y="1193800"/>
                  </a:lnTo>
                  <a:lnTo>
                    <a:pt x="5105400" y="1193800"/>
                  </a:lnTo>
                  <a:close/>
                  <a:moveTo>
                    <a:pt x="5054600" y="1193800"/>
                  </a:moveTo>
                  <a:lnTo>
                    <a:pt x="5029200" y="1193800"/>
                  </a:lnTo>
                  <a:lnTo>
                    <a:pt x="5054600" y="1193800"/>
                  </a:lnTo>
                  <a:close/>
                  <a:moveTo>
                    <a:pt x="5003800" y="1193800"/>
                  </a:moveTo>
                  <a:lnTo>
                    <a:pt x="4978400" y="1193800"/>
                  </a:lnTo>
                  <a:lnTo>
                    <a:pt x="5003800" y="1193800"/>
                  </a:lnTo>
                  <a:close/>
                  <a:moveTo>
                    <a:pt x="4953000" y="1193800"/>
                  </a:moveTo>
                  <a:lnTo>
                    <a:pt x="4927600" y="1193800"/>
                  </a:lnTo>
                  <a:lnTo>
                    <a:pt x="4953000" y="1193800"/>
                  </a:lnTo>
                  <a:close/>
                  <a:moveTo>
                    <a:pt x="4902200" y="1193800"/>
                  </a:moveTo>
                  <a:lnTo>
                    <a:pt x="4876800" y="1193800"/>
                  </a:lnTo>
                  <a:lnTo>
                    <a:pt x="4902200" y="1193800"/>
                  </a:lnTo>
                  <a:close/>
                  <a:moveTo>
                    <a:pt x="4851400" y="1193800"/>
                  </a:moveTo>
                  <a:lnTo>
                    <a:pt x="4826000" y="1193800"/>
                  </a:lnTo>
                  <a:lnTo>
                    <a:pt x="4851400" y="1193800"/>
                  </a:lnTo>
                  <a:close/>
                  <a:moveTo>
                    <a:pt x="4800600" y="1193800"/>
                  </a:moveTo>
                  <a:lnTo>
                    <a:pt x="4775200" y="1193800"/>
                  </a:lnTo>
                  <a:lnTo>
                    <a:pt x="4800600" y="1193800"/>
                  </a:lnTo>
                  <a:close/>
                  <a:moveTo>
                    <a:pt x="4749800" y="1193800"/>
                  </a:moveTo>
                  <a:lnTo>
                    <a:pt x="4724400" y="1193800"/>
                  </a:lnTo>
                  <a:lnTo>
                    <a:pt x="4749800" y="1193800"/>
                  </a:lnTo>
                  <a:close/>
                  <a:moveTo>
                    <a:pt x="4699000" y="1193800"/>
                  </a:moveTo>
                  <a:lnTo>
                    <a:pt x="4673600" y="1193800"/>
                  </a:lnTo>
                  <a:lnTo>
                    <a:pt x="4699000" y="1193800"/>
                  </a:lnTo>
                  <a:close/>
                  <a:moveTo>
                    <a:pt x="4648200" y="1193800"/>
                  </a:moveTo>
                  <a:lnTo>
                    <a:pt x="4622800" y="1193800"/>
                  </a:lnTo>
                  <a:lnTo>
                    <a:pt x="4648200" y="1193800"/>
                  </a:lnTo>
                  <a:close/>
                  <a:moveTo>
                    <a:pt x="4597400" y="1193800"/>
                  </a:moveTo>
                  <a:lnTo>
                    <a:pt x="4572000" y="1193800"/>
                  </a:lnTo>
                  <a:lnTo>
                    <a:pt x="4597400" y="1193800"/>
                  </a:lnTo>
                  <a:close/>
                  <a:moveTo>
                    <a:pt x="4546600" y="1193800"/>
                  </a:moveTo>
                  <a:lnTo>
                    <a:pt x="4521200" y="1193800"/>
                  </a:lnTo>
                  <a:lnTo>
                    <a:pt x="4546600" y="1193800"/>
                  </a:lnTo>
                  <a:close/>
                  <a:moveTo>
                    <a:pt x="4495800" y="1193800"/>
                  </a:moveTo>
                  <a:lnTo>
                    <a:pt x="4470400" y="1193800"/>
                  </a:lnTo>
                  <a:lnTo>
                    <a:pt x="4495800" y="1193800"/>
                  </a:lnTo>
                  <a:close/>
                  <a:moveTo>
                    <a:pt x="4445000" y="1193800"/>
                  </a:moveTo>
                  <a:lnTo>
                    <a:pt x="4419600" y="1193800"/>
                  </a:lnTo>
                  <a:lnTo>
                    <a:pt x="4445000" y="1193800"/>
                  </a:lnTo>
                  <a:close/>
                  <a:moveTo>
                    <a:pt x="4394200" y="1193800"/>
                  </a:moveTo>
                  <a:lnTo>
                    <a:pt x="4368800" y="1193800"/>
                  </a:lnTo>
                  <a:lnTo>
                    <a:pt x="4394200" y="1193800"/>
                  </a:lnTo>
                  <a:close/>
                  <a:moveTo>
                    <a:pt x="4343400" y="1193800"/>
                  </a:moveTo>
                  <a:lnTo>
                    <a:pt x="4318000" y="1193800"/>
                  </a:lnTo>
                  <a:lnTo>
                    <a:pt x="4343400" y="1193800"/>
                  </a:lnTo>
                  <a:close/>
                  <a:moveTo>
                    <a:pt x="4292600" y="1193800"/>
                  </a:moveTo>
                  <a:lnTo>
                    <a:pt x="4267200" y="1193800"/>
                  </a:lnTo>
                  <a:lnTo>
                    <a:pt x="4292600" y="1193800"/>
                  </a:lnTo>
                  <a:close/>
                  <a:moveTo>
                    <a:pt x="4241800" y="1193800"/>
                  </a:moveTo>
                  <a:lnTo>
                    <a:pt x="4216400" y="1193800"/>
                  </a:lnTo>
                  <a:lnTo>
                    <a:pt x="4241800" y="1193800"/>
                  </a:lnTo>
                  <a:close/>
                  <a:moveTo>
                    <a:pt x="4191000" y="1193800"/>
                  </a:moveTo>
                  <a:lnTo>
                    <a:pt x="4165600" y="1193800"/>
                  </a:lnTo>
                  <a:lnTo>
                    <a:pt x="4191000" y="1193800"/>
                  </a:lnTo>
                  <a:close/>
                  <a:moveTo>
                    <a:pt x="4140200" y="1193800"/>
                  </a:moveTo>
                  <a:lnTo>
                    <a:pt x="4114800" y="1193800"/>
                  </a:lnTo>
                  <a:lnTo>
                    <a:pt x="4140200" y="1193800"/>
                  </a:lnTo>
                  <a:close/>
                  <a:moveTo>
                    <a:pt x="4089400" y="1193800"/>
                  </a:moveTo>
                  <a:lnTo>
                    <a:pt x="4064000" y="1193800"/>
                  </a:lnTo>
                  <a:lnTo>
                    <a:pt x="4089400" y="1193800"/>
                  </a:lnTo>
                  <a:close/>
                  <a:moveTo>
                    <a:pt x="4038600" y="1193800"/>
                  </a:moveTo>
                  <a:lnTo>
                    <a:pt x="4013200" y="1193800"/>
                  </a:lnTo>
                  <a:lnTo>
                    <a:pt x="4038600" y="1193800"/>
                  </a:lnTo>
                  <a:close/>
                  <a:moveTo>
                    <a:pt x="3987800" y="1193800"/>
                  </a:moveTo>
                  <a:lnTo>
                    <a:pt x="3962400" y="1193800"/>
                  </a:lnTo>
                  <a:lnTo>
                    <a:pt x="3987800" y="1193800"/>
                  </a:lnTo>
                  <a:close/>
                  <a:moveTo>
                    <a:pt x="3937000" y="1193800"/>
                  </a:moveTo>
                  <a:lnTo>
                    <a:pt x="3911600" y="1193800"/>
                  </a:lnTo>
                  <a:lnTo>
                    <a:pt x="3937000" y="1193800"/>
                  </a:lnTo>
                  <a:close/>
                  <a:moveTo>
                    <a:pt x="3886200" y="1193800"/>
                  </a:moveTo>
                  <a:lnTo>
                    <a:pt x="3860800" y="1193800"/>
                  </a:lnTo>
                  <a:lnTo>
                    <a:pt x="3886200" y="1193800"/>
                  </a:lnTo>
                  <a:close/>
                  <a:moveTo>
                    <a:pt x="3835400" y="1193800"/>
                  </a:moveTo>
                  <a:lnTo>
                    <a:pt x="3810000" y="1193800"/>
                  </a:lnTo>
                  <a:lnTo>
                    <a:pt x="3835400" y="1193800"/>
                  </a:lnTo>
                  <a:close/>
                  <a:moveTo>
                    <a:pt x="3784600" y="1193800"/>
                  </a:moveTo>
                  <a:lnTo>
                    <a:pt x="3759200" y="1193800"/>
                  </a:lnTo>
                  <a:lnTo>
                    <a:pt x="3784600" y="1193800"/>
                  </a:lnTo>
                  <a:close/>
                  <a:moveTo>
                    <a:pt x="3733800" y="1193800"/>
                  </a:moveTo>
                  <a:lnTo>
                    <a:pt x="3708400" y="1193800"/>
                  </a:lnTo>
                  <a:lnTo>
                    <a:pt x="3733800" y="1193800"/>
                  </a:lnTo>
                  <a:close/>
                  <a:moveTo>
                    <a:pt x="3683000" y="1193800"/>
                  </a:moveTo>
                  <a:lnTo>
                    <a:pt x="3657600" y="1193800"/>
                  </a:lnTo>
                  <a:lnTo>
                    <a:pt x="3683000" y="1193800"/>
                  </a:lnTo>
                  <a:close/>
                  <a:moveTo>
                    <a:pt x="3632200" y="1193800"/>
                  </a:moveTo>
                  <a:lnTo>
                    <a:pt x="3606800" y="1193800"/>
                  </a:lnTo>
                  <a:lnTo>
                    <a:pt x="3632200" y="1193800"/>
                  </a:lnTo>
                  <a:close/>
                  <a:moveTo>
                    <a:pt x="3581400" y="1193800"/>
                  </a:moveTo>
                  <a:lnTo>
                    <a:pt x="3556000" y="1193800"/>
                  </a:lnTo>
                  <a:lnTo>
                    <a:pt x="3581400" y="1193800"/>
                  </a:lnTo>
                  <a:close/>
                  <a:moveTo>
                    <a:pt x="3530600" y="1193800"/>
                  </a:moveTo>
                  <a:lnTo>
                    <a:pt x="3505200" y="1193800"/>
                  </a:lnTo>
                  <a:lnTo>
                    <a:pt x="3530600" y="1193800"/>
                  </a:lnTo>
                  <a:close/>
                  <a:moveTo>
                    <a:pt x="3479800" y="1193800"/>
                  </a:moveTo>
                  <a:lnTo>
                    <a:pt x="3454400" y="1193800"/>
                  </a:lnTo>
                  <a:lnTo>
                    <a:pt x="3479800" y="1193800"/>
                  </a:lnTo>
                  <a:close/>
                  <a:moveTo>
                    <a:pt x="3429000" y="1193800"/>
                  </a:moveTo>
                  <a:lnTo>
                    <a:pt x="3403600" y="1193800"/>
                  </a:lnTo>
                  <a:lnTo>
                    <a:pt x="3429000" y="1193800"/>
                  </a:lnTo>
                  <a:close/>
                  <a:moveTo>
                    <a:pt x="3378200" y="1193800"/>
                  </a:moveTo>
                  <a:lnTo>
                    <a:pt x="3352800" y="1193800"/>
                  </a:lnTo>
                  <a:lnTo>
                    <a:pt x="3378200" y="1193800"/>
                  </a:lnTo>
                  <a:close/>
                  <a:moveTo>
                    <a:pt x="3327400" y="1193800"/>
                  </a:moveTo>
                  <a:lnTo>
                    <a:pt x="3302000" y="1193800"/>
                  </a:lnTo>
                  <a:lnTo>
                    <a:pt x="3327400" y="1193800"/>
                  </a:lnTo>
                  <a:close/>
                  <a:moveTo>
                    <a:pt x="3276600" y="1193800"/>
                  </a:moveTo>
                  <a:lnTo>
                    <a:pt x="3251200" y="1193800"/>
                  </a:lnTo>
                  <a:lnTo>
                    <a:pt x="3276600" y="1193800"/>
                  </a:lnTo>
                  <a:close/>
                  <a:moveTo>
                    <a:pt x="3225800" y="1193800"/>
                  </a:moveTo>
                  <a:lnTo>
                    <a:pt x="3200400" y="1193800"/>
                  </a:lnTo>
                  <a:lnTo>
                    <a:pt x="3225800" y="1193800"/>
                  </a:lnTo>
                  <a:close/>
                  <a:moveTo>
                    <a:pt x="3175000" y="1193800"/>
                  </a:moveTo>
                  <a:lnTo>
                    <a:pt x="3149600" y="1193800"/>
                  </a:lnTo>
                  <a:lnTo>
                    <a:pt x="3175000" y="1193800"/>
                  </a:lnTo>
                  <a:close/>
                  <a:moveTo>
                    <a:pt x="3124200" y="1193800"/>
                  </a:moveTo>
                  <a:lnTo>
                    <a:pt x="3098800" y="1193800"/>
                  </a:lnTo>
                  <a:lnTo>
                    <a:pt x="3124200" y="1193800"/>
                  </a:lnTo>
                  <a:close/>
                  <a:moveTo>
                    <a:pt x="3073400" y="1193800"/>
                  </a:moveTo>
                  <a:lnTo>
                    <a:pt x="3048000" y="1193800"/>
                  </a:lnTo>
                  <a:lnTo>
                    <a:pt x="3073400" y="1193800"/>
                  </a:lnTo>
                  <a:close/>
                  <a:moveTo>
                    <a:pt x="3022600" y="1193800"/>
                  </a:moveTo>
                  <a:lnTo>
                    <a:pt x="2997200" y="1193800"/>
                  </a:lnTo>
                  <a:lnTo>
                    <a:pt x="3022600" y="1193800"/>
                  </a:lnTo>
                  <a:close/>
                  <a:moveTo>
                    <a:pt x="2971800" y="1193800"/>
                  </a:moveTo>
                  <a:lnTo>
                    <a:pt x="2946400" y="1193800"/>
                  </a:lnTo>
                  <a:lnTo>
                    <a:pt x="2971800" y="1193800"/>
                  </a:lnTo>
                  <a:close/>
                  <a:moveTo>
                    <a:pt x="2921000" y="1193800"/>
                  </a:moveTo>
                  <a:lnTo>
                    <a:pt x="2895600" y="1193800"/>
                  </a:lnTo>
                  <a:lnTo>
                    <a:pt x="2921000" y="1193800"/>
                  </a:lnTo>
                  <a:close/>
                  <a:moveTo>
                    <a:pt x="2870200" y="1193800"/>
                  </a:moveTo>
                  <a:lnTo>
                    <a:pt x="2844800" y="1193800"/>
                  </a:lnTo>
                  <a:lnTo>
                    <a:pt x="2870200" y="1193800"/>
                  </a:lnTo>
                  <a:close/>
                  <a:moveTo>
                    <a:pt x="2819400" y="1193800"/>
                  </a:moveTo>
                  <a:lnTo>
                    <a:pt x="2794000" y="1193800"/>
                  </a:lnTo>
                  <a:lnTo>
                    <a:pt x="2819400" y="1193800"/>
                  </a:lnTo>
                  <a:close/>
                  <a:moveTo>
                    <a:pt x="2768600" y="1193800"/>
                  </a:moveTo>
                  <a:lnTo>
                    <a:pt x="2743200" y="1193800"/>
                  </a:lnTo>
                  <a:lnTo>
                    <a:pt x="2768600" y="1193800"/>
                  </a:lnTo>
                  <a:close/>
                  <a:moveTo>
                    <a:pt x="2717800" y="1193800"/>
                  </a:moveTo>
                  <a:lnTo>
                    <a:pt x="2692400" y="1193800"/>
                  </a:lnTo>
                  <a:lnTo>
                    <a:pt x="2717800" y="1193800"/>
                  </a:lnTo>
                  <a:close/>
                  <a:moveTo>
                    <a:pt x="2667000" y="1193800"/>
                  </a:moveTo>
                  <a:lnTo>
                    <a:pt x="2641600" y="1193800"/>
                  </a:lnTo>
                  <a:lnTo>
                    <a:pt x="2667000" y="1193800"/>
                  </a:lnTo>
                  <a:close/>
                  <a:moveTo>
                    <a:pt x="2616200" y="1193800"/>
                  </a:moveTo>
                  <a:lnTo>
                    <a:pt x="2590800" y="1193800"/>
                  </a:lnTo>
                  <a:lnTo>
                    <a:pt x="2616200" y="1193800"/>
                  </a:lnTo>
                  <a:close/>
                  <a:moveTo>
                    <a:pt x="2565400" y="1193800"/>
                  </a:moveTo>
                  <a:lnTo>
                    <a:pt x="2540000" y="1193800"/>
                  </a:lnTo>
                  <a:lnTo>
                    <a:pt x="2565400" y="1193800"/>
                  </a:lnTo>
                  <a:close/>
                  <a:moveTo>
                    <a:pt x="2514600" y="1193800"/>
                  </a:moveTo>
                  <a:lnTo>
                    <a:pt x="2489200" y="1193800"/>
                  </a:lnTo>
                  <a:lnTo>
                    <a:pt x="2514600" y="1193800"/>
                  </a:lnTo>
                  <a:close/>
                  <a:moveTo>
                    <a:pt x="2463800" y="1193800"/>
                  </a:moveTo>
                  <a:lnTo>
                    <a:pt x="2438400" y="1193800"/>
                  </a:lnTo>
                  <a:lnTo>
                    <a:pt x="2463800" y="1193800"/>
                  </a:lnTo>
                  <a:close/>
                  <a:moveTo>
                    <a:pt x="2413000" y="1193800"/>
                  </a:moveTo>
                  <a:lnTo>
                    <a:pt x="2387600" y="1193800"/>
                  </a:lnTo>
                  <a:lnTo>
                    <a:pt x="2413000" y="1193800"/>
                  </a:lnTo>
                  <a:close/>
                  <a:moveTo>
                    <a:pt x="2362200" y="1193800"/>
                  </a:moveTo>
                  <a:lnTo>
                    <a:pt x="2336800" y="1193800"/>
                  </a:lnTo>
                  <a:lnTo>
                    <a:pt x="2362200" y="1193800"/>
                  </a:lnTo>
                  <a:close/>
                  <a:moveTo>
                    <a:pt x="2311400" y="1193800"/>
                  </a:moveTo>
                  <a:lnTo>
                    <a:pt x="2286000" y="1193800"/>
                  </a:lnTo>
                  <a:lnTo>
                    <a:pt x="2311400" y="1193800"/>
                  </a:lnTo>
                  <a:close/>
                  <a:moveTo>
                    <a:pt x="2260600" y="1193800"/>
                  </a:moveTo>
                  <a:lnTo>
                    <a:pt x="2235200" y="1193800"/>
                  </a:lnTo>
                  <a:lnTo>
                    <a:pt x="2260600" y="1193800"/>
                  </a:lnTo>
                  <a:close/>
                  <a:moveTo>
                    <a:pt x="2209800" y="1193800"/>
                  </a:moveTo>
                  <a:lnTo>
                    <a:pt x="2184400" y="1193800"/>
                  </a:lnTo>
                  <a:lnTo>
                    <a:pt x="2209800" y="1193800"/>
                  </a:lnTo>
                  <a:close/>
                  <a:moveTo>
                    <a:pt x="2159000" y="1193800"/>
                  </a:moveTo>
                  <a:lnTo>
                    <a:pt x="2133600" y="1193800"/>
                  </a:lnTo>
                  <a:lnTo>
                    <a:pt x="2159000" y="1193800"/>
                  </a:lnTo>
                  <a:close/>
                  <a:moveTo>
                    <a:pt x="2108200" y="1193800"/>
                  </a:moveTo>
                  <a:lnTo>
                    <a:pt x="2082800" y="1193800"/>
                  </a:lnTo>
                  <a:lnTo>
                    <a:pt x="2108200" y="1193800"/>
                  </a:lnTo>
                  <a:close/>
                  <a:moveTo>
                    <a:pt x="2057400" y="1193800"/>
                  </a:moveTo>
                  <a:lnTo>
                    <a:pt x="2032000" y="1193800"/>
                  </a:lnTo>
                  <a:lnTo>
                    <a:pt x="2057400" y="1193800"/>
                  </a:lnTo>
                  <a:close/>
                  <a:moveTo>
                    <a:pt x="2006600" y="1193800"/>
                  </a:moveTo>
                  <a:lnTo>
                    <a:pt x="1981200" y="1193800"/>
                  </a:lnTo>
                  <a:lnTo>
                    <a:pt x="2006600" y="1193800"/>
                  </a:lnTo>
                  <a:close/>
                  <a:moveTo>
                    <a:pt x="1955800" y="1193800"/>
                  </a:moveTo>
                  <a:lnTo>
                    <a:pt x="1930400" y="1193800"/>
                  </a:lnTo>
                  <a:lnTo>
                    <a:pt x="1955800" y="1193800"/>
                  </a:lnTo>
                  <a:close/>
                  <a:moveTo>
                    <a:pt x="1905000" y="1193800"/>
                  </a:moveTo>
                  <a:lnTo>
                    <a:pt x="1879600" y="1193800"/>
                  </a:lnTo>
                  <a:lnTo>
                    <a:pt x="1905000" y="1193800"/>
                  </a:lnTo>
                  <a:close/>
                  <a:moveTo>
                    <a:pt x="1854200" y="1193800"/>
                  </a:moveTo>
                  <a:lnTo>
                    <a:pt x="1828800" y="1193800"/>
                  </a:lnTo>
                  <a:lnTo>
                    <a:pt x="1854200" y="1193800"/>
                  </a:lnTo>
                  <a:close/>
                  <a:moveTo>
                    <a:pt x="1803400" y="1193800"/>
                  </a:moveTo>
                  <a:lnTo>
                    <a:pt x="1778000" y="1193800"/>
                  </a:lnTo>
                  <a:lnTo>
                    <a:pt x="1803400" y="1193800"/>
                  </a:lnTo>
                  <a:close/>
                  <a:moveTo>
                    <a:pt x="1752600" y="1193800"/>
                  </a:moveTo>
                  <a:lnTo>
                    <a:pt x="1727200" y="1193800"/>
                  </a:lnTo>
                  <a:lnTo>
                    <a:pt x="1752600" y="1193800"/>
                  </a:lnTo>
                  <a:close/>
                  <a:moveTo>
                    <a:pt x="1701800" y="1193800"/>
                  </a:moveTo>
                  <a:lnTo>
                    <a:pt x="1676400" y="1193800"/>
                  </a:lnTo>
                  <a:lnTo>
                    <a:pt x="1701800" y="1193800"/>
                  </a:lnTo>
                  <a:close/>
                  <a:moveTo>
                    <a:pt x="1651000" y="1193800"/>
                  </a:moveTo>
                  <a:lnTo>
                    <a:pt x="1625600" y="1193800"/>
                  </a:lnTo>
                  <a:lnTo>
                    <a:pt x="1651000" y="1193800"/>
                  </a:lnTo>
                  <a:close/>
                  <a:moveTo>
                    <a:pt x="1600200" y="1193800"/>
                  </a:moveTo>
                  <a:lnTo>
                    <a:pt x="1574800" y="1193800"/>
                  </a:lnTo>
                  <a:lnTo>
                    <a:pt x="1600200" y="1193800"/>
                  </a:lnTo>
                  <a:close/>
                  <a:moveTo>
                    <a:pt x="1549400" y="1193800"/>
                  </a:moveTo>
                  <a:lnTo>
                    <a:pt x="1524000" y="1193800"/>
                  </a:lnTo>
                  <a:lnTo>
                    <a:pt x="1549400" y="1193800"/>
                  </a:lnTo>
                  <a:close/>
                  <a:moveTo>
                    <a:pt x="1498600" y="1193800"/>
                  </a:moveTo>
                  <a:lnTo>
                    <a:pt x="1473200" y="1193800"/>
                  </a:lnTo>
                  <a:lnTo>
                    <a:pt x="1498600" y="1193800"/>
                  </a:lnTo>
                  <a:close/>
                  <a:moveTo>
                    <a:pt x="1447800" y="1193800"/>
                  </a:moveTo>
                  <a:lnTo>
                    <a:pt x="1422400" y="1193800"/>
                  </a:lnTo>
                  <a:lnTo>
                    <a:pt x="1447800" y="1193800"/>
                  </a:lnTo>
                  <a:close/>
                  <a:moveTo>
                    <a:pt x="1397000" y="1193800"/>
                  </a:moveTo>
                  <a:lnTo>
                    <a:pt x="1371600" y="1193800"/>
                  </a:lnTo>
                  <a:lnTo>
                    <a:pt x="1397000" y="1193800"/>
                  </a:lnTo>
                  <a:close/>
                  <a:moveTo>
                    <a:pt x="1346200" y="1193800"/>
                  </a:moveTo>
                  <a:lnTo>
                    <a:pt x="1320800" y="1193800"/>
                  </a:lnTo>
                  <a:lnTo>
                    <a:pt x="1346200" y="1193800"/>
                  </a:lnTo>
                  <a:close/>
                  <a:moveTo>
                    <a:pt x="1295400" y="1193800"/>
                  </a:moveTo>
                  <a:lnTo>
                    <a:pt x="1270000" y="1193800"/>
                  </a:lnTo>
                  <a:lnTo>
                    <a:pt x="1295400" y="1193800"/>
                  </a:lnTo>
                  <a:close/>
                  <a:moveTo>
                    <a:pt x="1244600" y="1193800"/>
                  </a:moveTo>
                  <a:lnTo>
                    <a:pt x="1219200" y="1193800"/>
                  </a:lnTo>
                  <a:lnTo>
                    <a:pt x="1244600" y="1193800"/>
                  </a:lnTo>
                  <a:close/>
                  <a:moveTo>
                    <a:pt x="1193800" y="1193800"/>
                  </a:moveTo>
                  <a:lnTo>
                    <a:pt x="1168400" y="1193800"/>
                  </a:lnTo>
                  <a:lnTo>
                    <a:pt x="1193800" y="1193800"/>
                  </a:lnTo>
                  <a:close/>
                  <a:moveTo>
                    <a:pt x="1143000" y="1193800"/>
                  </a:moveTo>
                  <a:lnTo>
                    <a:pt x="1117600" y="1193800"/>
                  </a:lnTo>
                  <a:lnTo>
                    <a:pt x="1143000" y="1193800"/>
                  </a:lnTo>
                  <a:close/>
                  <a:moveTo>
                    <a:pt x="1092200" y="1193800"/>
                  </a:moveTo>
                  <a:lnTo>
                    <a:pt x="1066800" y="1193800"/>
                  </a:lnTo>
                  <a:lnTo>
                    <a:pt x="1092200" y="1193800"/>
                  </a:lnTo>
                  <a:close/>
                  <a:moveTo>
                    <a:pt x="1041400" y="1193800"/>
                  </a:moveTo>
                  <a:lnTo>
                    <a:pt x="1016000" y="1193800"/>
                  </a:lnTo>
                  <a:lnTo>
                    <a:pt x="1041400" y="1193800"/>
                  </a:lnTo>
                  <a:close/>
                  <a:moveTo>
                    <a:pt x="990600" y="1193800"/>
                  </a:moveTo>
                  <a:lnTo>
                    <a:pt x="965200" y="1193800"/>
                  </a:lnTo>
                  <a:lnTo>
                    <a:pt x="990600" y="1193800"/>
                  </a:lnTo>
                  <a:close/>
                  <a:moveTo>
                    <a:pt x="939800" y="1193800"/>
                  </a:moveTo>
                  <a:lnTo>
                    <a:pt x="914400" y="1193800"/>
                  </a:lnTo>
                  <a:lnTo>
                    <a:pt x="939800" y="1193800"/>
                  </a:lnTo>
                  <a:close/>
                  <a:moveTo>
                    <a:pt x="889000" y="1193800"/>
                  </a:moveTo>
                  <a:lnTo>
                    <a:pt x="863600" y="1193800"/>
                  </a:lnTo>
                  <a:lnTo>
                    <a:pt x="889000" y="1193800"/>
                  </a:lnTo>
                  <a:close/>
                  <a:moveTo>
                    <a:pt x="838200" y="1193800"/>
                  </a:moveTo>
                  <a:lnTo>
                    <a:pt x="812800" y="1193800"/>
                  </a:lnTo>
                  <a:lnTo>
                    <a:pt x="838200" y="1193800"/>
                  </a:lnTo>
                  <a:close/>
                  <a:moveTo>
                    <a:pt x="787400" y="1193800"/>
                  </a:moveTo>
                  <a:lnTo>
                    <a:pt x="762000" y="1193800"/>
                  </a:lnTo>
                  <a:lnTo>
                    <a:pt x="787400" y="1193800"/>
                  </a:lnTo>
                  <a:close/>
                  <a:moveTo>
                    <a:pt x="736600" y="1193800"/>
                  </a:moveTo>
                  <a:lnTo>
                    <a:pt x="711200" y="1193800"/>
                  </a:lnTo>
                  <a:lnTo>
                    <a:pt x="736600" y="1193800"/>
                  </a:lnTo>
                  <a:close/>
                  <a:moveTo>
                    <a:pt x="685800" y="1193800"/>
                  </a:moveTo>
                  <a:lnTo>
                    <a:pt x="660400" y="1193800"/>
                  </a:lnTo>
                  <a:lnTo>
                    <a:pt x="685800" y="1193800"/>
                  </a:lnTo>
                  <a:close/>
                  <a:moveTo>
                    <a:pt x="635000" y="1193800"/>
                  </a:moveTo>
                  <a:lnTo>
                    <a:pt x="609600" y="1193800"/>
                  </a:lnTo>
                  <a:lnTo>
                    <a:pt x="635000" y="1193800"/>
                  </a:lnTo>
                  <a:close/>
                  <a:moveTo>
                    <a:pt x="584200" y="1193800"/>
                  </a:moveTo>
                  <a:lnTo>
                    <a:pt x="558800" y="1193800"/>
                  </a:lnTo>
                  <a:lnTo>
                    <a:pt x="584200" y="1193800"/>
                  </a:lnTo>
                  <a:close/>
                  <a:moveTo>
                    <a:pt x="533400" y="1193800"/>
                  </a:moveTo>
                  <a:lnTo>
                    <a:pt x="508000" y="1193800"/>
                  </a:lnTo>
                  <a:lnTo>
                    <a:pt x="533400" y="1193800"/>
                  </a:lnTo>
                  <a:close/>
                  <a:moveTo>
                    <a:pt x="482600" y="1193800"/>
                  </a:moveTo>
                  <a:lnTo>
                    <a:pt x="457200" y="1193800"/>
                  </a:lnTo>
                  <a:lnTo>
                    <a:pt x="482600" y="1193800"/>
                  </a:lnTo>
                  <a:close/>
                  <a:moveTo>
                    <a:pt x="431800" y="1193800"/>
                  </a:moveTo>
                  <a:lnTo>
                    <a:pt x="406400" y="1193800"/>
                  </a:lnTo>
                  <a:lnTo>
                    <a:pt x="431800" y="1193800"/>
                  </a:lnTo>
                  <a:close/>
                  <a:moveTo>
                    <a:pt x="381000" y="1193800"/>
                  </a:moveTo>
                  <a:lnTo>
                    <a:pt x="355600" y="1193800"/>
                  </a:lnTo>
                  <a:lnTo>
                    <a:pt x="381000" y="1193800"/>
                  </a:lnTo>
                  <a:close/>
                  <a:moveTo>
                    <a:pt x="330200" y="1193800"/>
                  </a:moveTo>
                  <a:lnTo>
                    <a:pt x="304800" y="1193800"/>
                  </a:lnTo>
                  <a:lnTo>
                    <a:pt x="330200" y="1193800"/>
                  </a:lnTo>
                  <a:close/>
                  <a:moveTo>
                    <a:pt x="279400" y="1193800"/>
                  </a:moveTo>
                  <a:lnTo>
                    <a:pt x="254000" y="1193800"/>
                  </a:lnTo>
                  <a:lnTo>
                    <a:pt x="279400" y="1193800"/>
                  </a:lnTo>
                  <a:close/>
                  <a:moveTo>
                    <a:pt x="228600" y="1193800"/>
                  </a:moveTo>
                  <a:lnTo>
                    <a:pt x="203200" y="1193800"/>
                  </a:lnTo>
                  <a:lnTo>
                    <a:pt x="228600" y="1193800"/>
                  </a:lnTo>
                  <a:close/>
                  <a:moveTo>
                    <a:pt x="177800" y="1193800"/>
                  </a:moveTo>
                  <a:lnTo>
                    <a:pt x="152400" y="1193800"/>
                  </a:lnTo>
                  <a:lnTo>
                    <a:pt x="177800" y="1193800"/>
                  </a:lnTo>
                  <a:close/>
                  <a:moveTo>
                    <a:pt x="127000" y="1193800"/>
                  </a:moveTo>
                  <a:lnTo>
                    <a:pt x="101600" y="1193800"/>
                  </a:lnTo>
                  <a:lnTo>
                    <a:pt x="127000" y="1193800"/>
                  </a:lnTo>
                  <a:close/>
                  <a:moveTo>
                    <a:pt x="76200" y="1193800"/>
                  </a:moveTo>
                  <a:lnTo>
                    <a:pt x="50800" y="1193800"/>
                  </a:lnTo>
                  <a:lnTo>
                    <a:pt x="76200" y="1193800"/>
                  </a:lnTo>
                  <a:close/>
                  <a:moveTo>
                    <a:pt x="25400" y="1193800"/>
                  </a:moveTo>
                  <a:lnTo>
                    <a:pt x="0" y="1193800"/>
                  </a:lnTo>
                  <a:lnTo>
                    <a:pt x="25400" y="1193800"/>
                  </a:lnTo>
                  <a:close/>
                  <a:moveTo>
                    <a:pt x="82550" y="1195451"/>
                  </a:moveTo>
                  <a:lnTo>
                    <a:pt x="82550" y="1170051"/>
                  </a:lnTo>
                  <a:lnTo>
                    <a:pt x="87122" y="1170051"/>
                  </a:lnTo>
                  <a:lnTo>
                    <a:pt x="87122" y="1195451"/>
                  </a:lnTo>
                  <a:close/>
                  <a:moveTo>
                    <a:pt x="87122" y="1144651"/>
                  </a:moveTo>
                  <a:lnTo>
                    <a:pt x="87122" y="1119251"/>
                  </a:lnTo>
                  <a:lnTo>
                    <a:pt x="87122" y="1144651"/>
                  </a:lnTo>
                  <a:close/>
                  <a:moveTo>
                    <a:pt x="87122" y="1093851"/>
                  </a:moveTo>
                  <a:lnTo>
                    <a:pt x="87122" y="1068451"/>
                  </a:lnTo>
                  <a:lnTo>
                    <a:pt x="87122" y="1093851"/>
                  </a:lnTo>
                  <a:close/>
                  <a:moveTo>
                    <a:pt x="87122" y="1043051"/>
                  </a:moveTo>
                  <a:lnTo>
                    <a:pt x="87122" y="1017651"/>
                  </a:lnTo>
                  <a:lnTo>
                    <a:pt x="87122" y="1043051"/>
                  </a:lnTo>
                  <a:close/>
                  <a:moveTo>
                    <a:pt x="87122" y="992251"/>
                  </a:moveTo>
                  <a:lnTo>
                    <a:pt x="87122" y="966851"/>
                  </a:lnTo>
                  <a:lnTo>
                    <a:pt x="87122" y="992251"/>
                  </a:lnTo>
                  <a:close/>
                  <a:moveTo>
                    <a:pt x="87122" y="941451"/>
                  </a:moveTo>
                  <a:lnTo>
                    <a:pt x="87122" y="916051"/>
                  </a:lnTo>
                  <a:lnTo>
                    <a:pt x="87122" y="941451"/>
                  </a:lnTo>
                  <a:close/>
                  <a:moveTo>
                    <a:pt x="87122" y="890651"/>
                  </a:moveTo>
                  <a:lnTo>
                    <a:pt x="87122" y="865251"/>
                  </a:lnTo>
                  <a:lnTo>
                    <a:pt x="87122" y="890651"/>
                  </a:lnTo>
                  <a:close/>
                  <a:moveTo>
                    <a:pt x="87122" y="839851"/>
                  </a:moveTo>
                  <a:lnTo>
                    <a:pt x="87122" y="814451"/>
                  </a:lnTo>
                  <a:lnTo>
                    <a:pt x="87122" y="839851"/>
                  </a:lnTo>
                  <a:close/>
                  <a:moveTo>
                    <a:pt x="87122" y="789051"/>
                  </a:moveTo>
                  <a:lnTo>
                    <a:pt x="87122" y="763651"/>
                  </a:lnTo>
                  <a:lnTo>
                    <a:pt x="87122" y="789051"/>
                  </a:lnTo>
                  <a:close/>
                  <a:moveTo>
                    <a:pt x="87122" y="738251"/>
                  </a:moveTo>
                  <a:lnTo>
                    <a:pt x="87122" y="712851"/>
                  </a:lnTo>
                  <a:lnTo>
                    <a:pt x="87122" y="738251"/>
                  </a:lnTo>
                  <a:close/>
                  <a:moveTo>
                    <a:pt x="87122" y="687451"/>
                  </a:moveTo>
                  <a:lnTo>
                    <a:pt x="87122" y="662051"/>
                  </a:lnTo>
                  <a:lnTo>
                    <a:pt x="87122" y="687451"/>
                  </a:lnTo>
                  <a:close/>
                  <a:moveTo>
                    <a:pt x="87122" y="636651"/>
                  </a:moveTo>
                  <a:lnTo>
                    <a:pt x="87122" y="611251"/>
                  </a:lnTo>
                  <a:lnTo>
                    <a:pt x="87122" y="636651"/>
                  </a:lnTo>
                  <a:close/>
                  <a:moveTo>
                    <a:pt x="87122" y="585851"/>
                  </a:moveTo>
                  <a:lnTo>
                    <a:pt x="87122" y="560451"/>
                  </a:lnTo>
                  <a:lnTo>
                    <a:pt x="87122" y="585851"/>
                  </a:lnTo>
                  <a:close/>
                  <a:moveTo>
                    <a:pt x="87122" y="535051"/>
                  </a:moveTo>
                  <a:lnTo>
                    <a:pt x="87122" y="509651"/>
                  </a:lnTo>
                  <a:lnTo>
                    <a:pt x="87122" y="535051"/>
                  </a:lnTo>
                  <a:close/>
                  <a:moveTo>
                    <a:pt x="87122" y="484251"/>
                  </a:moveTo>
                  <a:lnTo>
                    <a:pt x="87122" y="458851"/>
                  </a:lnTo>
                  <a:lnTo>
                    <a:pt x="87122" y="484251"/>
                  </a:lnTo>
                  <a:close/>
                  <a:moveTo>
                    <a:pt x="87122" y="433451"/>
                  </a:moveTo>
                  <a:lnTo>
                    <a:pt x="87122" y="408051"/>
                  </a:lnTo>
                  <a:lnTo>
                    <a:pt x="87122" y="433451"/>
                  </a:lnTo>
                  <a:close/>
                  <a:moveTo>
                    <a:pt x="87122" y="382651"/>
                  </a:moveTo>
                  <a:lnTo>
                    <a:pt x="87122" y="357251"/>
                  </a:lnTo>
                  <a:lnTo>
                    <a:pt x="87122" y="382651"/>
                  </a:lnTo>
                  <a:close/>
                  <a:moveTo>
                    <a:pt x="87122" y="331851"/>
                  </a:moveTo>
                  <a:lnTo>
                    <a:pt x="87122" y="306451"/>
                  </a:lnTo>
                  <a:lnTo>
                    <a:pt x="87122" y="331851"/>
                  </a:lnTo>
                  <a:close/>
                  <a:moveTo>
                    <a:pt x="87122" y="281051"/>
                  </a:moveTo>
                  <a:lnTo>
                    <a:pt x="87122" y="255651"/>
                  </a:lnTo>
                  <a:lnTo>
                    <a:pt x="87122" y="281051"/>
                  </a:lnTo>
                  <a:close/>
                  <a:moveTo>
                    <a:pt x="87122" y="230251"/>
                  </a:moveTo>
                  <a:lnTo>
                    <a:pt x="87122" y="204851"/>
                  </a:lnTo>
                  <a:lnTo>
                    <a:pt x="87122" y="230251"/>
                  </a:lnTo>
                  <a:close/>
                  <a:moveTo>
                    <a:pt x="87122" y="179451"/>
                  </a:moveTo>
                  <a:lnTo>
                    <a:pt x="87122" y="154051"/>
                  </a:lnTo>
                  <a:lnTo>
                    <a:pt x="87122" y="179451"/>
                  </a:lnTo>
                  <a:close/>
                  <a:moveTo>
                    <a:pt x="87122" y="128651"/>
                  </a:moveTo>
                  <a:lnTo>
                    <a:pt x="87122" y="103251"/>
                  </a:lnTo>
                  <a:lnTo>
                    <a:pt x="87122" y="128651"/>
                  </a:lnTo>
                  <a:close/>
                  <a:moveTo>
                    <a:pt x="87122" y="77851"/>
                  </a:moveTo>
                  <a:lnTo>
                    <a:pt x="87122" y="52451"/>
                  </a:lnTo>
                  <a:lnTo>
                    <a:pt x="87122" y="77851"/>
                  </a:lnTo>
                  <a:close/>
                  <a:moveTo>
                    <a:pt x="87122" y="27051"/>
                  </a:moveTo>
                  <a:lnTo>
                    <a:pt x="87122" y="2286"/>
                  </a:lnTo>
                  <a:cubicBezTo>
                    <a:pt x="82550" y="1016"/>
                    <a:pt x="83566" y="0"/>
                    <a:pt x="84836" y="0"/>
                  </a:cubicBezTo>
                  <a:lnTo>
                    <a:pt x="110236" y="0"/>
                  </a:lnTo>
                  <a:lnTo>
                    <a:pt x="110236" y="4572"/>
                  </a:lnTo>
                  <a:lnTo>
                    <a:pt x="84836" y="4572"/>
                  </a:lnTo>
                  <a:lnTo>
                    <a:pt x="84836" y="2286"/>
                  </a:lnTo>
                  <a:lnTo>
                    <a:pt x="87122" y="2286"/>
                  </a:lnTo>
                  <a:lnTo>
                    <a:pt x="87122" y="270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0253129" cy="1236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 dirty="0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Introduction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3314700" y="9721683"/>
            <a:ext cx="11482536" cy="521933"/>
          </a:xfrm>
          <a:custGeom>
            <a:avLst/>
            <a:gdLst/>
            <a:ahLst/>
            <a:cxnLst/>
            <a:rect l="l" t="t" r="r" b="b"/>
            <a:pathLst>
              <a:path w="11482536" h="521933">
                <a:moveTo>
                  <a:pt x="0" y="0"/>
                </a:moveTo>
                <a:lnTo>
                  <a:pt x="11482536" y="0"/>
                </a:lnTo>
                <a:lnTo>
                  <a:pt x="11482536" y="521934"/>
                </a:lnTo>
                <a:lnTo>
                  <a:pt x="0" y="521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555655" y="1866900"/>
            <a:ext cx="15163800" cy="60939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None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India's national and state-level entrance exams </a:t>
            </a:r>
            <a:r>
              <a:rPr lang="en-US" sz="33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(JEE, NEET, KCET, COMEDK)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each publish their own cutoff and closing-rank data every admission cycle, spread across inconsistent government PDFs, spreadsheets, and portals.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PredictMe 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 end-to-end Big Data and Machine Learning platform that ingests, cleans, and unifies this data at scale using Apache Spark.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Domain-specific ML models 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estimate a student's admission probability for a given rank, category, and quota, instead of a rigid cutoff match.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Predictions are served through a FastAPI backend with Redis caching 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sub-10ms responses, and a React frontend where students instantly explore “Safe” and “Likely” college options.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A single unified platform 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spans four exam domains — JEE (Engineering), NEET UG/PG (Medical), KCET, and COMEDK — bridging distributed data engineering with real-time predictive serving.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14180650" y="262793"/>
            <a:ext cx="3988597" cy="731047"/>
          </a:xfrm>
          <a:custGeom>
            <a:avLst/>
            <a:gdLst/>
            <a:ahLst/>
            <a:cxnLst/>
            <a:rect l="l" t="t" r="r" b="b"/>
            <a:pathLst>
              <a:path w="3988597" h="731047">
                <a:moveTo>
                  <a:pt x="0" y="0"/>
                </a:moveTo>
                <a:lnTo>
                  <a:pt x="3988597" y="0"/>
                </a:lnTo>
                <a:lnTo>
                  <a:pt x="3988597" y="731047"/>
                </a:lnTo>
                <a:lnTo>
                  <a:pt x="0" y="7310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4611" t="-39063" r="-111" b="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52276" y="101521"/>
            <a:ext cx="3326130" cy="1045845"/>
          </a:xfrm>
          <a:custGeom>
            <a:avLst/>
            <a:gdLst/>
            <a:ahLst/>
            <a:cxnLst/>
            <a:rect l="l" t="t" r="r" b="b"/>
            <a:pathLst>
              <a:path w="3326130" h="1045845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0128" t="-33846" r="-141392" b="-42672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730632" y="96608"/>
            <a:ext cx="10813847" cy="1263868"/>
            <a:chOff x="0" y="0"/>
            <a:chExt cx="10253129" cy="1198334"/>
          </a:xfrm>
        </p:grpSpPr>
        <p:sp>
          <p:nvSpPr>
            <p:cNvPr id="5" name="Freeform 5"/>
            <p:cNvSpPr/>
            <p:nvPr/>
          </p:nvSpPr>
          <p:spPr>
            <a:xfrm>
              <a:off x="-82550" y="0"/>
              <a:ext cx="10335768" cy="1202944"/>
            </a:xfrm>
            <a:custGeom>
              <a:avLst/>
              <a:gdLst/>
              <a:ahLst/>
              <a:cxnLst/>
              <a:rect l="l" t="t" r="r" b="b"/>
              <a:pathLst>
                <a:path w="10335768" h="1202944">
                  <a:moveTo>
                    <a:pt x="135636" y="0"/>
                  </a:moveTo>
                  <a:lnTo>
                    <a:pt x="161036" y="0"/>
                  </a:lnTo>
                  <a:lnTo>
                    <a:pt x="161036" y="4572"/>
                  </a:lnTo>
                  <a:lnTo>
                    <a:pt x="135636" y="4572"/>
                  </a:lnTo>
                  <a:close/>
                  <a:moveTo>
                    <a:pt x="186436" y="4572"/>
                  </a:moveTo>
                  <a:lnTo>
                    <a:pt x="211836" y="4572"/>
                  </a:lnTo>
                  <a:lnTo>
                    <a:pt x="186436" y="4572"/>
                  </a:lnTo>
                  <a:close/>
                  <a:moveTo>
                    <a:pt x="237236" y="4572"/>
                  </a:moveTo>
                  <a:lnTo>
                    <a:pt x="262636" y="4572"/>
                  </a:lnTo>
                  <a:lnTo>
                    <a:pt x="237236" y="4572"/>
                  </a:lnTo>
                  <a:close/>
                  <a:moveTo>
                    <a:pt x="288036" y="4572"/>
                  </a:moveTo>
                  <a:lnTo>
                    <a:pt x="313436" y="4572"/>
                  </a:lnTo>
                  <a:lnTo>
                    <a:pt x="288036" y="4572"/>
                  </a:lnTo>
                  <a:close/>
                  <a:moveTo>
                    <a:pt x="338836" y="4572"/>
                  </a:moveTo>
                  <a:lnTo>
                    <a:pt x="364236" y="4572"/>
                  </a:lnTo>
                  <a:lnTo>
                    <a:pt x="338836" y="4572"/>
                  </a:lnTo>
                  <a:close/>
                  <a:moveTo>
                    <a:pt x="389636" y="4572"/>
                  </a:moveTo>
                  <a:lnTo>
                    <a:pt x="415036" y="4572"/>
                  </a:lnTo>
                  <a:lnTo>
                    <a:pt x="389636" y="4572"/>
                  </a:lnTo>
                  <a:close/>
                  <a:moveTo>
                    <a:pt x="440436" y="4572"/>
                  </a:moveTo>
                  <a:lnTo>
                    <a:pt x="465836" y="4572"/>
                  </a:lnTo>
                  <a:lnTo>
                    <a:pt x="440436" y="4572"/>
                  </a:lnTo>
                  <a:close/>
                  <a:moveTo>
                    <a:pt x="491236" y="4572"/>
                  </a:moveTo>
                  <a:lnTo>
                    <a:pt x="516636" y="4572"/>
                  </a:lnTo>
                  <a:lnTo>
                    <a:pt x="491236" y="4572"/>
                  </a:lnTo>
                  <a:close/>
                  <a:moveTo>
                    <a:pt x="542036" y="4572"/>
                  </a:moveTo>
                  <a:lnTo>
                    <a:pt x="567436" y="4572"/>
                  </a:lnTo>
                  <a:lnTo>
                    <a:pt x="542036" y="4572"/>
                  </a:lnTo>
                  <a:close/>
                  <a:moveTo>
                    <a:pt x="592836" y="4572"/>
                  </a:moveTo>
                  <a:lnTo>
                    <a:pt x="618236" y="4572"/>
                  </a:lnTo>
                  <a:lnTo>
                    <a:pt x="592836" y="4572"/>
                  </a:lnTo>
                  <a:close/>
                  <a:moveTo>
                    <a:pt x="643636" y="4572"/>
                  </a:moveTo>
                  <a:lnTo>
                    <a:pt x="669036" y="4572"/>
                  </a:lnTo>
                  <a:lnTo>
                    <a:pt x="643636" y="4572"/>
                  </a:lnTo>
                  <a:close/>
                  <a:moveTo>
                    <a:pt x="694436" y="4572"/>
                  </a:moveTo>
                  <a:lnTo>
                    <a:pt x="719836" y="4572"/>
                  </a:lnTo>
                  <a:lnTo>
                    <a:pt x="694436" y="4572"/>
                  </a:lnTo>
                  <a:close/>
                  <a:moveTo>
                    <a:pt x="745236" y="4572"/>
                  </a:moveTo>
                  <a:lnTo>
                    <a:pt x="770636" y="4572"/>
                  </a:lnTo>
                  <a:lnTo>
                    <a:pt x="745236" y="4572"/>
                  </a:lnTo>
                  <a:close/>
                  <a:moveTo>
                    <a:pt x="796036" y="4572"/>
                  </a:moveTo>
                  <a:lnTo>
                    <a:pt x="821436" y="4572"/>
                  </a:lnTo>
                  <a:lnTo>
                    <a:pt x="796036" y="4572"/>
                  </a:lnTo>
                  <a:close/>
                  <a:moveTo>
                    <a:pt x="846836" y="4572"/>
                  </a:moveTo>
                  <a:lnTo>
                    <a:pt x="872236" y="4572"/>
                  </a:lnTo>
                  <a:lnTo>
                    <a:pt x="846836" y="4572"/>
                  </a:lnTo>
                  <a:close/>
                  <a:moveTo>
                    <a:pt x="897636" y="4572"/>
                  </a:moveTo>
                  <a:lnTo>
                    <a:pt x="923036" y="4572"/>
                  </a:lnTo>
                  <a:lnTo>
                    <a:pt x="897636" y="4572"/>
                  </a:lnTo>
                  <a:close/>
                  <a:moveTo>
                    <a:pt x="948436" y="4572"/>
                  </a:moveTo>
                  <a:lnTo>
                    <a:pt x="973836" y="4572"/>
                  </a:lnTo>
                  <a:lnTo>
                    <a:pt x="948436" y="4572"/>
                  </a:lnTo>
                  <a:close/>
                  <a:moveTo>
                    <a:pt x="999236" y="4572"/>
                  </a:moveTo>
                  <a:lnTo>
                    <a:pt x="1024636" y="4572"/>
                  </a:lnTo>
                  <a:lnTo>
                    <a:pt x="999236" y="4572"/>
                  </a:lnTo>
                  <a:close/>
                  <a:moveTo>
                    <a:pt x="1050036" y="4572"/>
                  </a:moveTo>
                  <a:lnTo>
                    <a:pt x="1075436" y="4572"/>
                  </a:lnTo>
                  <a:lnTo>
                    <a:pt x="1050036" y="4572"/>
                  </a:lnTo>
                  <a:close/>
                  <a:moveTo>
                    <a:pt x="1100836" y="4572"/>
                  </a:moveTo>
                  <a:lnTo>
                    <a:pt x="1126236" y="4572"/>
                  </a:lnTo>
                  <a:lnTo>
                    <a:pt x="1100836" y="4572"/>
                  </a:lnTo>
                  <a:close/>
                  <a:moveTo>
                    <a:pt x="1151636" y="4572"/>
                  </a:moveTo>
                  <a:lnTo>
                    <a:pt x="1177036" y="4572"/>
                  </a:lnTo>
                  <a:lnTo>
                    <a:pt x="1151636" y="4572"/>
                  </a:lnTo>
                  <a:close/>
                  <a:moveTo>
                    <a:pt x="1202436" y="4572"/>
                  </a:moveTo>
                  <a:lnTo>
                    <a:pt x="1227836" y="4572"/>
                  </a:lnTo>
                  <a:lnTo>
                    <a:pt x="1202436" y="4572"/>
                  </a:lnTo>
                  <a:close/>
                  <a:moveTo>
                    <a:pt x="1253236" y="4572"/>
                  </a:moveTo>
                  <a:lnTo>
                    <a:pt x="1278636" y="4572"/>
                  </a:lnTo>
                  <a:lnTo>
                    <a:pt x="1253236" y="4572"/>
                  </a:lnTo>
                  <a:close/>
                  <a:moveTo>
                    <a:pt x="1304036" y="4572"/>
                  </a:moveTo>
                  <a:lnTo>
                    <a:pt x="1329436" y="4572"/>
                  </a:lnTo>
                  <a:lnTo>
                    <a:pt x="1304036" y="4572"/>
                  </a:lnTo>
                  <a:close/>
                  <a:moveTo>
                    <a:pt x="1354836" y="4572"/>
                  </a:moveTo>
                  <a:lnTo>
                    <a:pt x="1380236" y="4572"/>
                  </a:lnTo>
                  <a:lnTo>
                    <a:pt x="1354836" y="4572"/>
                  </a:lnTo>
                  <a:close/>
                  <a:moveTo>
                    <a:pt x="1405636" y="4572"/>
                  </a:moveTo>
                  <a:lnTo>
                    <a:pt x="1431036" y="4572"/>
                  </a:lnTo>
                  <a:lnTo>
                    <a:pt x="1405636" y="4572"/>
                  </a:lnTo>
                  <a:close/>
                  <a:moveTo>
                    <a:pt x="1456436" y="4572"/>
                  </a:moveTo>
                  <a:lnTo>
                    <a:pt x="1481836" y="4572"/>
                  </a:lnTo>
                  <a:lnTo>
                    <a:pt x="1456436" y="4572"/>
                  </a:lnTo>
                  <a:close/>
                  <a:moveTo>
                    <a:pt x="1507236" y="4572"/>
                  </a:moveTo>
                  <a:lnTo>
                    <a:pt x="1532636" y="4572"/>
                  </a:lnTo>
                  <a:lnTo>
                    <a:pt x="1507236" y="4572"/>
                  </a:lnTo>
                  <a:close/>
                  <a:moveTo>
                    <a:pt x="1558036" y="4572"/>
                  </a:moveTo>
                  <a:lnTo>
                    <a:pt x="1583436" y="4572"/>
                  </a:lnTo>
                  <a:lnTo>
                    <a:pt x="1558036" y="4572"/>
                  </a:lnTo>
                  <a:close/>
                  <a:moveTo>
                    <a:pt x="1608836" y="4572"/>
                  </a:moveTo>
                  <a:lnTo>
                    <a:pt x="1634236" y="4572"/>
                  </a:lnTo>
                  <a:lnTo>
                    <a:pt x="1608836" y="4572"/>
                  </a:lnTo>
                  <a:close/>
                  <a:moveTo>
                    <a:pt x="1659636" y="4572"/>
                  </a:moveTo>
                  <a:lnTo>
                    <a:pt x="1685036" y="4572"/>
                  </a:lnTo>
                  <a:lnTo>
                    <a:pt x="1659636" y="4572"/>
                  </a:lnTo>
                  <a:close/>
                  <a:moveTo>
                    <a:pt x="1710436" y="4572"/>
                  </a:moveTo>
                  <a:lnTo>
                    <a:pt x="1735836" y="4572"/>
                  </a:lnTo>
                  <a:lnTo>
                    <a:pt x="1710436" y="4572"/>
                  </a:lnTo>
                  <a:close/>
                  <a:moveTo>
                    <a:pt x="1761236" y="4572"/>
                  </a:moveTo>
                  <a:lnTo>
                    <a:pt x="1786636" y="4572"/>
                  </a:lnTo>
                  <a:lnTo>
                    <a:pt x="1761236" y="4572"/>
                  </a:lnTo>
                  <a:close/>
                  <a:moveTo>
                    <a:pt x="1812036" y="4572"/>
                  </a:moveTo>
                  <a:lnTo>
                    <a:pt x="1837436" y="4572"/>
                  </a:lnTo>
                  <a:lnTo>
                    <a:pt x="1812036" y="4572"/>
                  </a:lnTo>
                  <a:close/>
                  <a:moveTo>
                    <a:pt x="1862836" y="4572"/>
                  </a:moveTo>
                  <a:lnTo>
                    <a:pt x="1888236" y="4572"/>
                  </a:lnTo>
                  <a:lnTo>
                    <a:pt x="1862836" y="4572"/>
                  </a:lnTo>
                  <a:close/>
                  <a:moveTo>
                    <a:pt x="1913636" y="4572"/>
                  </a:moveTo>
                  <a:lnTo>
                    <a:pt x="1939036" y="4572"/>
                  </a:lnTo>
                  <a:lnTo>
                    <a:pt x="1913636" y="4572"/>
                  </a:lnTo>
                  <a:close/>
                  <a:moveTo>
                    <a:pt x="1964436" y="4572"/>
                  </a:moveTo>
                  <a:lnTo>
                    <a:pt x="1989836" y="4572"/>
                  </a:lnTo>
                  <a:lnTo>
                    <a:pt x="1964436" y="4572"/>
                  </a:lnTo>
                  <a:close/>
                  <a:moveTo>
                    <a:pt x="2015236" y="4572"/>
                  </a:moveTo>
                  <a:lnTo>
                    <a:pt x="2040636" y="4572"/>
                  </a:lnTo>
                  <a:lnTo>
                    <a:pt x="2015236" y="4572"/>
                  </a:lnTo>
                  <a:close/>
                  <a:moveTo>
                    <a:pt x="2066036" y="4572"/>
                  </a:moveTo>
                  <a:lnTo>
                    <a:pt x="2091436" y="4572"/>
                  </a:lnTo>
                  <a:lnTo>
                    <a:pt x="2066036" y="4572"/>
                  </a:lnTo>
                  <a:close/>
                  <a:moveTo>
                    <a:pt x="2116836" y="4572"/>
                  </a:moveTo>
                  <a:lnTo>
                    <a:pt x="2142236" y="4572"/>
                  </a:lnTo>
                  <a:lnTo>
                    <a:pt x="2116836" y="4572"/>
                  </a:lnTo>
                  <a:close/>
                  <a:moveTo>
                    <a:pt x="2167636" y="4572"/>
                  </a:moveTo>
                  <a:lnTo>
                    <a:pt x="2193036" y="4572"/>
                  </a:lnTo>
                  <a:lnTo>
                    <a:pt x="2167636" y="4572"/>
                  </a:lnTo>
                  <a:close/>
                  <a:moveTo>
                    <a:pt x="2218436" y="4572"/>
                  </a:moveTo>
                  <a:lnTo>
                    <a:pt x="2243836" y="4572"/>
                  </a:lnTo>
                  <a:lnTo>
                    <a:pt x="2218436" y="4572"/>
                  </a:lnTo>
                  <a:close/>
                  <a:moveTo>
                    <a:pt x="2269236" y="4572"/>
                  </a:moveTo>
                  <a:lnTo>
                    <a:pt x="2294636" y="4572"/>
                  </a:lnTo>
                  <a:lnTo>
                    <a:pt x="2269236" y="4572"/>
                  </a:lnTo>
                  <a:close/>
                  <a:moveTo>
                    <a:pt x="2320036" y="4572"/>
                  </a:moveTo>
                  <a:lnTo>
                    <a:pt x="2345436" y="4572"/>
                  </a:lnTo>
                  <a:lnTo>
                    <a:pt x="2320036" y="4572"/>
                  </a:lnTo>
                  <a:close/>
                  <a:moveTo>
                    <a:pt x="2370836" y="4572"/>
                  </a:moveTo>
                  <a:lnTo>
                    <a:pt x="2396236" y="4572"/>
                  </a:lnTo>
                  <a:lnTo>
                    <a:pt x="2370836" y="4572"/>
                  </a:lnTo>
                  <a:close/>
                  <a:moveTo>
                    <a:pt x="2421636" y="4572"/>
                  </a:moveTo>
                  <a:lnTo>
                    <a:pt x="2447036" y="4572"/>
                  </a:lnTo>
                  <a:lnTo>
                    <a:pt x="2421636" y="4572"/>
                  </a:lnTo>
                  <a:close/>
                  <a:moveTo>
                    <a:pt x="2472436" y="4572"/>
                  </a:moveTo>
                  <a:lnTo>
                    <a:pt x="2497836" y="4572"/>
                  </a:lnTo>
                  <a:lnTo>
                    <a:pt x="2472436" y="4572"/>
                  </a:lnTo>
                  <a:close/>
                  <a:moveTo>
                    <a:pt x="2523236" y="4572"/>
                  </a:moveTo>
                  <a:lnTo>
                    <a:pt x="2548636" y="4572"/>
                  </a:lnTo>
                  <a:lnTo>
                    <a:pt x="2523236" y="4572"/>
                  </a:lnTo>
                  <a:close/>
                  <a:moveTo>
                    <a:pt x="2574036" y="4572"/>
                  </a:moveTo>
                  <a:lnTo>
                    <a:pt x="2599436" y="4572"/>
                  </a:lnTo>
                  <a:lnTo>
                    <a:pt x="2574036" y="4572"/>
                  </a:lnTo>
                  <a:close/>
                  <a:moveTo>
                    <a:pt x="2624836" y="4572"/>
                  </a:moveTo>
                  <a:lnTo>
                    <a:pt x="2650236" y="4572"/>
                  </a:lnTo>
                  <a:lnTo>
                    <a:pt x="2624836" y="4572"/>
                  </a:lnTo>
                  <a:close/>
                  <a:moveTo>
                    <a:pt x="2675636" y="4572"/>
                  </a:moveTo>
                  <a:lnTo>
                    <a:pt x="2701036" y="4572"/>
                  </a:lnTo>
                  <a:lnTo>
                    <a:pt x="2675636" y="4572"/>
                  </a:lnTo>
                  <a:close/>
                  <a:moveTo>
                    <a:pt x="2726436" y="4572"/>
                  </a:moveTo>
                  <a:lnTo>
                    <a:pt x="2751836" y="4572"/>
                  </a:lnTo>
                  <a:lnTo>
                    <a:pt x="2726436" y="4572"/>
                  </a:lnTo>
                  <a:close/>
                  <a:moveTo>
                    <a:pt x="2777236" y="4572"/>
                  </a:moveTo>
                  <a:lnTo>
                    <a:pt x="2802636" y="4572"/>
                  </a:lnTo>
                  <a:lnTo>
                    <a:pt x="2777236" y="4572"/>
                  </a:lnTo>
                  <a:close/>
                  <a:moveTo>
                    <a:pt x="2828036" y="4572"/>
                  </a:moveTo>
                  <a:lnTo>
                    <a:pt x="2853436" y="4572"/>
                  </a:lnTo>
                  <a:lnTo>
                    <a:pt x="2828036" y="4572"/>
                  </a:lnTo>
                  <a:close/>
                  <a:moveTo>
                    <a:pt x="2878836" y="4572"/>
                  </a:moveTo>
                  <a:lnTo>
                    <a:pt x="2904236" y="4572"/>
                  </a:lnTo>
                  <a:lnTo>
                    <a:pt x="2878836" y="4572"/>
                  </a:lnTo>
                  <a:close/>
                  <a:moveTo>
                    <a:pt x="2929636" y="4572"/>
                  </a:moveTo>
                  <a:lnTo>
                    <a:pt x="2955036" y="4572"/>
                  </a:lnTo>
                  <a:lnTo>
                    <a:pt x="2929636" y="4572"/>
                  </a:lnTo>
                  <a:close/>
                  <a:moveTo>
                    <a:pt x="2980436" y="4572"/>
                  </a:moveTo>
                  <a:lnTo>
                    <a:pt x="3005836" y="4572"/>
                  </a:lnTo>
                  <a:lnTo>
                    <a:pt x="2980436" y="4572"/>
                  </a:lnTo>
                  <a:close/>
                  <a:moveTo>
                    <a:pt x="3031236" y="4572"/>
                  </a:moveTo>
                  <a:lnTo>
                    <a:pt x="3056636" y="4572"/>
                  </a:lnTo>
                  <a:lnTo>
                    <a:pt x="3031236" y="4572"/>
                  </a:lnTo>
                  <a:close/>
                  <a:moveTo>
                    <a:pt x="3082036" y="4572"/>
                  </a:moveTo>
                  <a:lnTo>
                    <a:pt x="3107436" y="4572"/>
                  </a:lnTo>
                  <a:lnTo>
                    <a:pt x="3082036" y="4572"/>
                  </a:lnTo>
                  <a:close/>
                  <a:moveTo>
                    <a:pt x="3132836" y="4572"/>
                  </a:moveTo>
                  <a:lnTo>
                    <a:pt x="3158236" y="4572"/>
                  </a:lnTo>
                  <a:lnTo>
                    <a:pt x="3132836" y="4572"/>
                  </a:lnTo>
                  <a:close/>
                  <a:moveTo>
                    <a:pt x="3183636" y="4572"/>
                  </a:moveTo>
                  <a:lnTo>
                    <a:pt x="3209036" y="4572"/>
                  </a:lnTo>
                  <a:lnTo>
                    <a:pt x="3183636" y="4572"/>
                  </a:lnTo>
                  <a:close/>
                  <a:moveTo>
                    <a:pt x="3234436" y="4572"/>
                  </a:moveTo>
                  <a:lnTo>
                    <a:pt x="3259836" y="4572"/>
                  </a:lnTo>
                  <a:lnTo>
                    <a:pt x="3234436" y="4572"/>
                  </a:lnTo>
                  <a:close/>
                  <a:moveTo>
                    <a:pt x="3285236" y="4572"/>
                  </a:moveTo>
                  <a:lnTo>
                    <a:pt x="3310636" y="4572"/>
                  </a:lnTo>
                  <a:lnTo>
                    <a:pt x="3285236" y="4572"/>
                  </a:lnTo>
                  <a:close/>
                  <a:moveTo>
                    <a:pt x="3336036" y="4572"/>
                  </a:moveTo>
                  <a:lnTo>
                    <a:pt x="3361436" y="4572"/>
                  </a:lnTo>
                  <a:lnTo>
                    <a:pt x="3336036" y="4572"/>
                  </a:lnTo>
                  <a:close/>
                  <a:moveTo>
                    <a:pt x="3386836" y="4572"/>
                  </a:moveTo>
                  <a:lnTo>
                    <a:pt x="3412236" y="4572"/>
                  </a:lnTo>
                  <a:lnTo>
                    <a:pt x="3386836" y="4572"/>
                  </a:lnTo>
                  <a:close/>
                  <a:moveTo>
                    <a:pt x="3437636" y="4572"/>
                  </a:moveTo>
                  <a:lnTo>
                    <a:pt x="3463036" y="4572"/>
                  </a:lnTo>
                  <a:lnTo>
                    <a:pt x="3437636" y="4572"/>
                  </a:lnTo>
                  <a:close/>
                  <a:moveTo>
                    <a:pt x="3488436" y="4572"/>
                  </a:moveTo>
                  <a:lnTo>
                    <a:pt x="3513836" y="4572"/>
                  </a:lnTo>
                  <a:lnTo>
                    <a:pt x="3488436" y="4572"/>
                  </a:lnTo>
                  <a:close/>
                  <a:moveTo>
                    <a:pt x="3539236" y="4572"/>
                  </a:moveTo>
                  <a:lnTo>
                    <a:pt x="3564636" y="4572"/>
                  </a:lnTo>
                  <a:lnTo>
                    <a:pt x="3539236" y="4572"/>
                  </a:lnTo>
                  <a:close/>
                  <a:moveTo>
                    <a:pt x="3590036" y="4572"/>
                  </a:moveTo>
                  <a:lnTo>
                    <a:pt x="3615436" y="4572"/>
                  </a:lnTo>
                  <a:lnTo>
                    <a:pt x="3590036" y="4572"/>
                  </a:lnTo>
                  <a:close/>
                  <a:moveTo>
                    <a:pt x="3640836" y="4572"/>
                  </a:moveTo>
                  <a:lnTo>
                    <a:pt x="3666236" y="4572"/>
                  </a:lnTo>
                  <a:lnTo>
                    <a:pt x="3640836" y="4572"/>
                  </a:lnTo>
                  <a:close/>
                  <a:moveTo>
                    <a:pt x="3691636" y="4572"/>
                  </a:moveTo>
                  <a:lnTo>
                    <a:pt x="3717036" y="4572"/>
                  </a:lnTo>
                  <a:lnTo>
                    <a:pt x="3691636" y="4572"/>
                  </a:lnTo>
                  <a:close/>
                  <a:moveTo>
                    <a:pt x="3742436" y="4572"/>
                  </a:moveTo>
                  <a:lnTo>
                    <a:pt x="3767836" y="4572"/>
                  </a:lnTo>
                  <a:lnTo>
                    <a:pt x="3742436" y="4572"/>
                  </a:lnTo>
                  <a:close/>
                  <a:moveTo>
                    <a:pt x="3793236" y="4572"/>
                  </a:moveTo>
                  <a:lnTo>
                    <a:pt x="3818636" y="4572"/>
                  </a:lnTo>
                  <a:lnTo>
                    <a:pt x="3793236" y="4572"/>
                  </a:lnTo>
                  <a:close/>
                  <a:moveTo>
                    <a:pt x="3844036" y="4572"/>
                  </a:moveTo>
                  <a:lnTo>
                    <a:pt x="3869436" y="4572"/>
                  </a:lnTo>
                  <a:lnTo>
                    <a:pt x="3844036" y="4572"/>
                  </a:lnTo>
                  <a:close/>
                  <a:moveTo>
                    <a:pt x="3894836" y="4572"/>
                  </a:moveTo>
                  <a:lnTo>
                    <a:pt x="3920236" y="4572"/>
                  </a:lnTo>
                  <a:lnTo>
                    <a:pt x="3894836" y="4572"/>
                  </a:lnTo>
                  <a:close/>
                  <a:moveTo>
                    <a:pt x="3945636" y="4572"/>
                  </a:moveTo>
                  <a:lnTo>
                    <a:pt x="3971036" y="4572"/>
                  </a:lnTo>
                  <a:lnTo>
                    <a:pt x="3945636" y="4572"/>
                  </a:lnTo>
                  <a:close/>
                  <a:moveTo>
                    <a:pt x="3996436" y="4572"/>
                  </a:moveTo>
                  <a:lnTo>
                    <a:pt x="4021836" y="4572"/>
                  </a:lnTo>
                  <a:lnTo>
                    <a:pt x="3996436" y="4572"/>
                  </a:lnTo>
                  <a:close/>
                  <a:moveTo>
                    <a:pt x="4047236" y="4572"/>
                  </a:moveTo>
                  <a:lnTo>
                    <a:pt x="4072636" y="4572"/>
                  </a:lnTo>
                  <a:lnTo>
                    <a:pt x="4047236" y="4572"/>
                  </a:lnTo>
                  <a:close/>
                  <a:moveTo>
                    <a:pt x="4098036" y="4572"/>
                  </a:moveTo>
                  <a:lnTo>
                    <a:pt x="4123436" y="4572"/>
                  </a:lnTo>
                  <a:lnTo>
                    <a:pt x="4098036" y="4572"/>
                  </a:lnTo>
                  <a:close/>
                  <a:moveTo>
                    <a:pt x="4148836" y="4572"/>
                  </a:moveTo>
                  <a:lnTo>
                    <a:pt x="4174236" y="4572"/>
                  </a:lnTo>
                  <a:lnTo>
                    <a:pt x="4148836" y="4572"/>
                  </a:lnTo>
                  <a:close/>
                  <a:moveTo>
                    <a:pt x="4199636" y="4572"/>
                  </a:moveTo>
                  <a:lnTo>
                    <a:pt x="4225036" y="4572"/>
                  </a:lnTo>
                  <a:lnTo>
                    <a:pt x="4199636" y="4572"/>
                  </a:lnTo>
                  <a:close/>
                  <a:moveTo>
                    <a:pt x="4250436" y="4572"/>
                  </a:moveTo>
                  <a:lnTo>
                    <a:pt x="4275836" y="4572"/>
                  </a:lnTo>
                  <a:lnTo>
                    <a:pt x="4250436" y="4572"/>
                  </a:lnTo>
                  <a:close/>
                  <a:moveTo>
                    <a:pt x="4301236" y="4572"/>
                  </a:moveTo>
                  <a:lnTo>
                    <a:pt x="4326636" y="4572"/>
                  </a:lnTo>
                  <a:lnTo>
                    <a:pt x="4301236" y="4572"/>
                  </a:lnTo>
                  <a:close/>
                  <a:moveTo>
                    <a:pt x="4352036" y="4572"/>
                  </a:moveTo>
                  <a:lnTo>
                    <a:pt x="4377436" y="4572"/>
                  </a:lnTo>
                  <a:lnTo>
                    <a:pt x="4352036" y="4572"/>
                  </a:lnTo>
                  <a:close/>
                  <a:moveTo>
                    <a:pt x="4402836" y="4572"/>
                  </a:moveTo>
                  <a:lnTo>
                    <a:pt x="4428236" y="4572"/>
                  </a:lnTo>
                  <a:lnTo>
                    <a:pt x="4402836" y="4572"/>
                  </a:lnTo>
                  <a:close/>
                  <a:moveTo>
                    <a:pt x="4453636" y="4572"/>
                  </a:moveTo>
                  <a:lnTo>
                    <a:pt x="4479036" y="4572"/>
                  </a:lnTo>
                  <a:lnTo>
                    <a:pt x="4453636" y="4572"/>
                  </a:lnTo>
                  <a:close/>
                  <a:moveTo>
                    <a:pt x="4504436" y="4572"/>
                  </a:moveTo>
                  <a:lnTo>
                    <a:pt x="4529836" y="4572"/>
                  </a:lnTo>
                  <a:lnTo>
                    <a:pt x="4504436" y="4572"/>
                  </a:lnTo>
                  <a:close/>
                  <a:moveTo>
                    <a:pt x="4555236" y="4572"/>
                  </a:moveTo>
                  <a:lnTo>
                    <a:pt x="4580636" y="4572"/>
                  </a:lnTo>
                  <a:lnTo>
                    <a:pt x="4555236" y="4572"/>
                  </a:lnTo>
                  <a:close/>
                  <a:moveTo>
                    <a:pt x="4606036" y="4572"/>
                  </a:moveTo>
                  <a:lnTo>
                    <a:pt x="4631436" y="4572"/>
                  </a:lnTo>
                  <a:lnTo>
                    <a:pt x="4606036" y="4572"/>
                  </a:lnTo>
                  <a:close/>
                  <a:moveTo>
                    <a:pt x="4656836" y="4572"/>
                  </a:moveTo>
                  <a:lnTo>
                    <a:pt x="4682236" y="4572"/>
                  </a:lnTo>
                  <a:lnTo>
                    <a:pt x="4656836" y="4572"/>
                  </a:lnTo>
                  <a:close/>
                  <a:moveTo>
                    <a:pt x="4707636" y="4572"/>
                  </a:moveTo>
                  <a:lnTo>
                    <a:pt x="4733036" y="4572"/>
                  </a:lnTo>
                  <a:lnTo>
                    <a:pt x="4707636" y="4572"/>
                  </a:lnTo>
                  <a:close/>
                  <a:moveTo>
                    <a:pt x="4758436" y="4572"/>
                  </a:moveTo>
                  <a:lnTo>
                    <a:pt x="4783836" y="4572"/>
                  </a:lnTo>
                  <a:lnTo>
                    <a:pt x="4758436" y="4572"/>
                  </a:lnTo>
                  <a:close/>
                  <a:moveTo>
                    <a:pt x="4809236" y="4572"/>
                  </a:moveTo>
                  <a:lnTo>
                    <a:pt x="4834636" y="4572"/>
                  </a:lnTo>
                  <a:lnTo>
                    <a:pt x="4809236" y="4572"/>
                  </a:lnTo>
                  <a:close/>
                  <a:moveTo>
                    <a:pt x="4860036" y="4572"/>
                  </a:moveTo>
                  <a:lnTo>
                    <a:pt x="4885436" y="4572"/>
                  </a:lnTo>
                  <a:lnTo>
                    <a:pt x="4860036" y="4572"/>
                  </a:lnTo>
                  <a:close/>
                  <a:moveTo>
                    <a:pt x="4910836" y="4572"/>
                  </a:moveTo>
                  <a:lnTo>
                    <a:pt x="4936236" y="4572"/>
                  </a:lnTo>
                  <a:lnTo>
                    <a:pt x="4910836" y="4572"/>
                  </a:lnTo>
                  <a:close/>
                  <a:moveTo>
                    <a:pt x="4961636" y="4572"/>
                  </a:moveTo>
                  <a:lnTo>
                    <a:pt x="4987036" y="4572"/>
                  </a:lnTo>
                  <a:lnTo>
                    <a:pt x="4961636" y="4572"/>
                  </a:lnTo>
                  <a:close/>
                  <a:moveTo>
                    <a:pt x="5012436" y="4572"/>
                  </a:moveTo>
                  <a:lnTo>
                    <a:pt x="5037836" y="4572"/>
                  </a:lnTo>
                  <a:lnTo>
                    <a:pt x="5012436" y="4572"/>
                  </a:lnTo>
                  <a:close/>
                  <a:moveTo>
                    <a:pt x="5063236" y="4572"/>
                  </a:moveTo>
                  <a:lnTo>
                    <a:pt x="5088636" y="4572"/>
                  </a:lnTo>
                  <a:lnTo>
                    <a:pt x="5063236" y="4572"/>
                  </a:lnTo>
                  <a:close/>
                  <a:moveTo>
                    <a:pt x="5114036" y="4572"/>
                  </a:moveTo>
                  <a:lnTo>
                    <a:pt x="5139436" y="4572"/>
                  </a:lnTo>
                  <a:lnTo>
                    <a:pt x="5114036" y="4572"/>
                  </a:lnTo>
                  <a:close/>
                  <a:moveTo>
                    <a:pt x="5164836" y="4572"/>
                  </a:moveTo>
                  <a:lnTo>
                    <a:pt x="5190236" y="4572"/>
                  </a:lnTo>
                  <a:lnTo>
                    <a:pt x="5164836" y="4572"/>
                  </a:lnTo>
                  <a:close/>
                  <a:moveTo>
                    <a:pt x="5215636" y="4572"/>
                  </a:moveTo>
                  <a:lnTo>
                    <a:pt x="5241036" y="4572"/>
                  </a:lnTo>
                  <a:lnTo>
                    <a:pt x="5215636" y="4572"/>
                  </a:lnTo>
                  <a:close/>
                  <a:moveTo>
                    <a:pt x="5266436" y="4572"/>
                  </a:moveTo>
                  <a:lnTo>
                    <a:pt x="5291836" y="4572"/>
                  </a:lnTo>
                  <a:lnTo>
                    <a:pt x="5266436" y="4572"/>
                  </a:lnTo>
                  <a:close/>
                  <a:moveTo>
                    <a:pt x="5317236" y="4572"/>
                  </a:moveTo>
                  <a:lnTo>
                    <a:pt x="5342636" y="4572"/>
                  </a:lnTo>
                  <a:lnTo>
                    <a:pt x="5317236" y="4572"/>
                  </a:lnTo>
                  <a:close/>
                  <a:moveTo>
                    <a:pt x="5368036" y="4572"/>
                  </a:moveTo>
                  <a:lnTo>
                    <a:pt x="5393436" y="4572"/>
                  </a:lnTo>
                  <a:lnTo>
                    <a:pt x="5368036" y="4572"/>
                  </a:lnTo>
                  <a:close/>
                  <a:moveTo>
                    <a:pt x="5418836" y="4572"/>
                  </a:moveTo>
                  <a:lnTo>
                    <a:pt x="5444236" y="4572"/>
                  </a:lnTo>
                  <a:lnTo>
                    <a:pt x="5418836" y="4572"/>
                  </a:lnTo>
                  <a:close/>
                  <a:moveTo>
                    <a:pt x="5469636" y="4572"/>
                  </a:moveTo>
                  <a:lnTo>
                    <a:pt x="5495036" y="4572"/>
                  </a:lnTo>
                  <a:lnTo>
                    <a:pt x="5469636" y="4572"/>
                  </a:lnTo>
                  <a:close/>
                  <a:moveTo>
                    <a:pt x="5520436" y="4572"/>
                  </a:moveTo>
                  <a:lnTo>
                    <a:pt x="5545836" y="4572"/>
                  </a:lnTo>
                  <a:lnTo>
                    <a:pt x="5520436" y="4572"/>
                  </a:lnTo>
                  <a:close/>
                  <a:moveTo>
                    <a:pt x="5571236" y="4572"/>
                  </a:moveTo>
                  <a:lnTo>
                    <a:pt x="5596636" y="4572"/>
                  </a:lnTo>
                  <a:lnTo>
                    <a:pt x="5571236" y="4572"/>
                  </a:lnTo>
                  <a:close/>
                  <a:moveTo>
                    <a:pt x="5622036" y="4572"/>
                  </a:moveTo>
                  <a:lnTo>
                    <a:pt x="5647436" y="4572"/>
                  </a:lnTo>
                  <a:lnTo>
                    <a:pt x="5622036" y="4572"/>
                  </a:lnTo>
                  <a:close/>
                  <a:moveTo>
                    <a:pt x="5672836" y="4572"/>
                  </a:moveTo>
                  <a:lnTo>
                    <a:pt x="5698236" y="4572"/>
                  </a:lnTo>
                  <a:lnTo>
                    <a:pt x="5672836" y="4572"/>
                  </a:lnTo>
                  <a:close/>
                  <a:moveTo>
                    <a:pt x="5723636" y="4572"/>
                  </a:moveTo>
                  <a:lnTo>
                    <a:pt x="5749036" y="4572"/>
                  </a:lnTo>
                  <a:lnTo>
                    <a:pt x="5723636" y="4572"/>
                  </a:lnTo>
                  <a:close/>
                  <a:moveTo>
                    <a:pt x="5774436" y="4572"/>
                  </a:moveTo>
                  <a:lnTo>
                    <a:pt x="5799836" y="4572"/>
                  </a:lnTo>
                  <a:lnTo>
                    <a:pt x="5774436" y="4572"/>
                  </a:lnTo>
                  <a:close/>
                  <a:moveTo>
                    <a:pt x="5825236" y="4572"/>
                  </a:moveTo>
                  <a:lnTo>
                    <a:pt x="5850636" y="4572"/>
                  </a:lnTo>
                  <a:lnTo>
                    <a:pt x="5825236" y="4572"/>
                  </a:lnTo>
                  <a:close/>
                  <a:moveTo>
                    <a:pt x="5876036" y="4572"/>
                  </a:moveTo>
                  <a:lnTo>
                    <a:pt x="5901436" y="4572"/>
                  </a:lnTo>
                  <a:lnTo>
                    <a:pt x="5876036" y="4572"/>
                  </a:lnTo>
                  <a:close/>
                  <a:moveTo>
                    <a:pt x="5926836" y="4572"/>
                  </a:moveTo>
                  <a:lnTo>
                    <a:pt x="5952236" y="4572"/>
                  </a:lnTo>
                  <a:lnTo>
                    <a:pt x="5926836" y="4572"/>
                  </a:lnTo>
                  <a:close/>
                  <a:moveTo>
                    <a:pt x="5977636" y="4572"/>
                  </a:moveTo>
                  <a:lnTo>
                    <a:pt x="6003036" y="4572"/>
                  </a:lnTo>
                  <a:lnTo>
                    <a:pt x="5977636" y="4572"/>
                  </a:lnTo>
                  <a:close/>
                  <a:moveTo>
                    <a:pt x="6028436" y="4572"/>
                  </a:moveTo>
                  <a:lnTo>
                    <a:pt x="6053836" y="4572"/>
                  </a:lnTo>
                  <a:lnTo>
                    <a:pt x="6028436" y="4572"/>
                  </a:lnTo>
                  <a:close/>
                  <a:moveTo>
                    <a:pt x="6079236" y="4572"/>
                  </a:moveTo>
                  <a:lnTo>
                    <a:pt x="6104636" y="4572"/>
                  </a:lnTo>
                  <a:lnTo>
                    <a:pt x="6079236" y="4572"/>
                  </a:lnTo>
                  <a:close/>
                  <a:moveTo>
                    <a:pt x="6130036" y="4572"/>
                  </a:moveTo>
                  <a:lnTo>
                    <a:pt x="6155436" y="4572"/>
                  </a:lnTo>
                  <a:lnTo>
                    <a:pt x="6130036" y="4572"/>
                  </a:lnTo>
                  <a:close/>
                  <a:moveTo>
                    <a:pt x="6180836" y="4572"/>
                  </a:moveTo>
                  <a:lnTo>
                    <a:pt x="6206236" y="4572"/>
                  </a:lnTo>
                  <a:lnTo>
                    <a:pt x="6180836" y="4572"/>
                  </a:lnTo>
                  <a:close/>
                  <a:moveTo>
                    <a:pt x="6231636" y="4572"/>
                  </a:moveTo>
                  <a:lnTo>
                    <a:pt x="6257036" y="4572"/>
                  </a:lnTo>
                  <a:lnTo>
                    <a:pt x="6231636" y="4572"/>
                  </a:lnTo>
                  <a:close/>
                  <a:moveTo>
                    <a:pt x="6282436" y="4572"/>
                  </a:moveTo>
                  <a:lnTo>
                    <a:pt x="6307836" y="4572"/>
                  </a:lnTo>
                  <a:lnTo>
                    <a:pt x="6282436" y="4572"/>
                  </a:lnTo>
                  <a:close/>
                  <a:moveTo>
                    <a:pt x="6333236" y="4572"/>
                  </a:moveTo>
                  <a:lnTo>
                    <a:pt x="6358636" y="4572"/>
                  </a:lnTo>
                  <a:lnTo>
                    <a:pt x="6333236" y="4572"/>
                  </a:lnTo>
                  <a:close/>
                  <a:moveTo>
                    <a:pt x="6384036" y="4572"/>
                  </a:moveTo>
                  <a:lnTo>
                    <a:pt x="6409436" y="4572"/>
                  </a:lnTo>
                  <a:lnTo>
                    <a:pt x="6384036" y="4572"/>
                  </a:lnTo>
                  <a:close/>
                  <a:moveTo>
                    <a:pt x="6434836" y="4572"/>
                  </a:moveTo>
                  <a:lnTo>
                    <a:pt x="6460236" y="4572"/>
                  </a:lnTo>
                  <a:lnTo>
                    <a:pt x="6434836" y="4572"/>
                  </a:lnTo>
                  <a:close/>
                  <a:moveTo>
                    <a:pt x="6485636" y="4572"/>
                  </a:moveTo>
                  <a:lnTo>
                    <a:pt x="6511036" y="4572"/>
                  </a:lnTo>
                  <a:lnTo>
                    <a:pt x="6485636" y="4572"/>
                  </a:lnTo>
                  <a:close/>
                  <a:moveTo>
                    <a:pt x="6536436" y="4572"/>
                  </a:moveTo>
                  <a:lnTo>
                    <a:pt x="6561836" y="4572"/>
                  </a:lnTo>
                  <a:lnTo>
                    <a:pt x="6536436" y="4572"/>
                  </a:lnTo>
                  <a:close/>
                  <a:moveTo>
                    <a:pt x="6587236" y="4572"/>
                  </a:moveTo>
                  <a:lnTo>
                    <a:pt x="6612636" y="4572"/>
                  </a:lnTo>
                  <a:lnTo>
                    <a:pt x="6587236" y="4572"/>
                  </a:lnTo>
                  <a:close/>
                  <a:moveTo>
                    <a:pt x="6638036" y="4572"/>
                  </a:moveTo>
                  <a:lnTo>
                    <a:pt x="6663436" y="4572"/>
                  </a:lnTo>
                  <a:lnTo>
                    <a:pt x="6638036" y="4572"/>
                  </a:lnTo>
                  <a:close/>
                  <a:moveTo>
                    <a:pt x="6688836" y="4572"/>
                  </a:moveTo>
                  <a:lnTo>
                    <a:pt x="6714236" y="4572"/>
                  </a:lnTo>
                  <a:lnTo>
                    <a:pt x="6688836" y="4572"/>
                  </a:lnTo>
                  <a:close/>
                  <a:moveTo>
                    <a:pt x="6739636" y="4572"/>
                  </a:moveTo>
                  <a:lnTo>
                    <a:pt x="6765036" y="4572"/>
                  </a:lnTo>
                  <a:lnTo>
                    <a:pt x="6739636" y="4572"/>
                  </a:lnTo>
                  <a:close/>
                  <a:moveTo>
                    <a:pt x="6790436" y="4572"/>
                  </a:moveTo>
                  <a:lnTo>
                    <a:pt x="6815836" y="4572"/>
                  </a:lnTo>
                  <a:lnTo>
                    <a:pt x="6790436" y="4572"/>
                  </a:lnTo>
                  <a:close/>
                  <a:moveTo>
                    <a:pt x="6841236" y="4572"/>
                  </a:moveTo>
                  <a:lnTo>
                    <a:pt x="6866636" y="4572"/>
                  </a:lnTo>
                  <a:lnTo>
                    <a:pt x="6841236" y="4572"/>
                  </a:lnTo>
                  <a:close/>
                  <a:moveTo>
                    <a:pt x="6892036" y="4572"/>
                  </a:moveTo>
                  <a:lnTo>
                    <a:pt x="6917436" y="4572"/>
                  </a:lnTo>
                  <a:lnTo>
                    <a:pt x="6892036" y="4572"/>
                  </a:lnTo>
                  <a:close/>
                  <a:moveTo>
                    <a:pt x="6942836" y="4572"/>
                  </a:moveTo>
                  <a:lnTo>
                    <a:pt x="6968236" y="4572"/>
                  </a:lnTo>
                  <a:lnTo>
                    <a:pt x="6942836" y="4572"/>
                  </a:lnTo>
                  <a:close/>
                  <a:moveTo>
                    <a:pt x="6993636" y="4572"/>
                  </a:moveTo>
                  <a:lnTo>
                    <a:pt x="7019036" y="4572"/>
                  </a:lnTo>
                  <a:lnTo>
                    <a:pt x="6993636" y="4572"/>
                  </a:lnTo>
                  <a:close/>
                  <a:moveTo>
                    <a:pt x="7044436" y="4572"/>
                  </a:moveTo>
                  <a:lnTo>
                    <a:pt x="7069836" y="4572"/>
                  </a:lnTo>
                  <a:lnTo>
                    <a:pt x="7044436" y="4572"/>
                  </a:lnTo>
                  <a:close/>
                  <a:moveTo>
                    <a:pt x="7095236" y="4572"/>
                  </a:moveTo>
                  <a:lnTo>
                    <a:pt x="7120636" y="4572"/>
                  </a:lnTo>
                  <a:lnTo>
                    <a:pt x="7095236" y="4572"/>
                  </a:lnTo>
                  <a:close/>
                  <a:moveTo>
                    <a:pt x="7146036" y="4572"/>
                  </a:moveTo>
                  <a:lnTo>
                    <a:pt x="7171436" y="4572"/>
                  </a:lnTo>
                  <a:lnTo>
                    <a:pt x="7146036" y="4572"/>
                  </a:lnTo>
                  <a:close/>
                  <a:moveTo>
                    <a:pt x="7196836" y="4572"/>
                  </a:moveTo>
                  <a:lnTo>
                    <a:pt x="7222236" y="4572"/>
                  </a:lnTo>
                  <a:lnTo>
                    <a:pt x="7196836" y="4572"/>
                  </a:lnTo>
                  <a:close/>
                  <a:moveTo>
                    <a:pt x="7247636" y="4572"/>
                  </a:moveTo>
                  <a:lnTo>
                    <a:pt x="7273036" y="4572"/>
                  </a:lnTo>
                  <a:lnTo>
                    <a:pt x="7247636" y="4572"/>
                  </a:lnTo>
                  <a:close/>
                  <a:moveTo>
                    <a:pt x="7298436" y="4572"/>
                  </a:moveTo>
                  <a:lnTo>
                    <a:pt x="7323836" y="4572"/>
                  </a:lnTo>
                  <a:lnTo>
                    <a:pt x="7298436" y="4572"/>
                  </a:lnTo>
                  <a:close/>
                  <a:moveTo>
                    <a:pt x="7349236" y="4572"/>
                  </a:moveTo>
                  <a:lnTo>
                    <a:pt x="7374636" y="4572"/>
                  </a:lnTo>
                  <a:lnTo>
                    <a:pt x="7349236" y="4572"/>
                  </a:lnTo>
                  <a:close/>
                  <a:moveTo>
                    <a:pt x="7400036" y="4572"/>
                  </a:moveTo>
                  <a:lnTo>
                    <a:pt x="7425436" y="4572"/>
                  </a:lnTo>
                  <a:lnTo>
                    <a:pt x="7400036" y="4572"/>
                  </a:lnTo>
                  <a:close/>
                  <a:moveTo>
                    <a:pt x="7450836" y="4572"/>
                  </a:moveTo>
                  <a:lnTo>
                    <a:pt x="7476236" y="4572"/>
                  </a:lnTo>
                  <a:lnTo>
                    <a:pt x="7450836" y="4572"/>
                  </a:lnTo>
                  <a:close/>
                  <a:moveTo>
                    <a:pt x="7501636" y="4572"/>
                  </a:moveTo>
                  <a:lnTo>
                    <a:pt x="7527036" y="4572"/>
                  </a:lnTo>
                  <a:lnTo>
                    <a:pt x="7501636" y="4572"/>
                  </a:lnTo>
                  <a:close/>
                  <a:moveTo>
                    <a:pt x="7552436" y="4572"/>
                  </a:moveTo>
                  <a:lnTo>
                    <a:pt x="7577836" y="4572"/>
                  </a:lnTo>
                  <a:lnTo>
                    <a:pt x="7552436" y="4572"/>
                  </a:lnTo>
                  <a:close/>
                  <a:moveTo>
                    <a:pt x="7603236" y="4572"/>
                  </a:moveTo>
                  <a:lnTo>
                    <a:pt x="7628636" y="4572"/>
                  </a:lnTo>
                  <a:lnTo>
                    <a:pt x="7603236" y="4572"/>
                  </a:lnTo>
                  <a:close/>
                  <a:moveTo>
                    <a:pt x="7654036" y="4572"/>
                  </a:moveTo>
                  <a:lnTo>
                    <a:pt x="7679436" y="4572"/>
                  </a:lnTo>
                  <a:lnTo>
                    <a:pt x="7654036" y="4572"/>
                  </a:lnTo>
                  <a:close/>
                  <a:moveTo>
                    <a:pt x="7704836" y="4572"/>
                  </a:moveTo>
                  <a:lnTo>
                    <a:pt x="7730236" y="4572"/>
                  </a:lnTo>
                  <a:lnTo>
                    <a:pt x="7704836" y="4572"/>
                  </a:lnTo>
                  <a:close/>
                  <a:moveTo>
                    <a:pt x="7755636" y="4572"/>
                  </a:moveTo>
                  <a:lnTo>
                    <a:pt x="7781036" y="4572"/>
                  </a:lnTo>
                  <a:lnTo>
                    <a:pt x="7755636" y="4572"/>
                  </a:lnTo>
                  <a:close/>
                  <a:moveTo>
                    <a:pt x="7806436" y="4572"/>
                  </a:moveTo>
                  <a:lnTo>
                    <a:pt x="7831836" y="4572"/>
                  </a:lnTo>
                  <a:lnTo>
                    <a:pt x="7806436" y="4572"/>
                  </a:lnTo>
                  <a:close/>
                  <a:moveTo>
                    <a:pt x="7857236" y="4572"/>
                  </a:moveTo>
                  <a:lnTo>
                    <a:pt x="7882636" y="4572"/>
                  </a:lnTo>
                  <a:lnTo>
                    <a:pt x="7857236" y="4572"/>
                  </a:lnTo>
                  <a:close/>
                  <a:moveTo>
                    <a:pt x="7908036" y="4572"/>
                  </a:moveTo>
                  <a:lnTo>
                    <a:pt x="7933436" y="4572"/>
                  </a:lnTo>
                  <a:lnTo>
                    <a:pt x="7908036" y="4572"/>
                  </a:lnTo>
                  <a:close/>
                  <a:moveTo>
                    <a:pt x="7958836" y="4572"/>
                  </a:moveTo>
                  <a:lnTo>
                    <a:pt x="7984236" y="4572"/>
                  </a:lnTo>
                  <a:lnTo>
                    <a:pt x="7958836" y="4572"/>
                  </a:lnTo>
                  <a:close/>
                  <a:moveTo>
                    <a:pt x="8009636" y="4572"/>
                  </a:moveTo>
                  <a:lnTo>
                    <a:pt x="8035036" y="4572"/>
                  </a:lnTo>
                  <a:lnTo>
                    <a:pt x="8009636" y="4572"/>
                  </a:lnTo>
                  <a:close/>
                  <a:moveTo>
                    <a:pt x="8060436" y="4572"/>
                  </a:moveTo>
                  <a:lnTo>
                    <a:pt x="8085836" y="4572"/>
                  </a:lnTo>
                  <a:lnTo>
                    <a:pt x="8060436" y="4572"/>
                  </a:lnTo>
                  <a:close/>
                  <a:moveTo>
                    <a:pt x="8111236" y="4572"/>
                  </a:moveTo>
                  <a:lnTo>
                    <a:pt x="8136636" y="4572"/>
                  </a:lnTo>
                  <a:lnTo>
                    <a:pt x="8111236" y="4572"/>
                  </a:lnTo>
                  <a:close/>
                  <a:moveTo>
                    <a:pt x="8162036" y="4572"/>
                  </a:moveTo>
                  <a:lnTo>
                    <a:pt x="8187436" y="4572"/>
                  </a:lnTo>
                  <a:lnTo>
                    <a:pt x="8162036" y="4572"/>
                  </a:lnTo>
                  <a:close/>
                  <a:moveTo>
                    <a:pt x="8212836" y="4572"/>
                  </a:moveTo>
                  <a:lnTo>
                    <a:pt x="8238236" y="4572"/>
                  </a:lnTo>
                  <a:lnTo>
                    <a:pt x="8212836" y="4572"/>
                  </a:lnTo>
                  <a:close/>
                  <a:moveTo>
                    <a:pt x="8263636" y="4572"/>
                  </a:moveTo>
                  <a:lnTo>
                    <a:pt x="8289036" y="4572"/>
                  </a:lnTo>
                  <a:lnTo>
                    <a:pt x="8263636" y="4572"/>
                  </a:lnTo>
                  <a:close/>
                  <a:moveTo>
                    <a:pt x="8314436" y="4572"/>
                  </a:moveTo>
                  <a:lnTo>
                    <a:pt x="8339836" y="4572"/>
                  </a:lnTo>
                  <a:lnTo>
                    <a:pt x="8314436" y="4572"/>
                  </a:lnTo>
                  <a:close/>
                  <a:moveTo>
                    <a:pt x="8365236" y="4572"/>
                  </a:moveTo>
                  <a:lnTo>
                    <a:pt x="8390636" y="4572"/>
                  </a:lnTo>
                  <a:lnTo>
                    <a:pt x="8365236" y="4572"/>
                  </a:lnTo>
                  <a:close/>
                  <a:moveTo>
                    <a:pt x="8416036" y="4572"/>
                  </a:moveTo>
                  <a:lnTo>
                    <a:pt x="8441436" y="4572"/>
                  </a:lnTo>
                  <a:lnTo>
                    <a:pt x="8416036" y="4572"/>
                  </a:lnTo>
                  <a:close/>
                  <a:moveTo>
                    <a:pt x="8466836" y="4572"/>
                  </a:moveTo>
                  <a:lnTo>
                    <a:pt x="8492236" y="4572"/>
                  </a:lnTo>
                  <a:lnTo>
                    <a:pt x="8466836" y="4572"/>
                  </a:lnTo>
                  <a:close/>
                  <a:moveTo>
                    <a:pt x="8517636" y="4572"/>
                  </a:moveTo>
                  <a:lnTo>
                    <a:pt x="8543036" y="4572"/>
                  </a:lnTo>
                  <a:lnTo>
                    <a:pt x="8517636" y="4572"/>
                  </a:lnTo>
                  <a:close/>
                  <a:moveTo>
                    <a:pt x="8568436" y="4572"/>
                  </a:moveTo>
                  <a:lnTo>
                    <a:pt x="8593836" y="4572"/>
                  </a:lnTo>
                  <a:lnTo>
                    <a:pt x="8568436" y="4572"/>
                  </a:lnTo>
                  <a:close/>
                  <a:moveTo>
                    <a:pt x="8619236" y="4572"/>
                  </a:moveTo>
                  <a:lnTo>
                    <a:pt x="8644636" y="4572"/>
                  </a:lnTo>
                  <a:lnTo>
                    <a:pt x="8619236" y="4572"/>
                  </a:lnTo>
                  <a:close/>
                  <a:moveTo>
                    <a:pt x="8670036" y="4572"/>
                  </a:moveTo>
                  <a:lnTo>
                    <a:pt x="8695436" y="4572"/>
                  </a:lnTo>
                  <a:lnTo>
                    <a:pt x="8670036" y="4572"/>
                  </a:lnTo>
                  <a:close/>
                  <a:moveTo>
                    <a:pt x="8720836" y="4572"/>
                  </a:moveTo>
                  <a:lnTo>
                    <a:pt x="8746236" y="4572"/>
                  </a:lnTo>
                  <a:lnTo>
                    <a:pt x="8720836" y="4572"/>
                  </a:lnTo>
                  <a:close/>
                  <a:moveTo>
                    <a:pt x="8771636" y="4572"/>
                  </a:moveTo>
                  <a:lnTo>
                    <a:pt x="8797036" y="4572"/>
                  </a:lnTo>
                  <a:lnTo>
                    <a:pt x="8771636" y="4572"/>
                  </a:lnTo>
                  <a:close/>
                  <a:moveTo>
                    <a:pt x="8822436" y="4572"/>
                  </a:moveTo>
                  <a:lnTo>
                    <a:pt x="8847836" y="4572"/>
                  </a:lnTo>
                  <a:lnTo>
                    <a:pt x="8822436" y="4572"/>
                  </a:lnTo>
                  <a:close/>
                  <a:moveTo>
                    <a:pt x="8873236" y="4572"/>
                  </a:moveTo>
                  <a:lnTo>
                    <a:pt x="8898636" y="4572"/>
                  </a:lnTo>
                  <a:lnTo>
                    <a:pt x="8873236" y="4572"/>
                  </a:lnTo>
                  <a:close/>
                  <a:moveTo>
                    <a:pt x="8924036" y="4572"/>
                  </a:moveTo>
                  <a:lnTo>
                    <a:pt x="8949436" y="4572"/>
                  </a:lnTo>
                  <a:lnTo>
                    <a:pt x="8924036" y="4572"/>
                  </a:lnTo>
                  <a:close/>
                  <a:moveTo>
                    <a:pt x="8974836" y="4572"/>
                  </a:moveTo>
                  <a:lnTo>
                    <a:pt x="9000236" y="4572"/>
                  </a:lnTo>
                  <a:lnTo>
                    <a:pt x="8974836" y="4572"/>
                  </a:lnTo>
                  <a:close/>
                  <a:moveTo>
                    <a:pt x="9025636" y="4572"/>
                  </a:moveTo>
                  <a:lnTo>
                    <a:pt x="9051036" y="4572"/>
                  </a:lnTo>
                  <a:lnTo>
                    <a:pt x="9025636" y="4572"/>
                  </a:lnTo>
                  <a:close/>
                  <a:moveTo>
                    <a:pt x="9076436" y="4572"/>
                  </a:moveTo>
                  <a:lnTo>
                    <a:pt x="9101836" y="4572"/>
                  </a:lnTo>
                  <a:lnTo>
                    <a:pt x="9076436" y="4572"/>
                  </a:lnTo>
                  <a:close/>
                  <a:moveTo>
                    <a:pt x="9127236" y="4572"/>
                  </a:moveTo>
                  <a:lnTo>
                    <a:pt x="9152636" y="4572"/>
                  </a:lnTo>
                  <a:lnTo>
                    <a:pt x="9127236" y="4572"/>
                  </a:lnTo>
                  <a:close/>
                  <a:moveTo>
                    <a:pt x="9178036" y="4572"/>
                  </a:moveTo>
                  <a:lnTo>
                    <a:pt x="9203436" y="4572"/>
                  </a:lnTo>
                  <a:lnTo>
                    <a:pt x="9178036" y="4572"/>
                  </a:lnTo>
                  <a:close/>
                  <a:moveTo>
                    <a:pt x="9228836" y="4572"/>
                  </a:moveTo>
                  <a:lnTo>
                    <a:pt x="9254236" y="4572"/>
                  </a:lnTo>
                  <a:lnTo>
                    <a:pt x="9228836" y="4572"/>
                  </a:lnTo>
                  <a:close/>
                  <a:moveTo>
                    <a:pt x="9279636" y="4572"/>
                  </a:moveTo>
                  <a:lnTo>
                    <a:pt x="9305036" y="4572"/>
                  </a:lnTo>
                  <a:lnTo>
                    <a:pt x="9279636" y="4572"/>
                  </a:lnTo>
                  <a:close/>
                  <a:moveTo>
                    <a:pt x="9330436" y="4572"/>
                  </a:moveTo>
                  <a:lnTo>
                    <a:pt x="9355836" y="4572"/>
                  </a:lnTo>
                  <a:lnTo>
                    <a:pt x="9330436" y="4572"/>
                  </a:lnTo>
                  <a:close/>
                  <a:moveTo>
                    <a:pt x="9381236" y="4572"/>
                  </a:moveTo>
                  <a:lnTo>
                    <a:pt x="9406636" y="4572"/>
                  </a:lnTo>
                  <a:lnTo>
                    <a:pt x="9381236" y="4572"/>
                  </a:lnTo>
                  <a:close/>
                  <a:moveTo>
                    <a:pt x="9432036" y="4572"/>
                  </a:moveTo>
                  <a:lnTo>
                    <a:pt x="9457436" y="4572"/>
                  </a:lnTo>
                  <a:lnTo>
                    <a:pt x="9432036" y="4572"/>
                  </a:lnTo>
                  <a:close/>
                  <a:moveTo>
                    <a:pt x="9482836" y="4572"/>
                  </a:moveTo>
                  <a:lnTo>
                    <a:pt x="9508236" y="4572"/>
                  </a:lnTo>
                  <a:lnTo>
                    <a:pt x="9482836" y="4572"/>
                  </a:lnTo>
                  <a:close/>
                  <a:moveTo>
                    <a:pt x="9533636" y="4572"/>
                  </a:moveTo>
                  <a:lnTo>
                    <a:pt x="9559036" y="4572"/>
                  </a:lnTo>
                  <a:lnTo>
                    <a:pt x="9533636" y="4572"/>
                  </a:lnTo>
                  <a:close/>
                  <a:moveTo>
                    <a:pt x="9584436" y="4572"/>
                  </a:moveTo>
                  <a:lnTo>
                    <a:pt x="9609836" y="4572"/>
                  </a:lnTo>
                  <a:lnTo>
                    <a:pt x="9584436" y="4572"/>
                  </a:lnTo>
                  <a:close/>
                  <a:moveTo>
                    <a:pt x="9635236" y="4572"/>
                  </a:moveTo>
                  <a:lnTo>
                    <a:pt x="9660636" y="4572"/>
                  </a:lnTo>
                  <a:lnTo>
                    <a:pt x="9635236" y="4572"/>
                  </a:lnTo>
                  <a:close/>
                  <a:moveTo>
                    <a:pt x="9686036" y="4572"/>
                  </a:moveTo>
                  <a:lnTo>
                    <a:pt x="9711436" y="4572"/>
                  </a:lnTo>
                  <a:lnTo>
                    <a:pt x="9686036" y="4572"/>
                  </a:lnTo>
                  <a:close/>
                  <a:moveTo>
                    <a:pt x="9736836" y="4572"/>
                  </a:moveTo>
                  <a:lnTo>
                    <a:pt x="9762236" y="4572"/>
                  </a:lnTo>
                  <a:lnTo>
                    <a:pt x="9736836" y="4572"/>
                  </a:lnTo>
                  <a:close/>
                  <a:moveTo>
                    <a:pt x="9787636" y="4572"/>
                  </a:moveTo>
                  <a:lnTo>
                    <a:pt x="9813036" y="4572"/>
                  </a:lnTo>
                  <a:lnTo>
                    <a:pt x="9787636" y="4572"/>
                  </a:lnTo>
                  <a:close/>
                  <a:moveTo>
                    <a:pt x="9838436" y="4572"/>
                  </a:moveTo>
                  <a:lnTo>
                    <a:pt x="9863836" y="4572"/>
                  </a:lnTo>
                  <a:lnTo>
                    <a:pt x="9838436" y="4572"/>
                  </a:lnTo>
                  <a:close/>
                  <a:moveTo>
                    <a:pt x="9889236" y="4572"/>
                  </a:moveTo>
                  <a:lnTo>
                    <a:pt x="9914636" y="4572"/>
                  </a:lnTo>
                  <a:lnTo>
                    <a:pt x="9889236" y="4572"/>
                  </a:lnTo>
                  <a:close/>
                  <a:moveTo>
                    <a:pt x="9940036" y="4572"/>
                  </a:moveTo>
                  <a:lnTo>
                    <a:pt x="9965436" y="4572"/>
                  </a:lnTo>
                  <a:lnTo>
                    <a:pt x="9940036" y="4572"/>
                  </a:lnTo>
                  <a:close/>
                  <a:moveTo>
                    <a:pt x="9990836" y="4572"/>
                  </a:moveTo>
                  <a:lnTo>
                    <a:pt x="10016236" y="4572"/>
                  </a:lnTo>
                  <a:lnTo>
                    <a:pt x="9990836" y="4572"/>
                  </a:lnTo>
                  <a:close/>
                  <a:moveTo>
                    <a:pt x="10041636" y="4572"/>
                  </a:moveTo>
                  <a:lnTo>
                    <a:pt x="10067036" y="4572"/>
                  </a:lnTo>
                  <a:lnTo>
                    <a:pt x="10041636" y="4572"/>
                  </a:lnTo>
                  <a:close/>
                  <a:moveTo>
                    <a:pt x="10092436" y="4572"/>
                  </a:moveTo>
                  <a:lnTo>
                    <a:pt x="10117836" y="4572"/>
                  </a:lnTo>
                  <a:lnTo>
                    <a:pt x="10092436" y="4572"/>
                  </a:lnTo>
                  <a:close/>
                  <a:moveTo>
                    <a:pt x="10143236" y="4572"/>
                  </a:moveTo>
                  <a:lnTo>
                    <a:pt x="10168636" y="4572"/>
                  </a:lnTo>
                  <a:lnTo>
                    <a:pt x="10143236" y="4572"/>
                  </a:lnTo>
                  <a:close/>
                  <a:moveTo>
                    <a:pt x="10194036" y="4572"/>
                  </a:moveTo>
                  <a:lnTo>
                    <a:pt x="10219436" y="4572"/>
                  </a:lnTo>
                  <a:lnTo>
                    <a:pt x="10194036" y="4572"/>
                  </a:lnTo>
                  <a:close/>
                  <a:moveTo>
                    <a:pt x="10244836" y="4572"/>
                  </a:moveTo>
                  <a:lnTo>
                    <a:pt x="10270236" y="4572"/>
                  </a:lnTo>
                  <a:lnTo>
                    <a:pt x="10244836" y="4572"/>
                  </a:lnTo>
                  <a:close/>
                  <a:moveTo>
                    <a:pt x="10295636" y="4572"/>
                  </a:moveTo>
                  <a:lnTo>
                    <a:pt x="10321036" y="4572"/>
                  </a:lnTo>
                  <a:lnTo>
                    <a:pt x="10295636" y="4572"/>
                  </a:lnTo>
                  <a:close/>
                  <a:moveTo>
                    <a:pt x="10335768" y="19812"/>
                  </a:moveTo>
                  <a:lnTo>
                    <a:pt x="10335768" y="45212"/>
                  </a:lnTo>
                  <a:lnTo>
                    <a:pt x="10331196" y="45212"/>
                  </a:lnTo>
                  <a:lnTo>
                    <a:pt x="10331196" y="19812"/>
                  </a:lnTo>
                  <a:close/>
                  <a:moveTo>
                    <a:pt x="10331196" y="70612"/>
                  </a:moveTo>
                  <a:lnTo>
                    <a:pt x="10331196" y="96012"/>
                  </a:lnTo>
                  <a:lnTo>
                    <a:pt x="10326624" y="96012"/>
                  </a:lnTo>
                  <a:lnTo>
                    <a:pt x="10326624" y="70612"/>
                  </a:lnTo>
                  <a:close/>
                  <a:moveTo>
                    <a:pt x="10326624" y="121412"/>
                  </a:moveTo>
                  <a:lnTo>
                    <a:pt x="10326624" y="146812"/>
                  </a:lnTo>
                  <a:lnTo>
                    <a:pt x="10322052" y="146812"/>
                  </a:lnTo>
                  <a:lnTo>
                    <a:pt x="10322052" y="121412"/>
                  </a:lnTo>
                  <a:close/>
                  <a:moveTo>
                    <a:pt x="10322052" y="172212"/>
                  </a:moveTo>
                  <a:lnTo>
                    <a:pt x="10322052" y="197612"/>
                  </a:lnTo>
                  <a:lnTo>
                    <a:pt x="10317480" y="197612"/>
                  </a:lnTo>
                  <a:lnTo>
                    <a:pt x="10317480" y="172212"/>
                  </a:lnTo>
                  <a:close/>
                  <a:moveTo>
                    <a:pt x="10317480" y="223012"/>
                  </a:moveTo>
                  <a:lnTo>
                    <a:pt x="10317480" y="248412"/>
                  </a:lnTo>
                  <a:lnTo>
                    <a:pt x="10312908" y="248412"/>
                  </a:lnTo>
                  <a:lnTo>
                    <a:pt x="10312908" y="223012"/>
                  </a:lnTo>
                  <a:close/>
                  <a:moveTo>
                    <a:pt x="10312908" y="273812"/>
                  </a:moveTo>
                  <a:lnTo>
                    <a:pt x="10312908" y="299212"/>
                  </a:lnTo>
                  <a:lnTo>
                    <a:pt x="10308336" y="299212"/>
                  </a:lnTo>
                  <a:lnTo>
                    <a:pt x="10308336" y="273812"/>
                  </a:lnTo>
                  <a:close/>
                  <a:moveTo>
                    <a:pt x="10308336" y="324612"/>
                  </a:moveTo>
                  <a:lnTo>
                    <a:pt x="10308336" y="350012"/>
                  </a:lnTo>
                  <a:lnTo>
                    <a:pt x="10303764" y="350012"/>
                  </a:lnTo>
                  <a:lnTo>
                    <a:pt x="10303764" y="324612"/>
                  </a:lnTo>
                  <a:close/>
                  <a:moveTo>
                    <a:pt x="10303764" y="375412"/>
                  </a:moveTo>
                  <a:lnTo>
                    <a:pt x="10303764" y="400812"/>
                  </a:lnTo>
                  <a:lnTo>
                    <a:pt x="10299192" y="400812"/>
                  </a:lnTo>
                  <a:lnTo>
                    <a:pt x="10299192" y="375412"/>
                  </a:lnTo>
                  <a:close/>
                  <a:moveTo>
                    <a:pt x="10299192" y="426212"/>
                  </a:moveTo>
                  <a:lnTo>
                    <a:pt x="10299192" y="451612"/>
                  </a:lnTo>
                  <a:lnTo>
                    <a:pt x="10294620" y="451612"/>
                  </a:lnTo>
                  <a:lnTo>
                    <a:pt x="10294620" y="426212"/>
                  </a:lnTo>
                  <a:close/>
                  <a:moveTo>
                    <a:pt x="10294620" y="477012"/>
                  </a:moveTo>
                  <a:lnTo>
                    <a:pt x="10294620" y="502412"/>
                  </a:lnTo>
                  <a:lnTo>
                    <a:pt x="10290048" y="502412"/>
                  </a:lnTo>
                  <a:lnTo>
                    <a:pt x="10290048" y="477012"/>
                  </a:lnTo>
                  <a:close/>
                  <a:moveTo>
                    <a:pt x="10290048" y="527812"/>
                  </a:moveTo>
                  <a:lnTo>
                    <a:pt x="10290048" y="553212"/>
                  </a:lnTo>
                  <a:lnTo>
                    <a:pt x="10285476" y="553212"/>
                  </a:lnTo>
                  <a:lnTo>
                    <a:pt x="10285476" y="527812"/>
                  </a:lnTo>
                  <a:close/>
                  <a:moveTo>
                    <a:pt x="10285476" y="578612"/>
                  </a:moveTo>
                  <a:lnTo>
                    <a:pt x="10285476" y="604012"/>
                  </a:lnTo>
                  <a:lnTo>
                    <a:pt x="10280904" y="604012"/>
                  </a:lnTo>
                  <a:lnTo>
                    <a:pt x="10280904" y="578612"/>
                  </a:lnTo>
                  <a:close/>
                  <a:moveTo>
                    <a:pt x="10280904" y="629412"/>
                  </a:moveTo>
                  <a:lnTo>
                    <a:pt x="10280904" y="654812"/>
                  </a:lnTo>
                  <a:lnTo>
                    <a:pt x="10276332" y="654812"/>
                  </a:lnTo>
                  <a:lnTo>
                    <a:pt x="10276332" y="629412"/>
                  </a:lnTo>
                  <a:close/>
                  <a:moveTo>
                    <a:pt x="10276332" y="680212"/>
                  </a:moveTo>
                  <a:lnTo>
                    <a:pt x="10276332" y="705612"/>
                  </a:lnTo>
                  <a:lnTo>
                    <a:pt x="10271760" y="705612"/>
                  </a:lnTo>
                  <a:lnTo>
                    <a:pt x="10271760" y="680212"/>
                  </a:lnTo>
                  <a:close/>
                  <a:moveTo>
                    <a:pt x="10271760" y="731012"/>
                  </a:moveTo>
                  <a:lnTo>
                    <a:pt x="10271760" y="756412"/>
                  </a:lnTo>
                  <a:lnTo>
                    <a:pt x="10267188" y="756412"/>
                  </a:lnTo>
                  <a:lnTo>
                    <a:pt x="10267188" y="731012"/>
                  </a:lnTo>
                  <a:close/>
                  <a:moveTo>
                    <a:pt x="10267188" y="781812"/>
                  </a:moveTo>
                  <a:lnTo>
                    <a:pt x="10267188" y="807212"/>
                  </a:lnTo>
                  <a:lnTo>
                    <a:pt x="10262616" y="807212"/>
                  </a:lnTo>
                  <a:lnTo>
                    <a:pt x="10262616" y="781812"/>
                  </a:lnTo>
                  <a:close/>
                  <a:moveTo>
                    <a:pt x="10262616" y="832612"/>
                  </a:moveTo>
                  <a:lnTo>
                    <a:pt x="10262616" y="858012"/>
                  </a:lnTo>
                  <a:lnTo>
                    <a:pt x="10258044" y="858012"/>
                  </a:lnTo>
                  <a:lnTo>
                    <a:pt x="10258044" y="832612"/>
                  </a:lnTo>
                  <a:close/>
                  <a:moveTo>
                    <a:pt x="10258044" y="883412"/>
                  </a:moveTo>
                  <a:lnTo>
                    <a:pt x="10258044" y="908812"/>
                  </a:lnTo>
                  <a:lnTo>
                    <a:pt x="10253472" y="908812"/>
                  </a:lnTo>
                  <a:lnTo>
                    <a:pt x="10253472" y="883412"/>
                  </a:lnTo>
                  <a:close/>
                  <a:moveTo>
                    <a:pt x="10253472" y="934212"/>
                  </a:moveTo>
                  <a:lnTo>
                    <a:pt x="10253472" y="959612"/>
                  </a:lnTo>
                  <a:lnTo>
                    <a:pt x="10248900" y="959612"/>
                  </a:lnTo>
                  <a:lnTo>
                    <a:pt x="10248900" y="934212"/>
                  </a:lnTo>
                  <a:close/>
                  <a:moveTo>
                    <a:pt x="10248900" y="985012"/>
                  </a:moveTo>
                  <a:lnTo>
                    <a:pt x="10248900" y="1010412"/>
                  </a:lnTo>
                  <a:lnTo>
                    <a:pt x="10244328" y="1010412"/>
                  </a:lnTo>
                  <a:lnTo>
                    <a:pt x="10244328" y="985012"/>
                  </a:lnTo>
                  <a:close/>
                  <a:moveTo>
                    <a:pt x="10244328" y="1035812"/>
                  </a:moveTo>
                  <a:lnTo>
                    <a:pt x="10244328" y="1061212"/>
                  </a:lnTo>
                  <a:lnTo>
                    <a:pt x="10239756" y="1061212"/>
                  </a:lnTo>
                  <a:lnTo>
                    <a:pt x="10239756" y="1035812"/>
                  </a:lnTo>
                  <a:close/>
                  <a:moveTo>
                    <a:pt x="10239756" y="1086612"/>
                  </a:moveTo>
                  <a:lnTo>
                    <a:pt x="10239756" y="1112012"/>
                  </a:lnTo>
                  <a:lnTo>
                    <a:pt x="10235184" y="1112012"/>
                  </a:lnTo>
                  <a:lnTo>
                    <a:pt x="10235184" y="1086612"/>
                  </a:lnTo>
                  <a:close/>
                  <a:moveTo>
                    <a:pt x="10235184" y="1137412"/>
                  </a:moveTo>
                  <a:lnTo>
                    <a:pt x="10235184" y="1162812"/>
                  </a:lnTo>
                  <a:lnTo>
                    <a:pt x="10230612" y="1162812"/>
                  </a:lnTo>
                  <a:lnTo>
                    <a:pt x="10230612" y="1137412"/>
                  </a:lnTo>
                  <a:close/>
                  <a:moveTo>
                    <a:pt x="10230612" y="1188212"/>
                  </a:moveTo>
                  <a:lnTo>
                    <a:pt x="10230612" y="1200658"/>
                  </a:lnTo>
                  <a:cubicBezTo>
                    <a:pt x="10230612" y="1201928"/>
                    <a:pt x="10229596" y="1202944"/>
                    <a:pt x="10228326" y="1202944"/>
                  </a:cubicBezTo>
                  <a:lnTo>
                    <a:pt x="10215372" y="1202944"/>
                  </a:lnTo>
                  <a:lnTo>
                    <a:pt x="10215372" y="1193800"/>
                  </a:lnTo>
                  <a:lnTo>
                    <a:pt x="10228326" y="1193800"/>
                  </a:lnTo>
                  <a:lnTo>
                    <a:pt x="10228326" y="1196086"/>
                  </a:lnTo>
                  <a:lnTo>
                    <a:pt x="10226040" y="1196086"/>
                  </a:lnTo>
                  <a:lnTo>
                    <a:pt x="10226040" y="1183640"/>
                  </a:lnTo>
                  <a:close/>
                  <a:moveTo>
                    <a:pt x="10185400" y="1198372"/>
                  </a:moveTo>
                  <a:lnTo>
                    <a:pt x="10160000" y="1198372"/>
                  </a:lnTo>
                  <a:lnTo>
                    <a:pt x="10160000" y="1193800"/>
                  </a:lnTo>
                  <a:lnTo>
                    <a:pt x="10185400" y="1193800"/>
                  </a:lnTo>
                  <a:close/>
                  <a:moveTo>
                    <a:pt x="10134600" y="1193800"/>
                  </a:moveTo>
                  <a:lnTo>
                    <a:pt x="10109200" y="1193800"/>
                  </a:lnTo>
                  <a:lnTo>
                    <a:pt x="10134600" y="1193800"/>
                  </a:lnTo>
                  <a:close/>
                  <a:moveTo>
                    <a:pt x="10083800" y="1193800"/>
                  </a:moveTo>
                  <a:lnTo>
                    <a:pt x="10058400" y="1193800"/>
                  </a:lnTo>
                  <a:lnTo>
                    <a:pt x="10083800" y="1193800"/>
                  </a:lnTo>
                  <a:close/>
                  <a:moveTo>
                    <a:pt x="10033000" y="1193800"/>
                  </a:moveTo>
                  <a:lnTo>
                    <a:pt x="10007600" y="1193800"/>
                  </a:lnTo>
                  <a:lnTo>
                    <a:pt x="10033000" y="1193800"/>
                  </a:lnTo>
                  <a:close/>
                  <a:moveTo>
                    <a:pt x="9982200" y="1193800"/>
                  </a:moveTo>
                  <a:lnTo>
                    <a:pt x="9956800" y="1193800"/>
                  </a:lnTo>
                  <a:lnTo>
                    <a:pt x="9982200" y="1193800"/>
                  </a:lnTo>
                  <a:close/>
                  <a:moveTo>
                    <a:pt x="9931400" y="1193800"/>
                  </a:moveTo>
                  <a:lnTo>
                    <a:pt x="9906000" y="1193800"/>
                  </a:lnTo>
                  <a:lnTo>
                    <a:pt x="9931400" y="1193800"/>
                  </a:lnTo>
                  <a:close/>
                  <a:moveTo>
                    <a:pt x="9880600" y="1193800"/>
                  </a:moveTo>
                  <a:lnTo>
                    <a:pt x="9855200" y="1193800"/>
                  </a:lnTo>
                  <a:lnTo>
                    <a:pt x="9880600" y="1193800"/>
                  </a:lnTo>
                  <a:close/>
                  <a:moveTo>
                    <a:pt x="9829800" y="1193800"/>
                  </a:moveTo>
                  <a:lnTo>
                    <a:pt x="9804400" y="1193800"/>
                  </a:lnTo>
                  <a:lnTo>
                    <a:pt x="9829800" y="1193800"/>
                  </a:lnTo>
                  <a:close/>
                  <a:moveTo>
                    <a:pt x="9779000" y="1193800"/>
                  </a:moveTo>
                  <a:lnTo>
                    <a:pt x="9753600" y="1193800"/>
                  </a:lnTo>
                  <a:lnTo>
                    <a:pt x="9779000" y="1193800"/>
                  </a:lnTo>
                  <a:close/>
                  <a:moveTo>
                    <a:pt x="9728200" y="1193800"/>
                  </a:moveTo>
                  <a:lnTo>
                    <a:pt x="9702800" y="1193800"/>
                  </a:lnTo>
                  <a:lnTo>
                    <a:pt x="9728200" y="1193800"/>
                  </a:lnTo>
                  <a:close/>
                  <a:moveTo>
                    <a:pt x="9677400" y="1193800"/>
                  </a:moveTo>
                  <a:lnTo>
                    <a:pt x="9652000" y="1193800"/>
                  </a:lnTo>
                  <a:lnTo>
                    <a:pt x="9677400" y="1193800"/>
                  </a:lnTo>
                  <a:close/>
                  <a:moveTo>
                    <a:pt x="9626600" y="1193800"/>
                  </a:moveTo>
                  <a:lnTo>
                    <a:pt x="9601200" y="1193800"/>
                  </a:lnTo>
                  <a:lnTo>
                    <a:pt x="9626600" y="1193800"/>
                  </a:lnTo>
                  <a:close/>
                  <a:moveTo>
                    <a:pt x="9575800" y="1193800"/>
                  </a:moveTo>
                  <a:lnTo>
                    <a:pt x="9550400" y="1193800"/>
                  </a:lnTo>
                  <a:lnTo>
                    <a:pt x="9575800" y="1193800"/>
                  </a:lnTo>
                  <a:close/>
                  <a:moveTo>
                    <a:pt x="9525000" y="1193800"/>
                  </a:moveTo>
                  <a:lnTo>
                    <a:pt x="9499600" y="1193800"/>
                  </a:lnTo>
                  <a:lnTo>
                    <a:pt x="9525000" y="1193800"/>
                  </a:lnTo>
                  <a:close/>
                  <a:moveTo>
                    <a:pt x="9474200" y="1193800"/>
                  </a:moveTo>
                  <a:lnTo>
                    <a:pt x="9448800" y="1193800"/>
                  </a:lnTo>
                  <a:lnTo>
                    <a:pt x="9474200" y="1193800"/>
                  </a:lnTo>
                  <a:close/>
                  <a:moveTo>
                    <a:pt x="9423400" y="1193800"/>
                  </a:moveTo>
                  <a:lnTo>
                    <a:pt x="9398000" y="1193800"/>
                  </a:lnTo>
                  <a:lnTo>
                    <a:pt x="9423400" y="1193800"/>
                  </a:lnTo>
                  <a:close/>
                  <a:moveTo>
                    <a:pt x="9372600" y="1193800"/>
                  </a:moveTo>
                  <a:lnTo>
                    <a:pt x="9347200" y="1193800"/>
                  </a:lnTo>
                  <a:lnTo>
                    <a:pt x="9372600" y="1193800"/>
                  </a:lnTo>
                  <a:close/>
                  <a:moveTo>
                    <a:pt x="9321800" y="1193800"/>
                  </a:moveTo>
                  <a:lnTo>
                    <a:pt x="9296400" y="1193800"/>
                  </a:lnTo>
                  <a:lnTo>
                    <a:pt x="9321800" y="1193800"/>
                  </a:lnTo>
                  <a:close/>
                  <a:moveTo>
                    <a:pt x="9271000" y="1193800"/>
                  </a:moveTo>
                  <a:lnTo>
                    <a:pt x="9245600" y="1193800"/>
                  </a:lnTo>
                  <a:lnTo>
                    <a:pt x="9271000" y="1193800"/>
                  </a:lnTo>
                  <a:close/>
                  <a:moveTo>
                    <a:pt x="9220200" y="1193800"/>
                  </a:moveTo>
                  <a:lnTo>
                    <a:pt x="9194800" y="1193800"/>
                  </a:lnTo>
                  <a:lnTo>
                    <a:pt x="9220200" y="1193800"/>
                  </a:lnTo>
                  <a:close/>
                  <a:moveTo>
                    <a:pt x="9169400" y="1193800"/>
                  </a:moveTo>
                  <a:lnTo>
                    <a:pt x="9144000" y="1193800"/>
                  </a:lnTo>
                  <a:lnTo>
                    <a:pt x="9169400" y="1193800"/>
                  </a:lnTo>
                  <a:close/>
                  <a:moveTo>
                    <a:pt x="9118600" y="1193800"/>
                  </a:moveTo>
                  <a:lnTo>
                    <a:pt x="9093200" y="1193800"/>
                  </a:lnTo>
                  <a:lnTo>
                    <a:pt x="9118600" y="1193800"/>
                  </a:lnTo>
                  <a:close/>
                  <a:moveTo>
                    <a:pt x="9067800" y="1193800"/>
                  </a:moveTo>
                  <a:lnTo>
                    <a:pt x="9042400" y="1193800"/>
                  </a:lnTo>
                  <a:lnTo>
                    <a:pt x="9067800" y="1193800"/>
                  </a:lnTo>
                  <a:close/>
                  <a:moveTo>
                    <a:pt x="9017000" y="1193800"/>
                  </a:moveTo>
                  <a:lnTo>
                    <a:pt x="8991600" y="1193800"/>
                  </a:lnTo>
                  <a:lnTo>
                    <a:pt x="9017000" y="1193800"/>
                  </a:lnTo>
                  <a:close/>
                  <a:moveTo>
                    <a:pt x="8966200" y="1193800"/>
                  </a:moveTo>
                  <a:lnTo>
                    <a:pt x="8940800" y="1193800"/>
                  </a:lnTo>
                  <a:lnTo>
                    <a:pt x="8966200" y="1193800"/>
                  </a:lnTo>
                  <a:close/>
                  <a:moveTo>
                    <a:pt x="8915400" y="1193800"/>
                  </a:moveTo>
                  <a:lnTo>
                    <a:pt x="8890000" y="1193800"/>
                  </a:lnTo>
                  <a:lnTo>
                    <a:pt x="8915400" y="1193800"/>
                  </a:lnTo>
                  <a:close/>
                  <a:moveTo>
                    <a:pt x="8864600" y="1193800"/>
                  </a:moveTo>
                  <a:lnTo>
                    <a:pt x="8839200" y="1193800"/>
                  </a:lnTo>
                  <a:lnTo>
                    <a:pt x="8864600" y="1193800"/>
                  </a:lnTo>
                  <a:close/>
                  <a:moveTo>
                    <a:pt x="8813800" y="1193800"/>
                  </a:moveTo>
                  <a:lnTo>
                    <a:pt x="8788400" y="1193800"/>
                  </a:lnTo>
                  <a:lnTo>
                    <a:pt x="8813800" y="1193800"/>
                  </a:lnTo>
                  <a:close/>
                  <a:moveTo>
                    <a:pt x="8763000" y="1193800"/>
                  </a:moveTo>
                  <a:lnTo>
                    <a:pt x="8737600" y="1193800"/>
                  </a:lnTo>
                  <a:lnTo>
                    <a:pt x="8763000" y="1193800"/>
                  </a:lnTo>
                  <a:close/>
                  <a:moveTo>
                    <a:pt x="8712200" y="1193800"/>
                  </a:moveTo>
                  <a:lnTo>
                    <a:pt x="8686800" y="1193800"/>
                  </a:lnTo>
                  <a:lnTo>
                    <a:pt x="8712200" y="1193800"/>
                  </a:lnTo>
                  <a:close/>
                  <a:moveTo>
                    <a:pt x="8661400" y="1193800"/>
                  </a:moveTo>
                  <a:lnTo>
                    <a:pt x="8636000" y="1193800"/>
                  </a:lnTo>
                  <a:lnTo>
                    <a:pt x="8661400" y="1193800"/>
                  </a:lnTo>
                  <a:close/>
                  <a:moveTo>
                    <a:pt x="8610600" y="1193800"/>
                  </a:moveTo>
                  <a:lnTo>
                    <a:pt x="8585200" y="1193800"/>
                  </a:lnTo>
                  <a:lnTo>
                    <a:pt x="8610600" y="1193800"/>
                  </a:lnTo>
                  <a:close/>
                  <a:moveTo>
                    <a:pt x="8559800" y="1193800"/>
                  </a:moveTo>
                  <a:lnTo>
                    <a:pt x="8534400" y="1193800"/>
                  </a:lnTo>
                  <a:lnTo>
                    <a:pt x="8559800" y="1193800"/>
                  </a:lnTo>
                  <a:close/>
                  <a:moveTo>
                    <a:pt x="8509000" y="1193800"/>
                  </a:moveTo>
                  <a:lnTo>
                    <a:pt x="8483600" y="1193800"/>
                  </a:lnTo>
                  <a:lnTo>
                    <a:pt x="8509000" y="1193800"/>
                  </a:lnTo>
                  <a:close/>
                  <a:moveTo>
                    <a:pt x="8458200" y="1193800"/>
                  </a:moveTo>
                  <a:lnTo>
                    <a:pt x="8432800" y="1193800"/>
                  </a:lnTo>
                  <a:lnTo>
                    <a:pt x="8458200" y="1193800"/>
                  </a:lnTo>
                  <a:close/>
                  <a:moveTo>
                    <a:pt x="8407400" y="1193800"/>
                  </a:moveTo>
                  <a:lnTo>
                    <a:pt x="8382000" y="1193800"/>
                  </a:lnTo>
                  <a:lnTo>
                    <a:pt x="8407400" y="1193800"/>
                  </a:lnTo>
                  <a:close/>
                  <a:moveTo>
                    <a:pt x="8356600" y="1193800"/>
                  </a:moveTo>
                  <a:lnTo>
                    <a:pt x="8331200" y="1193800"/>
                  </a:lnTo>
                  <a:lnTo>
                    <a:pt x="8356600" y="1193800"/>
                  </a:lnTo>
                  <a:close/>
                  <a:moveTo>
                    <a:pt x="8305800" y="1193800"/>
                  </a:moveTo>
                  <a:lnTo>
                    <a:pt x="8280400" y="1193800"/>
                  </a:lnTo>
                  <a:lnTo>
                    <a:pt x="8305800" y="1193800"/>
                  </a:lnTo>
                  <a:close/>
                  <a:moveTo>
                    <a:pt x="8255000" y="1193800"/>
                  </a:moveTo>
                  <a:lnTo>
                    <a:pt x="8229600" y="1193800"/>
                  </a:lnTo>
                  <a:lnTo>
                    <a:pt x="8255000" y="1193800"/>
                  </a:lnTo>
                  <a:close/>
                  <a:moveTo>
                    <a:pt x="8204200" y="1193800"/>
                  </a:moveTo>
                  <a:lnTo>
                    <a:pt x="8178800" y="1193800"/>
                  </a:lnTo>
                  <a:lnTo>
                    <a:pt x="8204200" y="1193800"/>
                  </a:lnTo>
                  <a:close/>
                  <a:moveTo>
                    <a:pt x="8153400" y="1193800"/>
                  </a:moveTo>
                  <a:lnTo>
                    <a:pt x="8128000" y="1193800"/>
                  </a:lnTo>
                  <a:lnTo>
                    <a:pt x="8153400" y="1193800"/>
                  </a:lnTo>
                  <a:close/>
                  <a:moveTo>
                    <a:pt x="8102600" y="1193800"/>
                  </a:moveTo>
                  <a:lnTo>
                    <a:pt x="8077200" y="1193800"/>
                  </a:lnTo>
                  <a:lnTo>
                    <a:pt x="8102600" y="1193800"/>
                  </a:lnTo>
                  <a:close/>
                  <a:moveTo>
                    <a:pt x="8051800" y="1193800"/>
                  </a:moveTo>
                  <a:lnTo>
                    <a:pt x="8026400" y="1193800"/>
                  </a:lnTo>
                  <a:lnTo>
                    <a:pt x="8051800" y="1193800"/>
                  </a:lnTo>
                  <a:close/>
                  <a:moveTo>
                    <a:pt x="8001000" y="1193800"/>
                  </a:moveTo>
                  <a:lnTo>
                    <a:pt x="7975600" y="1193800"/>
                  </a:lnTo>
                  <a:lnTo>
                    <a:pt x="8001000" y="1193800"/>
                  </a:lnTo>
                  <a:close/>
                  <a:moveTo>
                    <a:pt x="7950200" y="1193800"/>
                  </a:moveTo>
                  <a:lnTo>
                    <a:pt x="7924800" y="1193800"/>
                  </a:lnTo>
                  <a:lnTo>
                    <a:pt x="7950200" y="1193800"/>
                  </a:lnTo>
                  <a:close/>
                  <a:moveTo>
                    <a:pt x="7899400" y="1193800"/>
                  </a:moveTo>
                  <a:lnTo>
                    <a:pt x="7874000" y="1193800"/>
                  </a:lnTo>
                  <a:lnTo>
                    <a:pt x="7899400" y="1193800"/>
                  </a:lnTo>
                  <a:close/>
                  <a:moveTo>
                    <a:pt x="7848600" y="1193800"/>
                  </a:moveTo>
                  <a:lnTo>
                    <a:pt x="7823200" y="1193800"/>
                  </a:lnTo>
                  <a:lnTo>
                    <a:pt x="7848600" y="1193800"/>
                  </a:lnTo>
                  <a:close/>
                  <a:moveTo>
                    <a:pt x="7797800" y="1193800"/>
                  </a:moveTo>
                  <a:lnTo>
                    <a:pt x="7772400" y="1193800"/>
                  </a:lnTo>
                  <a:lnTo>
                    <a:pt x="7797800" y="1193800"/>
                  </a:lnTo>
                  <a:close/>
                  <a:moveTo>
                    <a:pt x="7747000" y="1193800"/>
                  </a:moveTo>
                  <a:lnTo>
                    <a:pt x="7721600" y="1193800"/>
                  </a:lnTo>
                  <a:lnTo>
                    <a:pt x="7747000" y="1193800"/>
                  </a:lnTo>
                  <a:close/>
                  <a:moveTo>
                    <a:pt x="7696200" y="1193800"/>
                  </a:moveTo>
                  <a:lnTo>
                    <a:pt x="7670800" y="1193800"/>
                  </a:lnTo>
                  <a:lnTo>
                    <a:pt x="7696200" y="1193800"/>
                  </a:lnTo>
                  <a:close/>
                  <a:moveTo>
                    <a:pt x="7645400" y="1193800"/>
                  </a:moveTo>
                  <a:lnTo>
                    <a:pt x="7620000" y="1193800"/>
                  </a:lnTo>
                  <a:lnTo>
                    <a:pt x="7645400" y="1193800"/>
                  </a:lnTo>
                  <a:close/>
                  <a:moveTo>
                    <a:pt x="7594600" y="1193800"/>
                  </a:moveTo>
                  <a:lnTo>
                    <a:pt x="7569200" y="1193800"/>
                  </a:lnTo>
                  <a:lnTo>
                    <a:pt x="7594600" y="1193800"/>
                  </a:lnTo>
                  <a:close/>
                  <a:moveTo>
                    <a:pt x="7543800" y="1193800"/>
                  </a:moveTo>
                  <a:lnTo>
                    <a:pt x="7518400" y="1193800"/>
                  </a:lnTo>
                  <a:lnTo>
                    <a:pt x="7543800" y="1193800"/>
                  </a:lnTo>
                  <a:close/>
                  <a:moveTo>
                    <a:pt x="7493000" y="1193800"/>
                  </a:moveTo>
                  <a:lnTo>
                    <a:pt x="7467600" y="1193800"/>
                  </a:lnTo>
                  <a:lnTo>
                    <a:pt x="7493000" y="1193800"/>
                  </a:lnTo>
                  <a:close/>
                  <a:moveTo>
                    <a:pt x="7442200" y="1193800"/>
                  </a:moveTo>
                  <a:lnTo>
                    <a:pt x="7416800" y="1193800"/>
                  </a:lnTo>
                  <a:lnTo>
                    <a:pt x="7442200" y="1193800"/>
                  </a:lnTo>
                  <a:close/>
                  <a:moveTo>
                    <a:pt x="7391400" y="1193800"/>
                  </a:moveTo>
                  <a:lnTo>
                    <a:pt x="7366000" y="1193800"/>
                  </a:lnTo>
                  <a:lnTo>
                    <a:pt x="7391400" y="1193800"/>
                  </a:lnTo>
                  <a:close/>
                  <a:moveTo>
                    <a:pt x="7340600" y="1193800"/>
                  </a:moveTo>
                  <a:lnTo>
                    <a:pt x="7315200" y="1193800"/>
                  </a:lnTo>
                  <a:lnTo>
                    <a:pt x="7340600" y="1193800"/>
                  </a:lnTo>
                  <a:close/>
                  <a:moveTo>
                    <a:pt x="7289800" y="1193800"/>
                  </a:moveTo>
                  <a:lnTo>
                    <a:pt x="7264400" y="1193800"/>
                  </a:lnTo>
                  <a:lnTo>
                    <a:pt x="7289800" y="1193800"/>
                  </a:lnTo>
                  <a:close/>
                  <a:moveTo>
                    <a:pt x="7239000" y="1193800"/>
                  </a:moveTo>
                  <a:lnTo>
                    <a:pt x="7213600" y="1193800"/>
                  </a:lnTo>
                  <a:lnTo>
                    <a:pt x="7239000" y="1193800"/>
                  </a:lnTo>
                  <a:close/>
                  <a:moveTo>
                    <a:pt x="7188200" y="1193800"/>
                  </a:moveTo>
                  <a:lnTo>
                    <a:pt x="7162800" y="1193800"/>
                  </a:lnTo>
                  <a:lnTo>
                    <a:pt x="7188200" y="1193800"/>
                  </a:lnTo>
                  <a:close/>
                  <a:moveTo>
                    <a:pt x="7137400" y="1193800"/>
                  </a:moveTo>
                  <a:lnTo>
                    <a:pt x="7112000" y="1193800"/>
                  </a:lnTo>
                  <a:lnTo>
                    <a:pt x="7137400" y="1193800"/>
                  </a:lnTo>
                  <a:close/>
                  <a:moveTo>
                    <a:pt x="7086600" y="1193800"/>
                  </a:moveTo>
                  <a:lnTo>
                    <a:pt x="7061200" y="1193800"/>
                  </a:lnTo>
                  <a:lnTo>
                    <a:pt x="7086600" y="1193800"/>
                  </a:lnTo>
                  <a:close/>
                  <a:moveTo>
                    <a:pt x="7035800" y="1193800"/>
                  </a:moveTo>
                  <a:lnTo>
                    <a:pt x="7010400" y="1193800"/>
                  </a:lnTo>
                  <a:lnTo>
                    <a:pt x="7035800" y="1193800"/>
                  </a:lnTo>
                  <a:close/>
                  <a:moveTo>
                    <a:pt x="6985000" y="1193800"/>
                  </a:moveTo>
                  <a:lnTo>
                    <a:pt x="6959600" y="1193800"/>
                  </a:lnTo>
                  <a:lnTo>
                    <a:pt x="6985000" y="1193800"/>
                  </a:lnTo>
                  <a:close/>
                  <a:moveTo>
                    <a:pt x="6934200" y="1193800"/>
                  </a:moveTo>
                  <a:lnTo>
                    <a:pt x="6908800" y="1193800"/>
                  </a:lnTo>
                  <a:lnTo>
                    <a:pt x="6934200" y="1193800"/>
                  </a:lnTo>
                  <a:close/>
                  <a:moveTo>
                    <a:pt x="6883400" y="1193800"/>
                  </a:moveTo>
                  <a:lnTo>
                    <a:pt x="6858000" y="1193800"/>
                  </a:lnTo>
                  <a:lnTo>
                    <a:pt x="6883400" y="1193800"/>
                  </a:lnTo>
                  <a:close/>
                  <a:moveTo>
                    <a:pt x="6832600" y="1193800"/>
                  </a:moveTo>
                  <a:lnTo>
                    <a:pt x="6807200" y="1193800"/>
                  </a:lnTo>
                  <a:lnTo>
                    <a:pt x="6832600" y="1193800"/>
                  </a:lnTo>
                  <a:close/>
                  <a:moveTo>
                    <a:pt x="6781800" y="1193800"/>
                  </a:moveTo>
                  <a:lnTo>
                    <a:pt x="6756400" y="1193800"/>
                  </a:lnTo>
                  <a:lnTo>
                    <a:pt x="6781800" y="1193800"/>
                  </a:lnTo>
                  <a:close/>
                  <a:moveTo>
                    <a:pt x="6731000" y="1193800"/>
                  </a:moveTo>
                  <a:lnTo>
                    <a:pt x="6705600" y="1193800"/>
                  </a:lnTo>
                  <a:lnTo>
                    <a:pt x="6731000" y="1193800"/>
                  </a:lnTo>
                  <a:close/>
                  <a:moveTo>
                    <a:pt x="6680200" y="1193800"/>
                  </a:moveTo>
                  <a:lnTo>
                    <a:pt x="6654800" y="1193800"/>
                  </a:lnTo>
                  <a:lnTo>
                    <a:pt x="6680200" y="1193800"/>
                  </a:lnTo>
                  <a:close/>
                  <a:moveTo>
                    <a:pt x="6629400" y="1193800"/>
                  </a:moveTo>
                  <a:lnTo>
                    <a:pt x="6604000" y="1193800"/>
                  </a:lnTo>
                  <a:lnTo>
                    <a:pt x="6629400" y="1193800"/>
                  </a:lnTo>
                  <a:close/>
                  <a:moveTo>
                    <a:pt x="6578600" y="1193800"/>
                  </a:moveTo>
                  <a:lnTo>
                    <a:pt x="6553200" y="1193800"/>
                  </a:lnTo>
                  <a:lnTo>
                    <a:pt x="6578600" y="1193800"/>
                  </a:lnTo>
                  <a:close/>
                  <a:moveTo>
                    <a:pt x="6527800" y="1193800"/>
                  </a:moveTo>
                  <a:lnTo>
                    <a:pt x="6502400" y="1193800"/>
                  </a:lnTo>
                  <a:lnTo>
                    <a:pt x="6527800" y="1193800"/>
                  </a:lnTo>
                  <a:close/>
                  <a:moveTo>
                    <a:pt x="6477000" y="1193800"/>
                  </a:moveTo>
                  <a:lnTo>
                    <a:pt x="6451600" y="1193800"/>
                  </a:lnTo>
                  <a:lnTo>
                    <a:pt x="6477000" y="1193800"/>
                  </a:lnTo>
                  <a:close/>
                  <a:moveTo>
                    <a:pt x="6426200" y="1193800"/>
                  </a:moveTo>
                  <a:lnTo>
                    <a:pt x="6400800" y="1193800"/>
                  </a:lnTo>
                  <a:lnTo>
                    <a:pt x="6426200" y="1193800"/>
                  </a:lnTo>
                  <a:close/>
                  <a:moveTo>
                    <a:pt x="6375400" y="1193800"/>
                  </a:moveTo>
                  <a:lnTo>
                    <a:pt x="6350000" y="1193800"/>
                  </a:lnTo>
                  <a:lnTo>
                    <a:pt x="6375400" y="1193800"/>
                  </a:lnTo>
                  <a:close/>
                  <a:moveTo>
                    <a:pt x="6324600" y="1193800"/>
                  </a:moveTo>
                  <a:lnTo>
                    <a:pt x="6299200" y="1193800"/>
                  </a:lnTo>
                  <a:lnTo>
                    <a:pt x="6324600" y="1193800"/>
                  </a:lnTo>
                  <a:close/>
                  <a:moveTo>
                    <a:pt x="6273800" y="1193800"/>
                  </a:moveTo>
                  <a:lnTo>
                    <a:pt x="6248400" y="1193800"/>
                  </a:lnTo>
                  <a:lnTo>
                    <a:pt x="6273800" y="1193800"/>
                  </a:lnTo>
                  <a:close/>
                  <a:moveTo>
                    <a:pt x="6223000" y="1193800"/>
                  </a:moveTo>
                  <a:lnTo>
                    <a:pt x="6197600" y="1193800"/>
                  </a:lnTo>
                  <a:lnTo>
                    <a:pt x="6223000" y="1193800"/>
                  </a:lnTo>
                  <a:close/>
                  <a:moveTo>
                    <a:pt x="6172200" y="1193800"/>
                  </a:moveTo>
                  <a:lnTo>
                    <a:pt x="6146800" y="1193800"/>
                  </a:lnTo>
                  <a:lnTo>
                    <a:pt x="6172200" y="1193800"/>
                  </a:lnTo>
                  <a:close/>
                  <a:moveTo>
                    <a:pt x="6121400" y="1193800"/>
                  </a:moveTo>
                  <a:lnTo>
                    <a:pt x="6096000" y="1193800"/>
                  </a:lnTo>
                  <a:lnTo>
                    <a:pt x="6121400" y="1193800"/>
                  </a:lnTo>
                  <a:close/>
                  <a:moveTo>
                    <a:pt x="6070600" y="1193800"/>
                  </a:moveTo>
                  <a:lnTo>
                    <a:pt x="6045200" y="1193800"/>
                  </a:lnTo>
                  <a:lnTo>
                    <a:pt x="6070600" y="1193800"/>
                  </a:lnTo>
                  <a:close/>
                  <a:moveTo>
                    <a:pt x="6019800" y="1193800"/>
                  </a:moveTo>
                  <a:lnTo>
                    <a:pt x="5994400" y="1193800"/>
                  </a:lnTo>
                  <a:lnTo>
                    <a:pt x="6019800" y="1193800"/>
                  </a:lnTo>
                  <a:close/>
                  <a:moveTo>
                    <a:pt x="5969000" y="1193800"/>
                  </a:moveTo>
                  <a:lnTo>
                    <a:pt x="5943600" y="1193800"/>
                  </a:lnTo>
                  <a:lnTo>
                    <a:pt x="5969000" y="1193800"/>
                  </a:lnTo>
                  <a:close/>
                  <a:moveTo>
                    <a:pt x="5918200" y="1193800"/>
                  </a:moveTo>
                  <a:lnTo>
                    <a:pt x="5892800" y="1193800"/>
                  </a:lnTo>
                  <a:lnTo>
                    <a:pt x="5918200" y="1193800"/>
                  </a:lnTo>
                  <a:close/>
                  <a:moveTo>
                    <a:pt x="5867400" y="1193800"/>
                  </a:moveTo>
                  <a:lnTo>
                    <a:pt x="5842000" y="1193800"/>
                  </a:lnTo>
                  <a:lnTo>
                    <a:pt x="5867400" y="1193800"/>
                  </a:lnTo>
                  <a:close/>
                  <a:moveTo>
                    <a:pt x="5816600" y="1193800"/>
                  </a:moveTo>
                  <a:lnTo>
                    <a:pt x="5791200" y="1193800"/>
                  </a:lnTo>
                  <a:lnTo>
                    <a:pt x="5816600" y="1193800"/>
                  </a:lnTo>
                  <a:close/>
                  <a:moveTo>
                    <a:pt x="5765800" y="1193800"/>
                  </a:moveTo>
                  <a:lnTo>
                    <a:pt x="5740400" y="1193800"/>
                  </a:lnTo>
                  <a:lnTo>
                    <a:pt x="5765800" y="1193800"/>
                  </a:lnTo>
                  <a:close/>
                  <a:moveTo>
                    <a:pt x="5715000" y="1193800"/>
                  </a:moveTo>
                  <a:lnTo>
                    <a:pt x="5689600" y="1193800"/>
                  </a:lnTo>
                  <a:lnTo>
                    <a:pt x="5715000" y="1193800"/>
                  </a:lnTo>
                  <a:close/>
                  <a:moveTo>
                    <a:pt x="5664200" y="1193800"/>
                  </a:moveTo>
                  <a:lnTo>
                    <a:pt x="5638800" y="1193800"/>
                  </a:lnTo>
                  <a:lnTo>
                    <a:pt x="5664200" y="1193800"/>
                  </a:lnTo>
                  <a:close/>
                  <a:moveTo>
                    <a:pt x="5613400" y="1193800"/>
                  </a:moveTo>
                  <a:lnTo>
                    <a:pt x="5588000" y="1193800"/>
                  </a:lnTo>
                  <a:lnTo>
                    <a:pt x="5613400" y="1193800"/>
                  </a:lnTo>
                  <a:close/>
                  <a:moveTo>
                    <a:pt x="5562600" y="1193800"/>
                  </a:moveTo>
                  <a:lnTo>
                    <a:pt x="5537200" y="1193800"/>
                  </a:lnTo>
                  <a:lnTo>
                    <a:pt x="5562600" y="1193800"/>
                  </a:lnTo>
                  <a:close/>
                  <a:moveTo>
                    <a:pt x="5511800" y="1193800"/>
                  </a:moveTo>
                  <a:lnTo>
                    <a:pt x="5486400" y="1193800"/>
                  </a:lnTo>
                  <a:lnTo>
                    <a:pt x="5511800" y="1193800"/>
                  </a:lnTo>
                  <a:close/>
                  <a:moveTo>
                    <a:pt x="5461000" y="1193800"/>
                  </a:moveTo>
                  <a:lnTo>
                    <a:pt x="5435600" y="1193800"/>
                  </a:lnTo>
                  <a:lnTo>
                    <a:pt x="5461000" y="1193800"/>
                  </a:lnTo>
                  <a:close/>
                  <a:moveTo>
                    <a:pt x="5410200" y="1193800"/>
                  </a:moveTo>
                  <a:lnTo>
                    <a:pt x="5384800" y="1193800"/>
                  </a:lnTo>
                  <a:lnTo>
                    <a:pt x="5410200" y="1193800"/>
                  </a:lnTo>
                  <a:close/>
                  <a:moveTo>
                    <a:pt x="5359400" y="1193800"/>
                  </a:moveTo>
                  <a:lnTo>
                    <a:pt x="5334000" y="1193800"/>
                  </a:lnTo>
                  <a:lnTo>
                    <a:pt x="5359400" y="1193800"/>
                  </a:lnTo>
                  <a:close/>
                  <a:moveTo>
                    <a:pt x="5308600" y="1193800"/>
                  </a:moveTo>
                  <a:lnTo>
                    <a:pt x="5283200" y="1193800"/>
                  </a:lnTo>
                  <a:lnTo>
                    <a:pt x="5308600" y="1193800"/>
                  </a:lnTo>
                  <a:close/>
                  <a:moveTo>
                    <a:pt x="5257800" y="1193800"/>
                  </a:moveTo>
                  <a:lnTo>
                    <a:pt x="5232400" y="1193800"/>
                  </a:lnTo>
                  <a:lnTo>
                    <a:pt x="5257800" y="1193800"/>
                  </a:lnTo>
                  <a:close/>
                  <a:moveTo>
                    <a:pt x="5207000" y="1193800"/>
                  </a:moveTo>
                  <a:lnTo>
                    <a:pt x="5181600" y="1193800"/>
                  </a:lnTo>
                  <a:lnTo>
                    <a:pt x="5207000" y="1193800"/>
                  </a:lnTo>
                  <a:close/>
                  <a:moveTo>
                    <a:pt x="5156200" y="1193800"/>
                  </a:moveTo>
                  <a:lnTo>
                    <a:pt x="5130800" y="1193800"/>
                  </a:lnTo>
                  <a:lnTo>
                    <a:pt x="5156200" y="1193800"/>
                  </a:lnTo>
                  <a:close/>
                  <a:moveTo>
                    <a:pt x="5105400" y="1193800"/>
                  </a:moveTo>
                  <a:lnTo>
                    <a:pt x="5080000" y="1193800"/>
                  </a:lnTo>
                  <a:lnTo>
                    <a:pt x="5105400" y="1193800"/>
                  </a:lnTo>
                  <a:close/>
                  <a:moveTo>
                    <a:pt x="5054600" y="1193800"/>
                  </a:moveTo>
                  <a:lnTo>
                    <a:pt x="5029200" y="1193800"/>
                  </a:lnTo>
                  <a:lnTo>
                    <a:pt x="5054600" y="1193800"/>
                  </a:lnTo>
                  <a:close/>
                  <a:moveTo>
                    <a:pt x="5003800" y="1193800"/>
                  </a:moveTo>
                  <a:lnTo>
                    <a:pt x="4978400" y="1193800"/>
                  </a:lnTo>
                  <a:lnTo>
                    <a:pt x="5003800" y="1193800"/>
                  </a:lnTo>
                  <a:close/>
                  <a:moveTo>
                    <a:pt x="4953000" y="1193800"/>
                  </a:moveTo>
                  <a:lnTo>
                    <a:pt x="4927600" y="1193800"/>
                  </a:lnTo>
                  <a:lnTo>
                    <a:pt x="4953000" y="1193800"/>
                  </a:lnTo>
                  <a:close/>
                  <a:moveTo>
                    <a:pt x="4902200" y="1193800"/>
                  </a:moveTo>
                  <a:lnTo>
                    <a:pt x="4876800" y="1193800"/>
                  </a:lnTo>
                  <a:lnTo>
                    <a:pt x="4902200" y="1193800"/>
                  </a:lnTo>
                  <a:close/>
                  <a:moveTo>
                    <a:pt x="4851400" y="1193800"/>
                  </a:moveTo>
                  <a:lnTo>
                    <a:pt x="4826000" y="1193800"/>
                  </a:lnTo>
                  <a:lnTo>
                    <a:pt x="4851400" y="1193800"/>
                  </a:lnTo>
                  <a:close/>
                  <a:moveTo>
                    <a:pt x="4800600" y="1193800"/>
                  </a:moveTo>
                  <a:lnTo>
                    <a:pt x="4775200" y="1193800"/>
                  </a:lnTo>
                  <a:lnTo>
                    <a:pt x="4800600" y="1193800"/>
                  </a:lnTo>
                  <a:close/>
                  <a:moveTo>
                    <a:pt x="4749800" y="1193800"/>
                  </a:moveTo>
                  <a:lnTo>
                    <a:pt x="4724400" y="1193800"/>
                  </a:lnTo>
                  <a:lnTo>
                    <a:pt x="4749800" y="1193800"/>
                  </a:lnTo>
                  <a:close/>
                  <a:moveTo>
                    <a:pt x="4699000" y="1193800"/>
                  </a:moveTo>
                  <a:lnTo>
                    <a:pt x="4673600" y="1193800"/>
                  </a:lnTo>
                  <a:lnTo>
                    <a:pt x="4699000" y="1193800"/>
                  </a:lnTo>
                  <a:close/>
                  <a:moveTo>
                    <a:pt x="4648200" y="1193800"/>
                  </a:moveTo>
                  <a:lnTo>
                    <a:pt x="4622800" y="1193800"/>
                  </a:lnTo>
                  <a:lnTo>
                    <a:pt x="4648200" y="1193800"/>
                  </a:lnTo>
                  <a:close/>
                  <a:moveTo>
                    <a:pt x="4597400" y="1193800"/>
                  </a:moveTo>
                  <a:lnTo>
                    <a:pt x="4572000" y="1193800"/>
                  </a:lnTo>
                  <a:lnTo>
                    <a:pt x="4597400" y="1193800"/>
                  </a:lnTo>
                  <a:close/>
                  <a:moveTo>
                    <a:pt x="4546600" y="1193800"/>
                  </a:moveTo>
                  <a:lnTo>
                    <a:pt x="4521200" y="1193800"/>
                  </a:lnTo>
                  <a:lnTo>
                    <a:pt x="4546600" y="1193800"/>
                  </a:lnTo>
                  <a:close/>
                  <a:moveTo>
                    <a:pt x="4495800" y="1193800"/>
                  </a:moveTo>
                  <a:lnTo>
                    <a:pt x="4470400" y="1193800"/>
                  </a:lnTo>
                  <a:lnTo>
                    <a:pt x="4495800" y="1193800"/>
                  </a:lnTo>
                  <a:close/>
                  <a:moveTo>
                    <a:pt x="4445000" y="1193800"/>
                  </a:moveTo>
                  <a:lnTo>
                    <a:pt x="4419600" y="1193800"/>
                  </a:lnTo>
                  <a:lnTo>
                    <a:pt x="4445000" y="1193800"/>
                  </a:lnTo>
                  <a:close/>
                  <a:moveTo>
                    <a:pt x="4394200" y="1193800"/>
                  </a:moveTo>
                  <a:lnTo>
                    <a:pt x="4368800" y="1193800"/>
                  </a:lnTo>
                  <a:lnTo>
                    <a:pt x="4394200" y="1193800"/>
                  </a:lnTo>
                  <a:close/>
                  <a:moveTo>
                    <a:pt x="4343400" y="1193800"/>
                  </a:moveTo>
                  <a:lnTo>
                    <a:pt x="4318000" y="1193800"/>
                  </a:lnTo>
                  <a:lnTo>
                    <a:pt x="4343400" y="1193800"/>
                  </a:lnTo>
                  <a:close/>
                  <a:moveTo>
                    <a:pt x="4292600" y="1193800"/>
                  </a:moveTo>
                  <a:lnTo>
                    <a:pt x="4267200" y="1193800"/>
                  </a:lnTo>
                  <a:lnTo>
                    <a:pt x="4292600" y="1193800"/>
                  </a:lnTo>
                  <a:close/>
                  <a:moveTo>
                    <a:pt x="4241800" y="1193800"/>
                  </a:moveTo>
                  <a:lnTo>
                    <a:pt x="4216400" y="1193800"/>
                  </a:lnTo>
                  <a:lnTo>
                    <a:pt x="4241800" y="1193800"/>
                  </a:lnTo>
                  <a:close/>
                  <a:moveTo>
                    <a:pt x="4191000" y="1193800"/>
                  </a:moveTo>
                  <a:lnTo>
                    <a:pt x="4165600" y="1193800"/>
                  </a:lnTo>
                  <a:lnTo>
                    <a:pt x="4191000" y="1193800"/>
                  </a:lnTo>
                  <a:close/>
                  <a:moveTo>
                    <a:pt x="4140200" y="1193800"/>
                  </a:moveTo>
                  <a:lnTo>
                    <a:pt x="4114800" y="1193800"/>
                  </a:lnTo>
                  <a:lnTo>
                    <a:pt x="4140200" y="1193800"/>
                  </a:lnTo>
                  <a:close/>
                  <a:moveTo>
                    <a:pt x="4089400" y="1193800"/>
                  </a:moveTo>
                  <a:lnTo>
                    <a:pt x="4064000" y="1193800"/>
                  </a:lnTo>
                  <a:lnTo>
                    <a:pt x="4089400" y="1193800"/>
                  </a:lnTo>
                  <a:close/>
                  <a:moveTo>
                    <a:pt x="4038600" y="1193800"/>
                  </a:moveTo>
                  <a:lnTo>
                    <a:pt x="4013200" y="1193800"/>
                  </a:lnTo>
                  <a:lnTo>
                    <a:pt x="4038600" y="1193800"/>
                  </a:lnTo>
                  <a:close/>
                  <a:moveTo>
                    <a:pt x="3987800" y="1193800"/>
                  </a:moveTo>
                  <a:lnTo>
                    <a:pt x="3962400" y="1193800"/>
                  </a:lnTo>
                  <a:lnTo>
                    <a:pt x="3987800" y="1193800"/>
                  </a:lnTo>
                  <a:close/>
                  <a:moveTo>
                    <a:pt x="3937000" y="1193800"/>
                  </a:moveTo>
                  <a:lnTo>
                    <a:pt x="3911600" y="1193800"/>
                  </a:lnTo>
                  <a:lnTo>
                    <a:pt x="3937000" y="1193800"/>
                  </a:lnTo>
                  <a:close/>
                  <a:moveTo>
                    <a:pt x="3886200" y="1193800"/>
                  </a:moveTo>
                  <a:lnTo>
                    <a:pt x="3860800" y="1193800"/>
                  </a:lnTo>
                  <a:lnTo>
                    <a:pt x="3886200" y="1193800"/>
                  </a:lnTo>
                  <a:close/>
                  <a:moveTo>
                    <a:pt x="3835400" y="1193800"/>
                  </a:moveTo>
                  <a:lnTo>
                    <a:pt x="3810000" y="1193800"/>
                  </a:lnTo>
                  <a:lnTo>
                    <a:pt x="3835400" y="1193800"/>
                  </a:lnTo>
                  <a:close/>
                  <a:moveTo>
                    <a:pt x="3784600" y="1193800"/>
                  </a:moveTo>
                  <a:lnTo>
                    <a:pt x="3759200" y="1193800"/>
                  </a:lnTo>
                  <a:lnTo>
                    <a:pt x="3784600" y="1193800"/>
                  </a:lnTo>
                  <a:close/>
                  <a:moveTo>
                    <a:pt x="3733800" y="1193800"/>
                  </a:moveTo>
                  <a:lnTo>
                    <a:pt x="3708400" y="1193800"/>
                  </a:lnTo>
                  <a:lnTo>
                    <a:pt x="3733800" y="1193800"/>
                  </a:lnTo>
                  <a:close/>
                  <a:moveTo>
                    <a:pt x="3683000" y="1193800"/>
                  </a:moveTo>
                  <a:lnTo>
                    <a:pt x="3657600" y="1193800"/>
                  </a:lnTo>
                  <a:lnTo>
                    <a:pt x="3683000" y="1193800"/>
                  </a:lnTo>
                  <a:close/>
                  <a:moveTo>
                    <a:pt x="3632200" y="1193800"/>
                  </a:moveTo>
                  <a:lnTo>
                    <a:pt x="3606800" y="1193800"/>
                  </a:lnTo>
                  <a:lnTo>
                    <a:pt x="3632200" y="1193800"/>
                  </a:lnTo>
                  <a:close/>
                  <a:moveTo>
                    <a:pt x="3581400" y="1193800"/>
                  </a:moveTo>
                  <a:lnTo>
                    <a:pt x="3556000" y="1193800"/>
                  </a:lnTo>
                  <a:lnTo>
                    <a:pt x="3581400" y="1193800"/>
                  </a:lnTo>
                  <a:close/>
                  <a:moveTo>
                    <a:pt x="3530600" y="1193800"/>
                  </a:moveTo>
                  <a:lnTo>
                    <a:pt x="3505200" y="1193800"/>
                  </a:lnTo>
                  <a:lnTo>
                    <a:pt x="3530600" y="1193800"/>
                  </a:lnTo>
                  <a:close/>
                  <a:moveTo>
                    <a:pt x="3479800" y="1193800"/>
                  </a:moveTo>
                  <a:lnTo>
                    <a:pt x="3454400" y="1193800"/>
                  </a:lnTo>
                  <a:lnTo>
                    <a:pt x="3479800" y="1193800"/>
                  </a:lnTo>
                  <a:close/>
                  <a:moveTo>
                    <a:pt x="3429000" y="1193800"/>
                  </a:moveTo>
                  <a:lnTo>
                    <a:pt x="3403600" y="1193800"/>
                  </a:lnTo>
                  <a:lnTo>
                    <a:pt x="3429000" y="1193800"/>
                  </a:lnTo>
                  <a:close/>
                  <a:moveTo>
                    <a:pt x="3378200" y="1193800"/>
                  </a:moveTo>
                  <a:lnTo>
                    <a:pt x="3352800" y="1193800"/>
                  </a:lnTo>
                  <a:lnTo>
                    <a:pt x="3378200" y="1193800"/>
                  </a:lnTo>
                  <a:close/>
                  <a:moveTo>
                    <a:pt x="3327400" y="1193800"/>
                  </a:moveTo>
                  <a:lnTo>
                    <a:pt x="3302000" y="1193800"/>
                  </a:lnTo>
                  <a:lnTo>
                    <a:pt x="3327400" y="1193800"/>
                  </a:lnTo>
                  <a:close/>
                  <a:moveTo>
                    <a:pt x="3276600" y="1193800"/>
                  </a:moveTo>
                  <a:lnTo>
                    <a:pt x="3251200" y="1193800"/>
                  </a:lnTo>
                  <a:lnTo>
                    <a:pt x="3276600" y="1193800"/>
                  </a:lnTo>
                  <a:close/>
                  <a:moveTo>
                    <a:pt x="3225800" y="1193800"/>
                  </a:moveTo>
                  <a:lnTo>
                    <a:pt x="3200400" y="1193800"/>
                  </a:lnTo>
                  <a:lnTo>
                    <a:pt x="3225800" y="1193800"/>
                  </a:lnTo>
                  <a:close/>
                  <a:moveTo>
                    <a:pt x="3175000" y="1193800"/>
                  </a:moveTo>
                  <a:lnTo>
                    <a:pt x="3149600" y="1193800"/>
                  </a:lnTo>
                  <a:lnTo>
                    <a:pt x="3175000" y="1193800"/>
                  </a:lnTo>
                  <a:close/>
                  <a:moveTo>
                    <a:pt x="3124200" y="1193800"/>
                  </a:moveTo>
                  <a:lnTo>
                    <a:pt x="3098800" y="1193800"/>
                  </a:lnTo>
                  <a:lnTo>
                    <a:pt x="3124200" y="1193800"/>
                  </a:lnTo>
                  <a:close/>
                  <a:moveTo>
                    <a:pt x="3073400" y="1193800"/>
                  </a:moveTo>
                  <a:lnTo>
                    <a:pt x="3048000" y="1193800"/>
                  </a:lnTo>
                  <a:lnTo>
                    <a:pt x="3073400" y="1193800"/>
                  </a:lnTo>
                  <a:close/>
                  <a:moveTo>
                    <a:pt x="3022600" y="1193800"/>
                  </a:moveTo>
                  <a:lnTo>
                    <a:pt x="2997200" y="1193800"/>
                  </a:lnTo>
                  <a:lnTo>
                    <a:pt x="3022600" y="1193800"/>
                  </a:lnTo>
                  <a:close/>
                  <a:moveTo>
                    <a:pt x="2971800" y="1193800"/>
                  </a:moveTo>
                  <a:lnTo>
                    <a:pt x="2946400" y="1193800"/>
                  </a:lnTo>
                  <a:lnTo>
                    <a:pt x="2971800" y="1193800"/>
                  </a:lnTo>
                  <a:close/>
                  <a:moveTo>
                    <a:pt x="2921000" y="1193800"/>
                  </a:moveTo>
                  <a:lnTo>
                    <a:pt x="2895600" y="1193800"/>
                  </a:lnTo>
                  <a:lnTo>
                    <a:pt x="2921000" y="1193800"/>
                  </a:lnTo>
                  <a:close/>
                  <a:moveTo>
                    <a:pt x="2870200" y="1193800"/>
                  </a:moveTo>
                  <a:lnTo>
                    <a:pt x="2844800" y="1193800"/>
                  </a:lnTo>
                  <a:lnTo>
                    <a:pt x="2870200" y="1193800"/>
                  </a:lnTo>
                  <a:close/>
                  <a:moveTo>
                    <a:pt x="2819400" y="1193800"/>
                  </a:moveTo>
                  <a:lnTo>
                    <a:pt x="2794000" y="1193800"/>
                  </a:lnTo>
                  <a:lnTo>
                    <a:pt x="2819400" y="1193800"/>
                  </a:lnTo>
                  <a:close/>
                  <a:moveTo>
                    <a:pt x="2768600" y="1193800"/>
                  </a:moveTo>
                  <a:lnTo>
                    <a:pt x="2743200" y="1193800"/>
                  </a:lnTo>
                  <a:lnTo>
                    <a:pt x="2768600" y="1193800"/>
                  </a:lnTo>
                  <a:close/>
                  <a:moveTo>
                    <a:pt x="2717800" y="1193800"/>
                  </a:moveTo>
                  <a:lnTo>
                    <a:pt x="2692400" y="1193800"/>
                  </a:lnTo>
                  <a:lnTo>
                    <a:pt x="2717800" y="1193800"/>
                  </a:lnTo>
                  <a:close/>
                  <a:moveTo>
                    <a:pt x="2667000" y="1193800"/>
                  </a:moveTo>
                  <a:lnTo>
                    <a:pt x="2641600" y="1193800"/>
                  </a:lnTo>
                  <a:lnTo>
                    <a:pt x="2667000" y="1193800"/>
                  </a:lnTo>
                  <a:close/>
                  <a:moveTo>
                    <a:pt x="2616200" y="1193800"/>
                  </a:moveTo>
                  <a:lnTo>
                    <a:pt x="2590800" y="1193800"/>
                  </a:lnTo>
                  <a:lnTo>
                    <a:pt x="2616200" y="1193800"/>
                  </a:lnTo>
                  <a:close/>
                  <a:moveTo>
                    <a:pt x="2565400" y="1193800"/>
                  </a:moveTo>
                  <a:lnTo>
                    <a:pt x="2540000" y="1193800"/>
                  </a:lnTo>
                  <a:lnTo>
                    <a:pt x="2565400" y="1193800"/>
                  </a:lnTo>
                  <a:close/>
                  <a:moveTo>
                    <a:pt x="2514600" y="1193800"/>
                  </a:moveTo>
                  <a:lnTo>
                    <a:pt x="2489200" y="1193800"/>
                  </a:lnTo>
                  <a:lnTo>
                    <a:pt x="2514600" y="1193800"/>
                  </a:lnTo>
                  <a:close/>
                  <a:moveTo>
                    <a:pt x="2463800" y="1193800"/>
                  </a:moveTo>
                  <a:lnTo>
                    <a:pt x="2438400" y="1193800"/>
                  </a:lnTo>
                  <a:lnTo>
                    <a:pt x="2463800" y="1193800"/>
                  </a:lnTo>
                  <a:close/>
                  <a:moveTo>
                    <a:pt x="2413000" y="1193800"/>
                  </a:moveTo>
                  <a:lnTo>
                    <a:pt x="2387600" y="1193800"/>
                  </a:lnTo>
                  <a:lnTo>
                    <a:pt x="2413000" y="1193800"/>
                  </a:lnTo>
                  <a:close/>
                  <a:moveTo>
                    <a:pt x="2362200" y="1193800"/>
                  </a:moveTo>
                  <a:lnTo>
                    <a:pt x="2336800" y="1193800"/>
                  </a:lnTo>
                  <a:lnTo>
                    <a:pt x="2362200" y="1193800"/>
                  </a:lnTo>
                  <a:close/>
                  <a:moveTo>
                    <a:pt x="2311400" y="1193800"/>
                  </a:moveTo>
                  <a:lnTo>
                    <a:pt x="2286000" y="1193800"/>
                  </a:lnTo>
                  <a:lnTo>
                    <a:pt x="2311400" y="1193800"/>
                  </a:lnTo>
                  <a:close/>
                  <a:moveTo>
                    <a:pt x="2260600" y="1193800"/>
                  </a:moveTo>
                  <a:lnTo>
                    <a:pt x="2235200" y="1193800"/>
                  </a:lnTo>
                  <a:lnTo>
                    <a:pt x="2260600" y="1193800"/>
                  </a:lnTo>
                  <a:close/>
                  <a:moveTo>
                    <a:pt x="2209800" y="1193800"/>
                  </a:moveTo>
                  <a:lnTo>
                    <a:pt x="2184400" y="1193800"/>
                  </a:lnTo>
                  <a:lnTo>
                    <a:pt x="2209800" y="1193800"/>
                  </a:lnTo>
                  <a:close/>
                  <a:moveTo>
                    <a:pt x="2159000" y="1193800"/>
                  </a:moveTo>
                  <a:lnTo>
                    <a:pt x="2133600" y="1193800"/>
                  </a:lnTo>
                  <a:lnTo>
                    <a:pt x="2159000" y="1193800"/>
                  </a:lnTo>
                  <a:close/>
                  <a:moveTo>
                    <a:pt x="2108200" y="1193800"/>
                  </a:moveTo>
                  <a:lnTo>
                    <a:pt x="2082800" y="1193800"/>
                  </a:lnTo>
                  <a:lnTo>
                    <a:pt x="2108200" y="1193800"/>
                  </a:lnTo>
                  <a:close/>
                  <a:moveTo>
                    <a:pt x="2057400" y="1193800"/>
                  </a:moveTo>
                  <a:lnTo>
                    <a:pt x="2032000" y="1193800"/>
                  </a:lnTo>
                  <a:lnTo>
                    <a:pt x="2057400" y="1193800"/>
                  </a:lnTo>
                  <a:close/>
                  <a:moveTo>
                    <a:pt x="2006600" y="1193800"/>
                  </a:moveTo>
                  <a:lnTo>
                    <a:pt x="1981200" y="1193800"/>
                  </a:lnTo>
                  <a:lnTo>
                    <a:pt x="2006600" y="1193800"/>
                  </a:lnTo>
                  <a:close/>
                  <a:moveTo>
                    <a:pt x="1955800" y="1193800"/>
                  </a:moveTo>
                  <a:lnTo>
                    <a:pt x="1930400" y="1193800"/>
                  </a:lnTo>
                  <a:lnTo>
                    <a:pt x="1955800" y="1193800"/>
                  </a:lnTo>
                  <a:close/>
                  <a:moveTo>
                    <a:pt x="1905000" y="1193800"/>
                  </a:moveTo>
                  <a:lnTo>
                    <a:pt x="1879600" y="1193800"/>
                  </a:lnTo>
                  <a:lnTo>
                    <a:pt x="1905000" y="1193800"/>
                  </a:lnTo>
                  <a:close/>
                  <a:moveTo>
                    <a:pt x="1854200" y="1193800"/>
                  </a:moveTo>
                  <a:lnTo>
                    <a:pt x="1828800" y="1193800"/>
                  </a:lnTo>
                  <a:lnTo>
                    <a:pt x="1854200" y="1193800"/>
                  </a:lnTo>
                  <a:close/>
                  <a:moveTo>
                    <a:pt x="1803400" y="1193800"/>
                  </a:moveTo>
                  <a:lnTo>
                    <a:pt x="1778000" y="1193800"/>
                  </a:lnTo>
                  <a:lnTo>
                    <a:pt x="1803400" y="1193800"/>
                  </a:lnTo>
                  <a:close/>
                  <a:moveTo>
                    <a:pt x="1752600" y="1193800"/>
                  </a:moveTo>
                  <a:lnTo>
                    <a:pt x="1727200" y="1193800"/>
                  </a:lnTo>
                  <a:lnTo>
                    <a:pt x="1752600" y="1193800"/>
                  </a:lnTo>
                  <a:close/>
                  <a:moveTo>
                    <a:pt x="1701800" y="1193800"/>
                  </a:moveTo>
                  <a:lnTo>
                    <a:pt x="1676400" y="1193800"/>
                  </a:lnTo>
                  <a:lnTo>
                    <a:pt x="1701800" y="1193800"/>
                  </a:lnTo>
                  <a:close/>
                  <a:moveTo>
                    <a:pt x="1651000" y="1193800"/>
                  </a:moveTo>
                  <a:lnTo>
                    <a:pt x="1625600" y="1193800"/>
                  </a:lnTo>
                  <a:lnTo>
                    <a:pt x="1651000" y="1193800"/>
                  </a:lnTo>
                  <a:close/>
                  <a:moveTo>
                    <a:pt x="1600200" y="1193800"/>
                  </a:moveTo>
                  <a:lnTo>
                    <a:pt x="1574800" y="1193800"/>
                  </a:lnTo>
                  <a:lnTo>
                    <a:pt x="1600200" y="1193800"/>
                  </a:lnTo>
                  <a:close/>
                  <a:moveTo>
                    <a:pt x="1549400" y="1193800"/>
                  </a:moveTo>
                  <a:lnTo>
                    <a:pt x="1524000" y="1193800"/>
                  </a:lnTo>
                  <a:lnTo>
                    <a:pt x="1549400" y="1193800"/>
                  </a:lnTo>
                  <a:close/>
                  <a:moveTo>
                    <a:pt x="1498600" y="1193800"/>
                  </a:moveTo>
                  <a:lnTo>
                    <a:pt x="1473200" y="1193800"/>
                  </a:lnTo>
                  <a:lnTo>
                    <a:pt x="1498600" y="1193800"/>
                  </a:lnTo>
                  <a:close/>
                  <a:moveTo>
                    <a:pt x="1447800" y="1193800"/>
                  </a:moveTo>
                  <a:lnTo>
                    <a:pt x="1422400" y="1193800"/>
                  </a:lnTo>
                  <a:lnTo>
                    <a:pt x="1447800" y="1193800"/>
                  </a:lnTo>
                  <a:close/>
                  <a:moveTo>
                    <a:pt x="1397000" y="1193800"/>
                  </a:moveTo>
                  <a:lnTo>
                    <a:pt x="1371600" y="1193800"/>
                  </a:lnTo>
                  <a:lnTo>
                    <a:pt x="1397000" y="1193800"/>
                  </a:lnTo>
                  <a:close/>
                  <a:moveTo>
                    <a:pt x="1346200" y="1193800"/>
                  </a:moveTo>
                  <a:lnTo>
                    <a:pt x="1320800" y="1193800"/>
                  </a:lnTo>
                  <a:lnTo>
                    <a:pt x="1346200" y="1193800"/>
                  </a:lnTo>
                  <a:close/>
                  <a:moveTo>
                    <a:pt x="1295400" y="1193800"/>
                  </a:moveTo>
                  <a:lnTo>
                    <a:pt x="1270000" y="1193800"/>
                  </a:lnTo>
                  <a:lnTo>
                    <a:pt x="1295400" y="1193800"/>
                  </a:lnTo>
                  <a:close/>
                  <a:moveTo>
                    <a:pt x="1244600" y="1193800"/>
                  </a:moveTo>
                  <a:lnTo>
                    <a:pt x="1219200" y="1193800"/>
                  </a:lnTo>
                  <a:lnTo>
                    <a:pt x="1244600" y="1193800"/>
                  </a:lnTo>
                  <a:close/>
                  <a:moveTo>
                    <a:pt x="1193800" y="1193800"/>
                  </a:moveTo>
                  <a:lnTo>
                    <a:pt x="1168400" y="1193800"/>
                  </a:lnTo>
                  <a:lnTo>
                    <a:pt x="1193800" y="1193800"/>
                  </a:lnTo>
                  <a:close/>
                  <a:moveTo>
                    <a:pt x="1143000" y="1193800"/>
                  </a:moveTo>
                  <a:lnTo>
                    <a:pt x="1117600" y="1193800"/>
                  </a:lnTo>
                  <a:lnTo>
                    <a:pt x="1143000" y="1193800"/>
                  </a:lnTo>
                  <a:close/>
                  <a:moveTo>
                    <a:pt x="1092200" y="1193800"/>
                  </a:moveTo>
                  <a:lnTo>
                    <a:pt x="1066800" y="1193800"/>
                  </a:lnTo>
                  <a:lnTo>
                    <a:pt x="1092200" y="1193800"/>
                  </a:lnTo>
                  <a:close/>
                  <a:moveTo>
                    <a:pt x="1041400" y="1193800"/>
                  </a:moveTo>
                  <a:lnTo>
                    <a:pt x="1016000" y="1193800"/>
                  </a:lnTo>
                  <a:lnTo>
                    <a:pt x="1041400" y="1193800"/>
                  </a:lnTo>
                  <a:close/>
                  <a:moveTo>
                    <a:pt x="990600" y="1193800"/>
                  </a:moveTo>
                  <a:lnTo>
                    <a:pt x="965200" y="1193800"/>
                  </a:lnTo>
                  <a:lnTo>
                    <a:pt x="990600" y="1193800"/>
                  </a:lnTo>
                  <a:close/>
                  <a:moveTo>
                    <a:pt x="939800" y="1193800"/>
                  </a:moveTo>
                  <a:lnTo>
                    <a:pt x="914400" y="1193800"/>
                  </a:lnTo>
                  <a:lnTo>
                    <a:pt x="939800" y="1193800"/>
                  </a:lnTo>
                  <a:close/>
                  <a:moveTo>
                    <a:pt x="889000" y="1193800"/>
                  </a:moveTo>
                  <a:lnTo>
                    <a:pt x="863600" y="1193800"/>
                  </a:lnTo>
                  <a:lnTo>
                    <a:pt x="889000" y="1193800"/>
                  </a:lnTo>
                  <a:close/>
                  <a:moveTo>
                    <a:pt x="838200" y="1193800"/>
                  </a:moveTo>
                  <a:lnTo>
                    <a:pt x="812800" y="1193800"/>
                  </a:lnTo>
                  <a:lnTo>
                    <a:pt x="838200" y="1193800"/>
                  </a:lnTo>
                  <a:close/>
                  <a:moveTo>
                    <a:pt x="787400" y="1193800"/>
                  </a:moveTo>
                  <a:lnTo>
                    <a:pt x="762000" y="1193800"/>
                  </a:lnTo>
                  <a:lnTo>
                    <a:pt x="787400" y="1193800"/>
                  </a:lnTo>
                  <a:close/>
                  <a:moveTo>
                    <a:pt x="736600" y="1193800"/>
                  </a:moveTo>
                  <a:lnTo>
                    <a:pt x="711200" y="1193800"/>
                  </a:lnTo>
                  <a:lnTo>
                    <a:pt x="736600" y="1193800"/>
                  </a:lnTo>
                  <a:close/>
                  <a:moveTo>
                    <a:pt x="685800" y="1193800"/>
                  </a:moveTo>
                  <a:lnTo>
                    <a:pt x="660400" y="1193800"/>
                  </a:lnTo>
                  <a:lnTo>
                    <a:pt x="685800" y="1193800"/>
                  </a:lnTo>
                  <a:close/>
                  <a:moveTo>
                    <a:pt x="635000" y="1193800"/>
                  </a:moveTo>
                  <a:lnTo>
                    <a:pt x="609600" y="1193800"/>
                  </a:lnTo>
                  <a:lnTo>
                    <a:pt x="635000" y="1193800"/>
                  </a:lnTo>
                  <a:close/>
                  <a:moveTo>
                    <a:pt x="584200" y="1193800"/>
                  </a:moveTo>
                  <a:lnTo>
                    <a:pt x="558800" y="1193800"/>
                  </a:lnTo>
                  <a:lnTo>
                    <a:pt x="584200" y="1193800"/>
                  </a:lnTo>
                  <a:close/>
                  <a:moveTo>
                    <a:pt x="533400" y="1193800"/>
                  </a:moveTo>
                  <a:lnTo>
                    <a:pt x="508000" y="1193800"/>
                  </a:lnTo>
                  <a:lnTo>
                    <a:pt x="533400" y="1193800"/>
                  </a:lnTo>
                  <a:close/>
                  <a:moveTo>
                    <a:pt x="482600" y="1193800"/>
                  </a:moveTo>
                  <a:lnTo>
                    <a:pt x="457200" y="1193800"/>
                  </a:lnTo>
                  <a:lnTo>
                    <a:pt x="482600" y="1193800"/>
                  </a:lnTo>
                  <a:close/>
                  <a:moveTo>
                    <a:pt x="431800" y="1193800"/>
                  </a:moveTo>
                  <a:lnTo>
                    <a:pt x="406400" y="1193800"/>
                  </a:lnTo>
                  <a:lnTo>
                    <a:pt x="431800" y="1193800"/>
                  </a:lnTo>
                  <a:close/>
                  <a:moveTo>
                    <a:pt x="381000" y="1193800"/>
                  </a:moveTo>
                  <a:lnTo>
                    <a:pt x="355600" y="1193800"/>
                  </a:lnTo>
                  <a:lnTo>
                    <a:pt x="381000" y="1193800"/>
                  </a:lnTo>
                  <a:close/>
                  <a:moveTo>
                    <a:pt x="330200" y="1193800"/>
                  </a:moveTo>
                  <a:lnTo>
                    <a:pt x="304800" y="1193800"/>
                  </a:lnTo>
                  <a:lnTo>
                    <a:pt x="330200" y="1193800"/>
                  </a:lnTo>
                  <a:close/>
                  <a:moveTo>
                    <a:pt x="279400" y="1193800"/>
                  </a:moveTo>
                  <a:lnTo>
                    <a:pt x="254000" y="1193800"/>
                  </a:lnTo>
                  <a:lnTo>
                    <a:pt x="279400" y="1193800"/>
                  </a:lnTo>
                  <a:close/>
                  <a:moveTo>
                    <a:pt x="228600" y="1193800"/>
                  </a:moveTo>
                  <a:lnTo>
                    <a:pt x="203200" y="1193800"/>
                  </a:lnTo>
                  <a:lnTo>
                    <a:pt x="228600" y="1193800"/>
                  </a:lnTo>
                  <a:close/>
                  <a:moveTo>
                    <a:pt x="177800" y="1193800"/>
                  </a:moveTo>
                  <a:lnTo>
                    <a:pt x="152400" y="1193800"/>
                  </a:lnTo>
                  <a:lnTo>
                    <a:pt x="177800" y="1193800"/>
                  </a:lnTo>
                  <a:close/>
                  <a:moveTo>
                    <a:pt x="127000" y="1193800"/>
                  </a:moveTo>
                  <a:lnTo>
                    <a:pt x="101600" y="1193800"/>
                  </a:lnTo>
                  <a:lnTo>
                    <a:pt x="127000" y="1193800"/>
                  </a:lnTo>
                  <a:close/>
                  <a:moveTo>
                    <a:pt x="76200" y="1193800"/>
                  </a:moveTo>
                  <a:lnTo>
                    <a:pt x="50800" y="1193800"/>
                  </a:lnTo>
                  <a:lnTo>
                    <a:pt x="76200" y="1193800"/>
                  </a:lnTo>
                  <a:close/>
                  <a:moveTo>
                    <a:pt x="25400" y="1193800"/>
                  </a:moveTo>
                  <a:lnTo>
                    <a:pt x="0" y="1193800"/>
                  </a:lnTo>
                  <a:lnTo>
                    <a:pt x="25400" y="1193800"/>
                  </a:lnTo>
                  <a:close/>
                  <a:moveTo>
                    <a:pt x="82550" y="1195451"/>
                  </a:moveTo>
                  <a:lnTo>
                    <a:pt x="82550" y="1170051"/>
                  </a:lnTo>
                  <a:lnTo>
                    <a:pt x="87122" y="1170051"/>
                  </a:lnTo>
                  <a:lnTo>
                    <a:pt x="87122" y="1195451"/>
                  </a:lnTo>
                  <a:close/>
                  <a:moveTo>
                    <a:pt x="87122" y="1144651"/>
                  </a:moveTo>
                  <a:lnTo>
                    <a:pt x="87122" y="1119251"/>
                  </a:lnTo>
                  <a:lnTo>
                    <a:pt x="87122" y="1144651"/>
                  </a:lnTo>
                  <a:close/>
                  <a:moveTo>
                    <a:pt x="87122" y="1093851"/>
                  </a:moveTo>
                  <a:lnTo>
                    <a:pt x="87122" y="1068451"/>
                  </a:lnTo>
                  <a:lnTo>
                    <a:pt x="87122" y="1093851"/>
                  </a:lnTo>
                  <a:close/>
                  <a:moveTo>
                    <a:pt x="87122" y="1043051"/>
                  </a:moveTo>
                  <a:lnTo>
                    <a:pt x="87122" y="1017651"/>
                  </a:lnTo>
                  <a:lnTo>
                    <a:pt x="87122" y="1043051"/>
                  </a:lnTo>
                  <a:close/>
                  <a:moveTo>
                    <a:pt x="87122" y="992251"/>
                  </a:moveTo>
                  <a:lnTo>
                    <a:pt x="87122" y="966851"/>
                  </a:lnTo>
                  <a:lnTo>
                    <a:pt x="87122" y="992251"/>
                  </a:lnTo>
                  <a:close/>
                  <a:moveTo>
                    <a:pt x="87122" y="941451"/>
                  </a:moveTo>
                  <a:lnTo>
                    <a:pt x="87122" y="916051"/>
                  </a:lnTo>
                  <a:lnTo>
                    <a:pt x="87122" y="941451"/>
                  </a:lnTo>
                  <a:close/>
                  <a:moveTo>
                    <a:pt x="87122" y="890651"/>
                  </a:moveTo>
                  <a:lnTo>
                    <a:pt x="87122" y="865251"/>
                  </a:lnTo>
                  <a:lnTo>
                    <a:pt x="87122" y="890651"/>
                  </a:lnTo>
                  <a:close/>
                  <a:moveTo>
                    <a:pt x="87122" y="839851"/>
                  </a:moveTo>
                  <a:lnTo>
                    <a:pt x="87122" y="814451"/>
                  </a:lnTo>
                  <a:lnTo>
                    <a:pt x="87122" y="839851"/>
                  </a:lnTo>
                  <a:close/>
                  <a:moveTo>
                    <a:pt x="87122" y="789051"/>
                  </a:moveTo>
                  <a:lnTo>
                    <a:pt x="87122" y="763651"/>
                  </a:lnTo>
                  <a:lnTo>
                    <a:pt x="87122" y="789051"/>
                  </a:lnTo>
                  <a:close/>
                  <a:moveTo>
                    <a:pt x="87122" y="738251"/>
                  </a:moveTo>
                  <a:lnTo>
                    <a:pt x="87122" y="712851"/>
                  </a:lnTo>
                  <a:lnTo>
                    <a:pt x="87122" y="738251"/>
                  </a:lnTo>
                  <a:close/>
                  <a:moveTo>
                    <a:pt x="87122" y="687451"/>
                  </a:moveTo>
                  <a:lnTo>
                    <a:pt x="87122" y="662051"/>
                  </a:lnTo>
                  <a:lnTo>
                    <a:pt x="87122" y="687451"/>
                  </a:lnTo>
                  <a:close/>
                  <a:moveTo>
                    <a:pt x="87122" y="636651"/>
                  </a:moveTo>
                  <a:lnTo>
                    <a:pt x="87122" y="611251"/>
                  </a:lnTo>
                  <a:lnTo>
                    <a:pt x="87122" y="636651"/>
                  </a:lnTo>
                  <a:close/>
                  <a:moveTo>
                    <a:pt x="87122" y="585851"/>
                  </a:moveTo>
                  <a:lnTo>
                    <a:pt x="87122" y="560451"/>
                  </a:lnTo>
                  <a:lnTo>
                    <a:pt x="87122" y="585851"/>
                  </a:lnTo>
                  <a:close/>
                  <a:moveTo>
                    <a:pt x="87122" y="535051"/>
                  </a:moveTo>
                  <a:lnTo>
                    <a:pt x="87122" y="509651"/>
                  </a:lnTo>
                  <a:lnTo>
                    <a:pt x="87122" y="535051"/>
                  </a:lnTo>
                  <a:close/>
                  <a:moveTo>
                    <a:pt x="87122" y="484251"/>
                  </a:moveTo>
                  <a:lnTo>
                    <a:pt x="87122" y="458851"/>
                  </a:lnTo>
                  <a:lnTo>
                    <a:pt x="87122" y="484251"/>
                  </a:lnTo>
                  <a:close/>
                  <a:moveTo>
                    <a:pt x="87122" y="433451"/>
                  </a:moveTo>
                  <a:lnTo>
                    <a:pt x="87122" y="408051"/>
                  </a:lnTo>
                  <a:lnTo>
                    <a:pt x="87122" y="433451"/>
                  </a:lnTo>
                  <a:close/>
                  <a:moveTo>
                    <a:pt x="87122" y="382651"/>
                  </a:moveTo>
                  <a:lnTo>
                    <a:pt x="87122" y="357251"/>
                  </a:lnTo>
                  <a:lnTo>
                    <a:pt x="87122" y="382651"/>
                  </a:lnTo>
                  <a:close/>
                  <a:moveTo>
                    <a:pt x="87122" y="331851"/>
                  </a:moveTo>
                  <a:lnTo>
                    <a:pt x="87122" y="306451"/>
                  </a:lnTo>
                  <a:lnTo>
                    <a:pt x="87122" y="331851"/>
                  </a:lnTo>
                  <a:close/>
                  <a:moveTo>
                    <a:pt x="87122" y="281051"/>
                  </a:moveTo>
                  <a:lnTo>
                    <a:pt x="87122" y="255651"/>
                  </a:lnTo>
                  <a:lnTo>
                    <a:pt x="87122" y="281051"/>
                  </a:lnTo>
                  <a:close/>
                  <a:moveTo>
                    <a:pt x="87122" y="230251"/>
                  </a:moveTo>
                  <a:lnTo>
                    <a:pt x="87122" y="204851"/>
                  </a:lnTo>
                  <a:lnTo>
                    <a:pt x="87122" y="230251"/>
                  </a:lnTo>
                  <a:close/>
                  <a:moveTo>
                    <a:pt x="87122" y="179451"/>
                  </a:moveTo>
                  <a:lnTo>
                    <a:pt x="87122" y="154051"/>
                  </a:lnTo>
                  <a:lnTo>
                    <a:pt x="87122" y="179451"/>
                  </a:lnTo>
                  <a:close/>
                  <a:moveTo>
                    <a:pt x="87122" y="128651"/>
                  </a:moveTo>
                  <a:lnTo>
                    <a:pt x="87122" y="103251"/>
                  </a:lnTo>
                  <a:lnTo>
                    <a:pt x="87122" y="128651"/>
                  </a:lnTo>
                  <a:close/>
                  <a:moveTo>
                    <a:pt x="87122" y="77851"/>
                  </a:moveTo>
                  <a:lnTo>
                    <a:pt x="87122" y="52451"/>
                  </a:lnTo>
                  <a:lnTo>
                    <a:pt x="87122" y="77851"/>
                  </a:lnTo>
                  <a:close/>
                  <a:moveTo>
                    <a:pt x="87122" y="27051"/>
                  </a:moveTo>
                  <a:lnTo>
                    <a:pt x="87122" y="2286"/>
                  </a:lnTo>
                  <a:cubicBezTo>
                    <a:pt x="82550" y="1016"/>
                    <a:pt x="83566" y="0"/>
                    <a:pt x="84836" y="0"/>
                  </a:cubicBezTo>
                  <a:lnTo>
                    <a:pt x="110236" y="0"/>
                  </a:lnTo>
                  <a:lnTo>
                    <a:pt x="110236" y="4572"/>
                  </a:lnTo>
                  <a:lnTo>
                    <a:pt x="84836" y="4572"/>
                  </a:lnTo>
                  <a:lnTo>
                    <a:pt x="84836" y="2286"/>
                  </a:lnTo>
                  <a:lnTo>
                    <a:pt x="87122" y="2286"/>
                  </a:lnTo>
                  <a:lnTo>
                    <a:pt x="87122" y="270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0253129" cy="1236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 dirty="0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Problem Definition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3314700" y="9721683"/>
            <a:ext cx="11482536" cy="521933"/>
          </a:xfrm>
          <a:custGeom>
            <a:avLst/>
            <a:gdLst/>
            <a:ahLst/>
            <a:cxnLst/>
            <a:rect l="l" t="t" r="r" b="b"/>
            <a:pathLst>
              <a:path w="11482536" h="521933">
                <a:moveTo>
                  <a:pt x="0" y="0"/>
                </a:moveTo>
                <a:lnTo>
                  <a:pt x="11482536" y="0"/>
                </a:lnTo>
                <a:lnTo>
                  <a:pt x="11482536" y="521934"/>
                </a:lnTo>
                <a:lnTo>
                  <a:pt x="0" y="521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555655" y="1866900"/>
            <a:ext cx="15163800" cy="60939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None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a student's </a:t>
            </a:r>
            <a:r>
              <a:rPr lang="en-US" sz="33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rank/percentile, category, quota, and exam domain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(JEE/NEET/KCET/COMEDK), compute the probability of admission into every (Institute, Course) pair using historical closing-rank distributions.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Formally: 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pipeline Raw Counselling Data → Spark ETL → Feature Store → {Classifier for JEE, Regressors for NEET/KCET/COMEDK} → probability-ranked results (Safe / Likely).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Scale constraint: 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pipeline must process millions of historical records across 4 exam domains despite messy, inconsistent source formats.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Latency constraint: 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repeated queries for the same {rank, category} combination must be served in well under 10ms via caching, not recomputed from scratch.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Interface constraint: 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must be exposed through a responsive web UI usable by lakhs of concurrent students during peak counselling season.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14180650" y="262793"/>
            <a:ext cx="3988597" cy="731047"/>
          </a:xfrm>
          <a:custGeom>
            <a:avLst/>
            <a:gdLst/>
            <a:ahLst/>
            <a:cxnLst/>
            <a:rect l="l" t="t" r="r" b="b"/>
            <a:pathLst>
              <a:path w="3988597" h="731047">
                <a:moveTo>
                  <a:pt x="0" y="0"/>
                </a:moveTo>
                <a:lnTo>
                  <a:pt x="3988597" y="0"/>
                </a:lnTo>
                <a:lnTo>
                  <a:pt x="3988597" y="731047"/>
                </a:lnTo>
                <a:lnTo>
                  <a:pt x="0" y="7310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4611" t="-39063" r="-111" b="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52276" y="101521"/>
            <a:ext cx="3326130" cy="1045845"/>
          </a:xfrm>
          <a:custGeom>
            <a:avLst/>
            <a:gdLst/>
            <a:ahLst/>
            <a:cxnLst/>
            <a:rect l="l" t="t" r="r" b="b"/>
            <a:pathLst>
              <a:path w="3326130" h="1045845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0128" t="-33846" r="-141392" b="-42672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730632" y="96608"/>
            <a:ext cx="10813847" cy="1263868"/>
            <a:chOff x="0" y="0"/>
            <a:chExt cx="10253129" cy="1198334"/>
          </a:xfrm>
        </p:grpSpPr>
        <p:sp>
          <p:nvSpPr>
            <p:cNvPr id="5" name="Freeform 5"/>
            <p:cNvSpPr/>
            <p:nvPr/>
          </p:nvSpPr>
          <p:spPr>
            <a:xfrm>
              <a:off x="-82550" y="0"/>
              <a:ext cx="10335768" cy="1202944"/>
            </a:xfrm>
            <a:custGeom>
              <a:avLst/>
              <a:gdLst/>
              <a:ahLst/>
              <a:cxnLst/>
              <a:rect l="l" t="t" r="r" b="b"/>
              <a:pathLst>
                <a:path w="10335768" h="1202944">
                  <a:moveTo>
                    <a:pt x="135636" y="0"/>
                  </a:moveTo>
                  <a:lnTo>
                    <a:pt x="161036" y="0"/>
                  </a:lnTo>
                  <a:lnTo>
                    <a:pt x="161036" y="4572"/>
                  </a:lnTo>
                  <a:lnTo>
                    <a:pt x="135636" y="4572"/>
                  </a:lnTo>
                  <a:close/>
                  <a:moveTo>
                    <a:pt x="186436" y="4572"/>
                  </a:moveTo>
                  <a:lnTo>
                    <a:pt x="211836" y="4572"/>
                  </a:lnTo>
                  <a:lnTo>
                    <a:pt x="186436" y="4572"/>
                  </a:lnTo>
                  <a:close/>
                  <a:moveTo>
                    <a:pt x="237236" y="4572"/>
                  </a:moveTo>
                  <a:lnTo>
                    <a:pt x="262636" y="4572"/>
                  </a:lnTo>
                  <a:lnTo>
                    <a:pt x="237236" y="4572"/>
                  </a:lnTo>
                  <a:close/>
                  <a:moveTo>
                    <a:pt x="288036" y="4572"/>
                  </a:moveTo>
                  <a:lnTo>
                    <a:pt x="313436" y="4572"/>
                  </a:lnTo>
                  <a:lnTo>
                    <a:pt x="288036" y="4572"/>
                  </a:lnTo>
                  <a:close/>
                  <a:moveTo>
                    <a:pt x="338836" y="4572"/>
                  </a:moveTo>
                  <a:lnTo>
                    <a:pt x="364236" y="4572"/>
                  </a:lnTo>
                  <a:lnTo>
                    <a:pt x="338836" y="4572"/>
                  </a:lnTo>
                  <a:close/>
                  <a:moveTo>
                    <a:pt x="389636" y="4572"/>
                  </a:moveTo>
                  <a:lnTo>
                    <a:pt x="415036" y="4572"/>
                  </a:lnTo>
                  <a:lnTo>
                    <a:pt x="389636" y="4572"/>
                  </a:lnTo>
                  <a:close/>
                  <a:moveTo>
                    <a:pt x="440436" y="4572"/>
                  </a:moveTo>
                  <a:lnTo>
                    <a:pt x="465836" y="4572"/>
                  </a:lnTo>
                  <a:lnTo>
                    <a:pt x="440436" y="4572"/>
                  </a:lnTo>
                  <a:close/>
                  <a:moveTo>
                    <a:pt x="491236" y="4572"/>
                  </a:moveTo>
                  <a:lnTo>
                    <a:pt x="516636" y="4572"/>
                  </a:lnTo>
                  <a:lnTo>
                    <a:pt x="491236" y="4572"/>
                  </a:lnTo>
                  <a:close/>
                  <a:moveTo>
                    <a:pt x="542036" y="4572"/>
                  </a:moveTo>
                  <a:lnTo>
                    <a:pt x="567436" y="4572"/>
                  </a:lnTo>
                  <a:lnTo>
                    <a:pt x="542036" y="4572"/>
                  </a:lnTo>
                  <a:close/>
                  <a:moveTo>
                    <a:pt x="592836" y="4572"/>
                  </a:moveTo>
                  <a:lnTo>
                    <a:pt x="618236" y="4572"/>
                  </a:lnTo>
                  <a:lnTo>
                    <a:pt x="592836" y="4572"/>
                  </a:lnTo>
                  <a:close/>
                  <a:moveTo>
                    <a:pt x="643636" y="4572"/>
                  </a:moveTo>
                  <a:lnTo>
                    <a:pt x="669036" y="4572"/>
                  </a:lnTo>
                  <a:lnTo>
                    <a:pt x="643636" y="4572"/>
                  </a:lnTo>
                  <a:close/>
                  <a:moveTo>
                    <a:pt x="694436" y="4572"/>
                  </a:moveTo>
                  <a:lnTo>
                    <a:pt x="719836" y="4572"/>
                  </a:lnTo>
                  <a:lnTo>
                    <a:pt x="694436" y="4572"/>
                  </a:lnTo>
                  <a:close/>
                  <a:moveTo>
                    <a:pt x="745236" y="4572"/>
                  </a:moveTo>
                  <a:lnTo>
                    <a:pt x="770636" y="4572"/>
                  </a:lnTo>
                  <a:lnTo>
                    <a:pt x="745236" y="4572"/>
                  </a:lnTo>
                  <a:close/>
                  <a:moveTo>
                    <a:pt x="796036" y="4572"/>
                  </a:moveTo>
                  <a:lnTo>
                    <a:pt x="821436" y="4572"/>
                  </a:lnTo>
                  <a:lnTo>
                    <a:pt x="796036" y="4572"/>
                  </a:lnTo>
                  <a:close/>
                  <a:moveTo>
                    <a:pt x="846836" y="4572"/>
                  </a:moveTo>
                  <a:lnTo>
                    <a:pt x="872236" y="4572"/>
                  </a:lnTo>
                  <a:lnTo>
                    <a:pt x="846836" y="4572"/>
                  </a:lnTo>
                  <a:close/>
                  <a:moveTo>
                    <a:pt x="897636" y="4572"/>
                  </a:moveTo>
                  <a:lnTo>
                    <a:pt x="923036" y="4572"/>
                  </a:lnTo>
                  <a:lnTo>
                    <a:pt x="897636" y="4572"/>
                  </a:lnTo>
                  <a:close/>
                  <a:moveTo>
                    <a:pt x="948436" y="4572"/>
                  </a:moveTo>
                  <a:lnTo>
                    <a:pt x="973836" y="4572"/>
                  </a:lnTo>
                  <a:lnTo>
                    <a:pt x="948436" y="4572"/>
                  </a:lnTo>
                  <a:close/>
                  <a:moveTo>
                    <a:pt x="999236" y="4572"/>
                  </a:moveTo>
                  <a:lnTo>
                    <a:pt x="1024636" y="4572"/>
                  </a:lnTo>
                  <a:lnTo>
                    <a:pt x="999236" y="4572"/>
                  </a:lnTo>
                  <a:close/>
                  <a:moveTo>
                    <a:pt x="1050036" y="4572"/>
                  </a:moveTo>
                  <a:lnTo>
                    <a:pt x="1075436" y="4572"/>
                  </a:lnTo>
                  <a:lnTo>
                    <a:pt x="1050036" y="4572"/>
                  </a:lnTo>
                  <a:close/>
                  <a:moveTo>
                    <a:pt x="1100836" y="4572"/>
                  </a:moveTo>
                  <a:lnTo>
                    <a:pt x="1126236" y="4572"/>
                  </a:lnTo>
                  <a:lnTo>
                    <a:pt x="1100836" y="4572"/>
                  </a:lnTo>
                  <a:close/>
                  <a:moveTo>
                    <a:pt x="1151636" y="4572"/>
                  </a:moveTo>
                  <a:lnTo>
                    <a:pt x="1177036" y="4572"/>
                  </a:lnTo>
                  <a:lnTo>
                    <a:pt x="1151636" y="4572"/>
                  </a:lnTo>
                  <a:close/>
                  <a:moveTo>
                    <a:pt x="1202436" y="4572"/>
                  </a:moveTo>
                  <a:lnTo>
                    <a:pt x="1227836" y="4572"/>
                  </a:lnTo>
                  <a:lnTo>
                    <a:pt x="1202436" y="4572"/>
                  </a:lnTo>
                  <a:close/>
                  <a:moveTo>
                    <a:pt x="1253236" y="4572"/>
                  </a:moveTo>
                  <a:lnTo>
                    <a:pt x="1278636" y="4572"/>
                  </a:lnTo>
                  <a:lnTo>
                    <a:pt x="1253236" y="4572"/>
                  </a:lnTo>
                  <a:close/>
                  <a:moveTo>
                    <a:pt x="1304036" y="4572"/>
                  </a:moveTo>
                  <a:lnTo>
                    <a:pt x="1329436" y="4572"/>
                  </a:lnTo>
                  <a:lnTo>
                    <a:pt x="1304036" y="4572"/>
                  </a:lnTo>
                  <a:close/>
                  <a:moveTo>
                    <a:pt x="1354836" y="4572"/>
                  </a:moveTo>
                  <a:lnTo>
                    <a:pt x="1380236" y="4572"/>
                  </a:lnTo>
                  <a:lnTo>
                    <a:pt x="1354836" y="4572"/>
                  </a:lnTo>
                  <a:close/>
                  <a:moveTo>
                    <a:pt x="1405636" y="4572"/>
                  </a:moveTo>
                  <a:lnTo>
                    <a:pt x="1431036" y="4572"/>
                  </a:lnTo>
                  <a:lnTo>
                    <a:pt x="1405636" y="4572"/>
                  </a:lnTo>
                  <a:close/>
                  <a:moveTo>
                    <a:pt x="1456436" y="4572"/>
                  </a:moveTo>
                  <a:lnTo>
                    <a:pt x="1481836" y="4572"/>
                  </a:lnTo>
                  <a:lnTo>
                    <a:pt x="1456436" y="4572"/>
                  </a:lnTo>
                  <a:close/>
                  <a:moveTo>
                    <a:pt x="1507236" y="4572"/>
                  </a:moveTo>
                  <a:lnTo>
                    <a:pt x="1532636" y="4572"/>
                  </a:lnTo>
                  <a:lnTo>
                    <a:pt x="1507236" y="4572"/>
                  </a:lnTo>
                  <a:close/>
                  <a:moveTo>
                    <a:pt x="1558036" y="4572"/>
                  </a:moveTo>
                  <a:lnTo>
                    <a:pt x="1583436" y="4572"/>
                  </a:lnTo>
                  <a:lnTo>
                    <a:pt x="1558036" y="4572"/>
                  </a:lnTo>
                  <a:close/>
                  <a:moveTo>
                    <a:pt x="1608836" y="4572"/>
                  </a:moveTo>
                  <a:lnTo>
                    <a:pt x="1634236" y="4572"/>
                  </a:lnTo>
                  <a:lnTo>
                    <a:pt x="1608836" y="4572"/>
                  </a:lnTo>
                  <a:close/>
                  <a:moveTo>
                    <a:pt x="1659636" y="4572"/>
                  </a:moveTo>
                  <a:lnTo>
                    <a:pt x="1685036" y="4572"/>
                  </a:lnTo>
                  <a:lnTo>
                    <a:pt x="1659636" y="4572"/>
                  </a:lnTo>
                  <a:close/>
                  <a:moveTo>
                    <a:pt x="1710436" y="4572"/>
                  </a:moveTo>
                  <a:lnTo>
                    <a:pt x="1735836" y="4572"/>
                  </a:lnTo>
                  <a:lnTo>
                    <a:pt x="1710436" y="4572"/>
                  </a:lnTo>
                  <a:close/>
                  <a:moveTo>
                    <a:pt x="1761236" y="4572"/>
                  </a:moveTo>
                  <a:lnTo>
                    <a:pt x="1786636" y="4572"/>
                  </a:lnTo>
                  <a:lnTo>
                    <a:pt x="1761236" y="4572"/>
                  </a:lnTo>
                  <a:close/>
                  <a:moveTo>
                    <a:pt x="1812036" y="4572"/>
                  </a:moveTo>
                  <a:lnTo>
                    <a:pt x="1837436" y="4572"/>
                  </a:lnTo>
                  <a:lnTo>
                    <a:pt x="1812036" y="4572"/>
                  </a:lnTo>
                  <a:close/>
                  <a:moveTo>
                    <a:pt x="1862836" y="4572"/>
                  </a:moveTo>
                  <a:lnTo>
                    <a:pt x="1888236" y="4572"/>
                  </a:lnTo>
                  <a:lnTo>
                    <a:pt x="1862836" y="4572"/>
                  </a:lnTo>
                  <a:close/>
                  <a:moveTo>
                    <a:pt x="1913636" y="4572"/>
                  </a:moveTo>
                  <a:lnTo>
                    <a:pt x="1939036" y="4572"/>
                  </a:lnTo>
                  <a:lnTo>
                    <a:pt x="1913636" y="4572"/>
                  </a:lnTo>
                  <a:close/>
                  <a:moveTo>
                    <a:pt x="1964436" y="4572"/>
                  </a:moveTo>
                  <a:lnTo>
                    <a:pt x="1989836" y="4572"/>
                  </a:lnTo>
                  <a:lnTo>
                    <a:pt x="1964436" y="4572"/>
                  </a:lnTo>
                  <a:close/>
                  <a:moveTo>
                    <a:pt x="2015236" y="4572"/>
                  </a:moveTo>
                  <a:lnTo>
                    <a:pt x="2040636" y="4572"/>
                  </a:lnTo>
                  <a:lnTo>
                    <a:pt x="2015236" y="4572"/>
                  </a:lnTo>
                  <a:close/>
                  <a:moveTo>
                    <a:pt x="2066036" y="4572"/>
                  </a:moveTo>
                  <a:lnTo>
                    <a:pt x="2091436" y="4572"/>
                  </a:lnTo>
                  <a:lnTo>
                    <a:pt x="2066036" y="4572"/>
                  </a:lnTo>
                  <a:close/>
                  <a:moveTo>
                    <a:pt x="2116836" y="4572"/>
                  </a:moveTo>
                  <a:lnTo>
                    <a:pt x="2142236" y="4572"/>
                  </a:lnTo>
                  <a:lnTo>
                    <a:pt x="2116836" y="4572"/>
                  </a:lnTo>
                  <a:close/>
                  <a:moveTo>
                    <a:pt x="2167636" y="4572"/>
                  </a:moveTo>
                  <a:lnTo>
                    <a:pt x="2193036" y="4572"/>
                  </a:lnTo>
                  <a:lnTo>
                    <a:pt x="2167636" y="4572"/>
                  </a:lnTo>
                  <a:close/>
                  <a:moveTo>
                    <a:pt x="2218436" y="4572"/>
                  </a:moveTo>
                  <a:lnTo>
                    <a:pt x="2243836" y="4572"/>
                  </a:lnTo>
                  <a:lnTo>
                    <a:pt x="2218436" y="4572"/>
                  </a:lnTo>
                  <a:close/>
                  <a:moveTo>
                    <a:pt x="2269236" y="4572"/>
                  </a:moveTo>
                  <a:lnTo>
                    <a:pt x="2294636" y="4572"/>
                  </a:lnTo>
                  <a:lnTo>
                    <a:pt x="2269236" y="4572"/>
                  </a:lnTo>
                  <a:close/>
                  <a:moveTo>
                    <a:pt x="2320036" y="4572"/>
                  </a:moveTo>
                  <a:lnTo>
                    <a:pt x="2345436" y="4572"/>
                  </a:lnTo>
                  <a:lnTo>
                    <a:pt x="2320036" y="4572"/>
                  </a:lnTo>
                  <a:close/>
                  <a:moveTo>
                    <a:pt x="2370836" y="4572"/>
                  </a:moveTo>
                  <a:lnTo>
                    <a:pt x="2396236" y="4572"/>
                  </a:lnTo>
                  <a:lnTo>
                    <a:pt x="2370836" y="4572"/>
                  </a:lnTo>
                  <a:close/>
                  <a:moveTo>
                    <a:pt x="2421636" y="4572"/>
                  </a:moveTo>
                  <a:lnTo>
                    <a:pt x="2447036" y="4572"/>
                  </a:lnTo>
                  <a:lnTo>
                    <a:pt x="2421636" y="4572"/>
                  </a:lnTo>
                  <a:close/>
                  <a:moveTo>
                    <a:pt x="2472436" y="4572"/>
                  </a:moveTo>
                  <a:lnTo>
                    <a:pt x="2497836" y="4572"/>
                  </a:lnTo>
                  <a:lnTo>
                    <a:pt x="2472436" y="4572"/>
                  </a:lnTo>
                  <a:close/>
                  <a:moveTo>
                    <a:pt x="2523236" y="4572"/>
                  </a:moveTo>
                  <a:lnTo>
                    <a:pt x="2548636" y="4572"/>
                  </a:lnTo>
                  <a:lnTo>
                    <a:pt x="2523236" y="4572"/>
                  </a:lnTo>
                  <a:close/>
                  <a:moveTo>
                    <a:pt x="2574036" y="4572"/>
                  </a:moveTo>
                  <a:lnTo>
                    <a:pt x="2599436" y="4572"/>
                  </a:lnTo>
                  <a:lnTo>
                    <a:pt x="2574036" y="4572"/>
                  </a:lnTo>
                  <a:close/>
                  <a:moveTo>
                    <a:pt x="2624836" y="4572"/>
                  </a:moveTo>
                  <a:lnTo>
                    <a:pt x="2650236" y="4572"/>
                  </a:lnTo>
                  <a:lnTo>
                    <a:pt x="2624836" y="4572"/>
                  </a:lnTo>
                  <a:close/>
                  <a:moveTo>
                    <a:pt x="2675636" y="4572"/>
                  </a:moveTo>
                  <a:lnTo>
                    <a:pt x="2701036" y="4572"/>
                  </a:lnTo>
                  <a:lnTo>
                    <a:pt x="2675636" y="4572"/>
                  </a:lnTo>
                  <a:close/>
                  <a:moveTo>
                    <a:pt x="2726436" y="4572"/>
                  </a:moveTo>
                  <a:lnTo>
                    <a:pt x="2751836" y="4572"/>
                  </a:lnTo>
                  <a:lnTo>
                    <a:pt x="2726436" y="4572"/>
                  </a:lnTo>
                  <a:close/>
                  <a:moveTo>
                    <a:pt x="2777236" y="4572"/>
                  </a:moveTo>
                  <a:lnTo>
                    <a:pt x="2802636" y="4572"/>
                  </a:lnTo>
                  <a:lnTo>
                    <a:pt x="2777236" y="4572"/>
                  </a:lnTo>
                  <a:close/>
                  <a:moveTo>
                    <a:pt x="2828036" y="4572"/>
                  </a:moveTo>
                  <a:lnTo>
                    <a:pt x="2853436" y="4572"/>
                  </a:lnTo>
                  <a:lnTo>
                    <a:pt x="2828036" y="4572"/>
                  </a:lnTo>
                  <a:close/>
                  <a:moveTo>
                    <a:pt x="2878836" y="4572"/>
                  </a:moveTo>
                  <a:lnTo>
                    <a:pt x="2904236" y="4572"/>
                  </a:lnTo>
                  <a:lnTo>
                    <a:pt x="2878836" y="4572"/>
                  </a:lnTo>
                  <a:close/>
                  <a:moveTo>
                    <a:pt x="2929636" y="4572"/>
                  </a:moveTo>
                  <a:lnTo>
                    <a:pt x="2955036" y="4572"/>
                  </a:lnTo>
                  <a:lnTo>
                    <a:pt x="2929636" y="4572"/>
                  </a:lnTo>
                  <a:close/>
                  <a:moveTo>
                    <a:pt x="2980436" y="4572"/>
                  </a:moveTo>
                  <a:lnTo>
                    <a:pt x="3005836" y="4572"/>
                  </a:lnTo>
                  <a:lnTo>
                    <a:pt x="2980436" y="4572"/>
                  </a:lnTo>
                  <a:close/>
                  <a:moveTo>
                    <a:pt x="3031236" y="4572"/>
                  </a:moveTo>
                  <a:lnTo>
                    <a:pt x="3056636" y="4572"/>
                  </a:lnTo>
                  <a:lnTo>
                    <a:pt x="3031236" y="4572"/>
                  </a:lnTo>
                  <a:close/>
                  <a:moveTo>
                    <a:pt x="3082036" y="4572"/>
                  </a:moveTo>
                  <a:lnTo>
                    <a:pt x="3107436" y="4572"/>
                  </a:lnTo>
                  <a:lnTo>
                    <a:pt x="3082036" y="4572"/>
                  </a:lnTo>
                  <a:close/>
                  <a:moveTo>
                    <a:pt x="3132836" y="4572"/>
                  </a:moveTo>
                  <a:lnTo>
                    <a:pt x="3158236" y="4572"/>
                  </a:lnTo>
                  <a:lnTo>
                    <a:pt x="3132836" y="4572"/>
                  </a:lnTo>
                  <a:close/>
                  <a:moveTo>
                    <a:pt x="3183636" y="4572"/>
                  </a:moveTo>
                  <a:lnTo>
                    <a:pt x="3209036" y="4572"/>
                  </a:lnTo>
                  <a:lnTo>
                    <a:pt x="3183636" y="4572"/>
                  </a:lnTo>
                  <a:close/>
                  <a:moveTo>
                    <a:pt x="3234436" y="4572"/>
                  </a:moveTo>
                  <a:lnTo>
                    <a:pt x="3259836" y="4572"/>
                  </a:lnTo>
                  <a:lnTo>
                    <a:pt x="3234436" y="4572"/>
                  </a:lnTo>
                  <a:close/>
                  <a:moveTo>
                    <a:pt x="3285236" y="4572"/>
                  </a:moveTo>
                  <a:lnTo>
                    <a:pt x="3310636" y="4572"/>
                  </a:lnTo>
                  <a:lnTo>
                    <a:pt x="3285236" y="4572"/>
                  </a:lnTo>
                  <a:close/>
                  <a:moveTo>
                    <a:pt x="3336036" y="4572"/>
                  </a:moveTo>
                  <a:lnTo>
                    <a:pt x="3361436" y="4572"/>
                  </a:lnTo>
                  <a:lnTo>
                    <a:pt x="3336036" y="4572"/>
                  </a:lnTo>
                  <a:close/>
                  <a:moveTo>
                    <a:pt x="3386836" y="4572"/>
                  </a:moveTo>
                  <a:lnTo>
                    <a:pt x="3412236" y="4572"/>
                  </a:lnTo>
                  <a:lnTo>
                    <a:pt x="3386836" y="4572"/>
                  </a:lnTo>
                  <a:close/>
                  <a:moveTo>
                    <a:pt x="3437636" y="4572"/>
                  </a:moveTo>
                  <a:lnTo>
                    <a:pt x="3463036" y="4572"/>
                  </a:lnTo>
                  <a:lnTo>
                    <a:pt x="3437636" y="4572"/>
                  </a:lnTo>
                  <a:close/>
                  <a:moveTo>
                    <a:pt x="3488436" y="4572"/>
                  </a:moveTo>
                  <a:lnTo>
                    <a:pt x="3513836" y="4572"/>
                  </a:lnTo>
                  <a:lnTo>
                    <a:pt x="3488436" y="4572"/>
                  </a:lnTo>
                  <a:close/>
                  <a:moveTo>
                    <a:pt x="3539236" y="4572"/>
                  </a:moveTo>
                  <a:lnTo>
                    <a:pt x="3564636" y="4572"/>
                  </a:lnTo>
                  <a:lnTo>
                    <a:pt x="3539236" y="4572"/>
                  </a:lnTo>
                  <a:close/>
                  <a:moveTo>
                    <a:pt x="3590036" y="4572"/>
                  </a:moveTo>
                  <a:lnTo>
                    <a:pt x="3615436" y="4572"/>
                  </a:lnTo>
                  <a:lnTo>
                    <a:pt x="3590036" y="4572"/>
                  </a:lnTo>
                  <a:close/>
                  <a:moveTo>
                    <a:pt x="3640836" y="4572"/>
                  </a:moveTo>
                  <a:lnTo>
                    <a:pt x="3666236" y="4572"/>
                  </a:lnTo>
                  <a:lnTo>
                    <a:pt x="3640836" y="4572"/>
                  </a:lnTo>
                  <a:close/>
                  <a:moveTo>
                    <a:pt x="3691636" y="4572"/>
                  </a:moveTo>
                  <a:lnTo>
                    <a:pt x="3717036" y="4572"/>
                  </a:lnTo>
                  <a:lnTo>
                    <a:pt x="3691636" y="4572"/>
                  </a:lnTo>
                  <a:close/>
                  <a:moveTo>
                    <a:pt x="3742436" y="4572"/>
                  </a:moveTo>
                  <a:lnTo>
                    <a:pt x="3767836" y="4572"/>
                  </a:lnTo>
                  <a:lnTo>
                    <a:pt x="3742436" y="4572"/>
                  </a:lnTo>
                  <a:close/>
                  <a:moveTo>
                    <a:pt x="3793236" y="4572"/>
                  </a:moveTo>
                  <a:lnTo>
                    <a:pt x="3818636" y="4572"/>
                  </a:lnTo>
                  <a:lnTo>
                    <a:pt x="3793236" y="4572"/>
                  </a:lnTo>
                  <a:close/>
                  <a:moveTo>
                    <a:pt x="3844036" y="4572"/>
                  </a:moveTo>
                  <a:lnTo>
                    <a:pt x="3869436" y="4572"/>
                  </a:lnTo>
                  <a:lnTo>
                    <a:pt x="3844036" y="4572"/>
                  </a:lnTo>
                  <a:close/>
                  <a:moveTo>
                    <a:pt x="3894836" y="4572"/>
                  </a:moveTo>
                  <a:lnTo>
                    <a:pt x="3920236" y="4572"/>
                  </a:lnTo>
                  <a:lnTo>
                    <a:pt x="3894836" y="4572"/>
                  </a:lnTo>
                  <a:close/>
                  <a:moveTo>
                    <a:pt x="3945636" y="4572"/>
                  </a:moveTo>
                  <a:lnTo>
                    <a:pt x="3971036" y="4572"/>
                  </a:lnTo>
                  <a:lnTo>
                    <a:pt x="3945636" y="4572"/>
                  </a:lnTo>
                  <a:close/>
                  <a:moveTo>
                    <a:pt x="3996436" y="4572"/>
                  </a:moveTo>
                  <a:lnTo>
                    <a:pt x="4021836" y="4572"/>
                  </a:lnTo>
                  <a:lnTo>
                    <a:pt x="3996436" y="4572"/>
                  </a:lnTo>
                  <a:close/>
                  <a:moveTo>
                    <a:pt x="4047236" y="4572"/>
                  </a:moveTo>
                  <a:lnTo>
                    <a:pt x="4072636" y="4572"/>
                  </a:lnTo>
                  <a:lnTo>
                    <a:pt x="4047236" y="4572"/>
                  </a:lnTo>
                  <a:close/>
                  <a:moveTo>
                    <a:pt x="4098036" y="4572"/>
                  </a:moveTo>
                  <a:lnTo>
                    <a:pt x="4123436" y="4572"/>
                  </a:lnTo>
                  <a:lnTo>
                    <a:pt x="4098036" y="4572"/>
                  </a:lnTo>
                  <a:close/>
                  <a:moveTo>
                    <a:pt x="4148836" y="4572"/>
                  </a:moveTo>
                  <a:lnTo>
                    <a:pt x="4174236" y="4572"/>
                  </a:lnTo>
                  <a:lnTo>
                    <a:pt x="4148836" y="4572"/>
                  </a:lnTo>
                  <a:close/>
                  <a:moveTo>
                    <a:pt x="4199636" y="4572"/>
                  </a:moveTo>
                  <a:lnTo>
                    <a:pt x="4225036" y="4572"/>
                  </a:lnTo>
                  <a:lnTo>
                    <a:pt x="4199636" y="4572"/>
                  </a:lnTo>
                  <a:close/>
                  <a:moveTo>
                    <a:pt x="4250436" y="4572"/>
                  </a:moveTo>
                  <a:lnTo>
                    <a:pt x="4275836" y="4572"/>
                  </a:lnTo>
                  <a:lnTo>
                    <a:pt x="4250436" y="4572"/>
                  </a:lnTo>
                  <a:close/>
                  <a:moveTo>
                    <a:pt x="4301236" y="4572"/>
                  </a:moveTo>
                  <a:lnTo>
                    <a:pt x="4326636" y="4572"/>
                  </a:lnTo>
                  <a:lnTo>
                    <a:pt x="4301236" y="4572"/>
                  </a:lnTo>
                  <a:close/>
                  <a:moveTo>
                    <a:pt x="4352036" y="4572"/>
                  </a:moveTo>
                  <a:lnTo>
                    <a:pt x="4377436" y="4572"/>
                  </a:lnTo>
                  <a:lnTo>
                    <a:pt x="4352036" y="4572"/>
                  </a:lnTo>
                  <a:close/>
                  <a:moveTo>
                    <a:pt x="4402836" y="4572"/>
                  </a:moveTo>
                  <a:lnTo>
                    <a:pt x="4428236" y="4572"/>
                  </a:lnTo>
                  <a:lnTo>
                    <a:pt x="4402836" y="4572"/>
                  </a:lnTo>
                  <a:close/>
                  <a:moveTo>
                    <a:pt x="4453636" y="4572"/>
                  </a:moveTo>
                  <a:lnTo>
                    <a:pt x="4479036" y="4572"/>
                  </a:lnTo>
                  <a:lnTo>
                    <a:pt x="4453636" y="4572"/>
                  </a:lnTo>
                  <a:close/>
                  <a:moveTo>
                    <a:pt x="4504436" y="4572"/>
                  </a:moveTo>
                  <a:lnTo>
                    <a:pt x="4529836" y="4572"/>
                  </a:lnTo>
                  <a:lnTo>
                    <a:pt x="4504436" y="4572"/>
                  </a:lnTo>
                  <a:close/>
                  <a:moveTo>
                    <a:pt x="4555236" y="4572"/>
                  </a:moveTo>
                  <a:lnTo>
                    <a:pt x="4580636" y="4572"/>
                  </a:lnTo>
                  <a:lnTo>
                    <a:pt x="4555236" y="4572"/>
                  </a:lnTo>
                  <a:close/>
                  <a:moveTo>
                    <a:pt x="4606036" y="4572"/>
                  </a:moveTo>
                  <a:lnTo>
                    <a:pt x="4631436" y="4572"/>
                  </a:lnTo>
                  <a:lnTo>
                    <a:pt x="4606036" y="4572"/>
                  </a:lnTo>
                  <a:close/>
                  <a:moveTo>
                    <a:pt x="4656836" y="4572"/>
                  </a:moveTo>
                  <a:lnTo>
                    <a:pt x="4682236" y="4572"/>
                  </a:lnTo>
                  <a:lnTo>
                    <a:pt x="4656836" y="4572"/>
                  </a:lnTo>
                  <a:close/>
                  <a:moveTo>
                    <a:pt x="4707636" y="4572"/>
                  </a:moveTo>
                  <a:lnTo>
                    <a:pt x="4733036" y="4572"/>
                  </a:lnTo>
                  <a:lnTo>
                    <a:pt x="4707636" y="4572"/>
                  </a:lnTo>
                  <a:close/>
                  <a:moveTo>
                    <a:pt x="4758436" y="4572"/>
                  </a:moveTo>
                  <a:lnTo>
                    <a:pt x="4783836" y="4572"/>
                  </a:lnTo>
                  <a:lnTo>
                    <a:pt x="4758436" y="4572"/>
                  </a:lnTo>
                  <a:close/>
                  <a:moveTo>
                    <a:pt x="4809236" y="4572"/>
                  </a:moveTo>
                  <a:lnTo>
                    <a:pt x="4834636" y="4572"/>
                  </a:lnTo>
                  <a:lnTo>
                    <a:pt x="4809236" y="4572"/>
                  </a:lnTo>
                  <a:close/>
                  <a:moveTo>
                    <a:pt x="4860036" y="4572"/>
                  </a:moveTo>
                  <a:lnTo>
                    <a:pt x="4885436" y="4572"/>
                  </a:lnTo>
                  <a:lnTo>
                    <a:pt x="4860036" y="4572"/>
                  </a:lnTo>
                  <a:close/>
                  <a:moveTo>
                    <a:pt x="4910836" y="4572"/>
                  </a:moveTo>
                  <a:lnTo>
                    <a:pt x="4936236" y="4572"/>
                  </a:lnTo>
                  <a:lnTo>
                    <a:pt x="4910836" y="4572"/>
                  </a:lnTo>
                  <a:close/>
                  <a:moveTo>
                    <a:pt x="4961636" y="4572"/>
                  </a:moveTo>
                  <a:lnTo>
                    <a:pt x="4987036" y="4572"/>
                  </a:lnTo>
                  <a:lnTo>
                    <a:pt x="4961636" y="4572"/>
                  </a:lnTo>
                  <a:close/>
                  <a:moveTo>
                    <a:pt x="5012436" y="4572"/>
                  </a:moveTo>
                  <a:lnTo>
                    <a:pt x="5037836" y="4572"/>
                  </a:lnTo>
                  <a:lnTo>
                    <a:pt x="5012436" y="4572"/>
                  </a:lnTo>
                  <a:close/>
                  <a:moveTo>
                    <a:pt x="5063236" y="4572"/>
                  </a:moveTo>
                  <a:lnTo>
                    <a:pt x="5088636" y="4572"/>
                  </a:lnTo>
                  <a:lnTo>
                    <a:pt x="5063236" y="4572"/>
                  </a:lnTo>
                  <a:close/>
                  <a:moveTo>
                    <a:pt x="5114036" y="4572"/>
                  </a:moveTo>
                  <a:lnTo>
                    <a:pt x="5139436" y="4572"/>
                  </a:lnTo>
                  <a:lnTo>
                    <a:pt x="5114036" y="4572"/>
                  </a:lnTo>
                  <a:close/>
                  <a:moveTo>
                    <a:pt x="5164836" y="4572"/>
                  </a:moveTo>
                  <a:lnTo>
                    <a:pt x="5190236" y="4572"/>
                  </a:lnTo>
                  <a:lnTo>
                    <a:pt x="5164836" y="4572"/>
                  </a:lnTo>
                  <a:close/>
                  <a:moveTo>
                    <a:pt x="5215636" y="4572"/>
                  </a:moveTo>
                  <a:lnTo>
                    <a:pt x="5241036" y="4572"/>
                  </a:lnTo>
                  <a:lnTo>
                    <a:pt x="5215636" y="4572"/>
                  </a:lnTo>
                  <a:close/>
                  <a:moveTo>
                    <a:pt x="5266436" y="4572"/>
                  </a:moveTo>
                  <a:lnTo>
                    <a:pt x="5291836" y="4572"/>
                  </a:lnTo>
                  <a:lnTo>
                    <a:pt x="5266436" y="4572"/>
                  </a:lnTo>
                  <a:close/>
                  <a:moveTo>
                    <a:pt x="5317236" y="4572"/>
                  </a:moveTo>
                  <a:lnTo>
                    <a:pt x="5342636" y="4572"/>
                  </a:lnTo>
                  <a:lnTo>
                    <a:pt x="5317236" y="4572"/>
                  </a:lnTo>
                  <a:close/>
                  <a:moveTo>
                    <a:pt x="5368036" y="4572"/>
                  </a:moveTo>
                  <a:lnTo>
                    <a:pt x="5393436" y="4572"/>
                  </a:lnTo>
                  <a:lnTo>
                    <a:pt x="5368036" y="4572"/>
                  </a:lnTo>
                  <a:close/>
                  <a:moveTo>
                    <a:pt x="5418836" y="4572"/>
                  </a:moveTo>
                  <a:lnTo>
                    <a:pt x="5444236" y="4572"/>
                  </a:lnTo>
                  <a:lnTo>
                    <a:pt x="5418836" y="4572"/>
                  </a:lnTo>
                  <a:close/>
                  <a:moveTo>
                    <a:pt x="5469636" y="4572"/>
                  </a:moveTo>
                  <a:lnTo>
                    <a:pt x="5495036" y="4572"/>
                  </a:lnTo>
                  <a:lnTo>
                    <a:pt x="5469636" y="4572"/>
                  </a:lnTo>
                  <a:close/>
                  <a:moveTo>
                    <a:pt x="5520436" y="4572"/>
                  </a:moveTo>
                  <a:lnTo>
                    <a:pt x="5545836" y="4572"/>
                  </a:lnTo>
                  <a:lnTo>
                    <a:pt x="5520436" y="4572"/>
                  </a:lnTo>
                  <a:close/>
                  <a:moveTo>
                    <a:pt x="5571236" y="4572"/>
                  </a:moveTo>
                  <a:lnTo>
                    <a:pt x="5596636" y="4572"/>
                  </a:lnTo>
                  <a:lnTo>
                    <a:pt x="5571236" y="4572"/>
                  </a:lnTo>
                  <a:close/>
                  <a:moveTo>
                    <a:pt x="5622036" y="4572"/>
                  </a:moveTo>
                  <a:lnTo>
                    <a:pt x="5647436" y="4572"/>
                  </a:lnTo>
                  <a:lnTo>
                    <a:pt x="5622036" y="4572"/>
                  </a:lnTo>
                  <a:close/>
                  <a:moveTo>
                    <a:pt x="5672836" y="4572"/>
                  </a:moveTo>
                  <a:lnTo>
                    <a:pt x="5698236" y="4572"/>
                  </a:lnTo>
                  <a:lnTo>
                    <a:pt x="5672836" y="4572"/>
                  </a:lnTo>
                  <a:close/>
                  <a:moveTo>
                    <a:pt x="5723636" y="4572"/>
                  </a:moveTo>
                  <a:lnTo>
                    <a:pt x="5749036" y="4572"/>
                  </a:lnTo>
                  <a:lnTo>
                    <a:pt x="5723636" y="4572"/>
                  </a:lnTo>
                  <a:close/>
                  <a:moveTo>
                    <a:pt x="5774436" y="4572"/>
                  </a:moveTo>
                  <a:lnTo>
                    <a:pt x="5799836" y="4572"/>
                  </a:lnTo>
                  <a:lnTo>
                    <a:pt x="5774436" y="4572"/>
                  </a:lnTo>
                  <a:close/>
                  <a:moveTo>
                    <a:pt x="5825236" y="4572"/>
                  </a:moveTo>
                  <a:lnTo>
                    <a:pt x="5850636" y="4572"/>
                  </a:lnTo>
                  <a:lnTo>
                    <a:pt x="5825236" y="4572"/>
                  </a:lnTo>
                  <a:close/>
                  <a:moveTo>
                    <a:pt x="5876036" y="4572"/>
                  </a:moveTo>
                  <a:lnTo>
                    <a:pt x="5901436" y="4572"/>
                  </a:lnTo>
                  <a:lnTo>
                    <a:pt x="5876036" y="4572"/>
                  </a:lnTo>
                  <a:close/>
                  <a:moveTo>
                    <a:pt x="5926836" y="4572"/>
                  </a:moveTo>
                  <a:lnTo>
                    <a:pt x="5952236" y="4572"/>
                  </a:lnTo>
                  <a:lnTo>
                    <a:pt x="5926836" y="4572"/>
                  </a:lnTo>
                  <a:close/>
                  <a:moveTo>
                    <a:pt x="5977636" y="4572"/>
                  </a:moveTo>
                  <a:lnTo>
                    <a:pt x="6003036" y="4572"/>
                  </a:lnTo>
                  <a:lnTo>
                    <a:pt x="5977636" y="4572"/>
                  </a:lnTo>
                  <a:close/>
                  <a:moveTo>
                    <a:pt x="6028436" y="4572"/>
                  </a:moveTo>
                  <a:lnTo>
                    <a:pt x="6053836" y="4572"/>
                  </a:lnTo>
                  <a:lnTo>
                    <a:pt x="6028436" y="4572"/>
                  </a:lnTo>
                  <a:close/>
                  <a:moveTo>
                    <a:pt x="6079236" y="4572"/>
                  </a:moveTo>
                  <a:lnTo>
                    <a:pt x="6104636" y="4572"/>
                  </a:lnTo>
                  <a:lnTo>
                    <a:pt x="6079236" y="4572"/>
                  </a:lnTo>
                  <a:close/>
                  <a:moveTo>
                    <a:pt x="6130036" y="4572"/>
                  </a:moveTo>
                  <a:lnTo>
                    <a:pt x="6155436" y="4572"/>
                  </a:lnTo>
                  <a:lnTo>
                    <a:pt x="6130036" y="4572"/>
                  </a:lnTo>
                  <a:close/>
                  <a:moveTo>
                    <a:pt x="6180836" y="4572"/>
                  </a:moveTo>
                  <a:lnTo>
                    <a:pt x="6206236" y="4572"/>
                  </a:lnTo>
                  <a:lnTo>
                    <a:pt x="6180836" y="4572"/>
                  </a:lnTo>
                  <a:close/>
                  <a:moveTo>
                    <a:pt x="6231636" y="4572"/>
                  </a:moveTo>
                  <a:lnTo>
                    <a:pt x="6257036" y="4572"/>
                  </a:lnTo>
                  <a:lnTo>
                    <a:pt x="6231636" y="4572"/>
                  </a:lnTo>
                  <a:close/>
                  <a:moveTo>
                    <a:pt x="6282436" y="4572"/>
                  </a:moveTo>
                  <a:lnTo>
                    <a:pt x="6307836" y="4572"/>
                  </a:lnTo>
                  <a:lnTo>
                    <a:pt x="6282436" y="4572"/>
                  </a:lnTo>
                  <a:close/>
                  <a:moveTo>
                    <a:pt x="6333236" y="4572"/>
                  </a:moveTo>
                  <a:lnTo>
                    <a:pt x="6358636" y="4572"/>
                  </a:lnTo>
                  <a:lnTo>
                    <a:pt x="6333236" y="4572"/>
                  </a:lnTo>
                  <a:close/>
                  <a:moveTo>
                    <a:pt x="6384036" y="4572"/>
                  </a:moveTo>
                  <a:lnTo>
                    <a:pt x="6409436" y="4572"/>
                  </a:lnTo>
                  <a:lnTo>
                    <a:pt x="6384036" y="4572"/>
                  </a:lnTo>
                  <a:close/>
                  <a:moveTo>
                    <a:pt x="6434836" y="4572"/>
                  </a:moveTo>
                  <a:lnTo>
                    <a:pt x="6460236" y="4572"/>
                  </a:lnTo>
                  <a:lnTo>
                    <a:pt x="6434836" y="4572"/>
                  </a:lnTo>
                  <a:close/>
                  <a:moveTo>
                    <a:pt x="6485636" y="4572"/>
                  </a:moveTo>
                  <a:lnTo>
                    <a:pt x="6511036" y="4572"/>
                  </a:lnTo>
                  <a:lnTo>
                    <a:pt x="6485636" y="4572"/>
                  </a:lnTo>
                  <a:close/>
                  <a:moveTo>
                    <a:pt x="6536436" y="4572"/>
                  </a:moveTo>
                  <a:lnTo>
                    <a:pt x="6561836" y="4572"/>
                  </a:lnTo>
                  <a:lnTo>
                    <a:pt x="6536436" y="4572"/>
                  </a:lnTo>
                  <a:close/>
                  <a:moveTo>
                    <a:pt x="6587236" y="4572"/>
                  </a:moveTo>
                  <a:lnTo>
                    <a:pt x="6612636" y="4572"/>
                  </a:lnTo>
                  <a:lnTo>
                    <a:pt x="6587236" y="4572"/>
                  </a:lnTo>
                  <a:close/>
                  <a:moveTo>
                    <a:pt x="6638036" y="4572"/>
                  </a:moveTo>
                  <a:lnTo>
                    <a:pt x="6663436" y="4572"/>
                  </a:lnTo>
                  <a:lnTo>
                    <a:pt x="6638036" y="4572"/>
                  </a:lnTo>
                  <a:close/>
                  <a:moveTo>
                    <a:pt x="6688836" y="4572"/>
                  </a:moveTo>
                  <a:lnTo>
                    <a:pt x="6714236" y="4572"/>
                  </a:lnTo>
                  <a:lnTo>
                    <a:pt x="6688836" y="4572"/>
                  </a:lnTo>
                  <a:close/>
                  <a:moveTo>
                    <a:pt x="6739636" y="4572"/>
                  </a:moveTo>
                  <a:lnTo>
                    <a:pt x="6765036" y="4572"/>
                  </a:lnTo>
                  <a:lnTo>
                    <a:pt x="6739636" y="4572"/>
                  </a:lnTo>
                  <a:close/>
                  <a:moveTo>
                    <a:pt x="6790436" y="4572"/>
                  </a:moveTo>
                  <a:lnTo>
                    <a:pt x="6815836" y="4572"/>
                  </a:lnTo>
                  <a:lnTo>
                    <a:pt x="6790436" y="4572"/>
                  </a:lnTo>
                  <a:close/>
                  <a:moveTo>
                    <a:pt x="6841236" y="4572"/>
                  </a:moveTo>
                  <a:lnTo>
                    <a:pt x="6866636" y="4572"/>
                  </a:lnTo>
                  <a:lnTo>
                    <a:pt x="6841236" y="4572"/>
                  </a:lnTo>
                  <a:close/>
                  <a:moveTo>
                    <a:pt x="6892036" y="4572"/>
                  </a:moveTo>
                  <a:lnTo>
                    <a:pt x="6917436" y="4572"/>
                  </a:lnTo>
                  <a:lnTo>
                    <a:pt x="6892036" y="4572"/>
                  </a:lnTo>
                  <a:close/>
                  <a:moveTo>
                    <a:pt x="6942836" y="4572"/>
                  </a:moveTo>
                  <a:lnTo>
                    <a:pt x="6968236" y="4572"/>
                  </a:lnTo>
                  <a:lnTo>
                    <a:pt x="6942836" y="4572"/>
                  </a:lnTo>
                  <a:close/>
                  <a:moveTo>
                    <a:pt x="6993636" y="4572"/>
                  </a:moveTo>
                  <a:lnTo>
                    <a:pt x="7019036" y="4572"/>
                  </a:lnTo>
                  <a:lnTo>
                    <a:pt x="6993636" y="4572"/>
                  </a:lnTo>
                  <a:close/>
                  <a:moveTo>
                    <a:pt x="7044436" y="4572"/>
                  </a:moveTo>
                  <a:lnTo>
                    <a:pt x="7069836" y="4572"/>
                  </a:lnTo>
                  <a:lnTo>
                    <a:pt x="7044436" y="4572"/>
                  </a:lnTo>
                  <a:close/>
                  <a:moveTo>
                    <a:pt x="7095236" y="4572"/>
                  </a:moveTo>
                  <a:lnTo>
                    <a:pt x="7120636" y="4572"/>
                  </a:lnTo>
                  <a:lnTo>
                    <a:pt x="7095236" y="4572"/>
                  </a:lnTo>
                  <a:close/>
                  <a:moveTo>
                    <a:pt x="7146036" y="4572"/>
                  </a:moveTo>
                  <a:lnTo>
                    <a:pt x="7171436" y="4572"/>
                  </a:lnTo>
                  <a:lnTo>
                    <a:pt x="7146036" y="4572"/>
                  </a:lnTo>
                  <a:close/>
                  <a:moveTo>
                    <a:pt x="7196836" y="4572"/>
                  </a:moveTo>
                  <a:lnTo>
                    <a:pt x="7222236" y="4572"/>
                  </a:lnTo>
                  <a:lnTo>
                    <a:pt x="7196836" y="4572"/>
                  </a:lnTo>
                  <a:close/>
                  <a:moveTo>
                    <a:pt x="7247636" y="4572"/>
                  </a:moveTo>
                  <a:lnTo>
                    <a:pt x="7273036" y="4572"/>
                  </a:lnTo>
                  <a:lnTo>
                    <a:pt x="7247636" y="4572"/>
                  </a:lnTo>
                  <a:close/>
                  <a:moveTo>
                    <a:pt x="7298436" y="4572"/>
                  </a:moveTo>
                  <a:lnTo>
                    <a:pt x="7323836" y="4572"/>
                  </a:lnTo>
                  <a:lnTo>
                    <a:pt x="7298436" y="4572"/>
                  </a:lnTo>
                  <a:close/>
                  <a:moveTo>
                    <a:pt x="7349236" y="4572"/>
                  </a:moveTo>
                  <a:lnTo>
                    <a:pt x="7374636" y="4572"/>
                  </a:lnTo>
                  <a:lnTo>
                    <a:pt x="7349236" y="4572"/>
                  </a:lnTo>
                  <a:close/>
                  <a:moveTo>
                    <a:pt x="7400036" y="4572"/>
                  </a:moveTo>
                  <a:lnTo>
                    <a:pt x="7425436" y="4572"/>
                  </a:lnTo>
                  <a:lnTo>
                    <a:pt x="7400036" y="4572"/>
                  </a:lnTo>
                  <a:close/>
                  <a:moveTo>
                    <a:pt x="7450836" y="4572"/>
                  </a:moveTo>
                  <a:lnTo>
                    <a:pt x="7476236" y="4572"/>
                  </a:lnTo>
                  <a:lnTo>
                    <a:pt x="7450836" y="4572"/>
                  </a:lnTo>
                  <a:close/>
                  <a:moveTo>
                    <a:pt x="7501636" y="4572"/>
                  </a:moveTo>
                  <a:lnTo>
                    <a:pt x="7527036" y="4572"/>
                  </a:lnTo>
                  <a:lnTo>
                    <a:pt x="7501636" y="4572"/>
                  </a:lnTo>
                  <a:close/>
                  <a:moveTo>
                    <a:pt x="7552436" y="4572"/>
                  </a:moveTo>
                  <a:lnTo>
                    <a:pt x="7577836" y="4572"/>
                  </a:lnTo>
                  <a:lnTo>
                    <a:pt x="7552436" y="4572"/>
                  </a:lnTo>
                  <a:close/>
                  <a:moveTo>
                    <a:pt x="7603236" y="4572"/>
                  </a:moveTo>
                  <a:lnTo>
                    <a:pt x="7628636" y="4572"/>
                  </a:lnTo>
                  <a:lnTo>
                    <a:pt x="7603236" y="4572"/>
                  </a:lnTo>
                  <a:close/>
                  <a:moveTo>
                    <a:pt x="7654036" y="4572"/>
                  </a:moveTo>
                  <a:lnTo>
                    <a:pt x="7679436" y="4572"/>
                  </a:lnTo>
                  <a:lnTo>
                    <a:pt x="7654036" y="4572"/>
                  </a:lnTo>
                  <a:close/>
                  <a:moveTo>
                    <a:pt x="7704836" y="4572"/>
                  </a:moveTo>
                  <a:lnTo>
                    <a:pt x="7730236" y="4572"/>
                  </a:lnTo>
                  <a:lnTo>
                    <a:pt x="7704836" y="4572"/>
                  </a:lnTo>
                  <a:close/>
                  <a:moveTo>
                    <a:pt x="7755636" y="4572"/>
                  </a:moveTo>
                  <a:lnTo>
                    <a:pt x="7781036" y="4572"/>
                  </a:lnTo>
                  <a:lnTo>
                    <a:pt x="7755636" y="4572"/>
                  </a:lnTo>
                  <a:close/>
                  <a:moveTo>
                    <a:pt x="7806436" y="4572"/>
                  </a:moveTo>
                  <a:lnTo>
                    <a:pt x="7831836" y="4572"/>
                  </a:lnTo>
                  <a:lnTo>
                    <a:pt x="7806436" y="4572"/>
                  </a:lnTo>
                  <a:close/>
                  <a:moveTo>
                    <a:pt x="7857236" y="4572"/>
                  </a:moveTo>
                  <a:lnTo>
                    <a:pt x="7882636" y="4572"/>
                  </a:lnTo>
                  <a:lnTo>
                    <a:pt x="7857236" y="4572"/>
                  </a:lnTo>
                  <a:close/>
                  <a:moveTo>
                    <a:pt x="7908036" y="4572"/>
                  </a:moveTo>
                  <a:lnTo>
                    <a:pt x="7933436" y="4572"/>
                  </a:lnTo>
                  <a:lnTo>
                    <a:pt x="7908036" y="4572"/>
                  </a:lnTo>
                  <a:close/>
                  <a:moveTo>
                    <a:pt x="7958836" y="4572"/>
                  </a:moveTo>
                  <a:lnTo>
                    <a:pt x="7984236" y="4572"/>
                  </a:lnTo>
                  <a:lnTo>
                    <a:pt x="7958836" y="4572"/>
                  </a:lnTo>
                  <a:close/>
                  <a:moveTo>
                    <a:pt x="8009636" y="4572"/>
                  </a:moveTo>
                  <a:lnTo>
                    <a:pt x="8035036" y="4572"/>
                  </a:lnTo>
                  <a:lnTo>
                    <a:pt x="8009636" y="4572"/>
                  </a:lnTo>
                  <a:close/>
                  <a:moveTo>
                    <a:pt x="8060436" y="4572"/>
                  </a:moveTo>
                  <a:lnTo>
                    <a:pt x="8085836" y="4572"/>
                  </a:lnTo>
                  <a:lnTo>
                    <a:pt x="8060436" y="4572"/>
                  </a:lnTo>
                  <a:close/>
                  <a:moveTo>
                    <a:pt x="8111236" y="4572"/>
                  </a:moveTo>
                  <a:lnTo>
                    <a:pt x="8136636" y="4572"/>
                  </a:lnTo>
                  <a:lnTo>
                    <a:pt x="8111236" y="4572"/>
                  </a:lnTo>
                  <a:close/>
                  <a:moveTo>
                    <a:pt x="8162036" y="4572"/>
                  </a:moveTo>
                  <a:lnTo>
                    <a:pt x="8187436" y="4572"/>
                  </a:lnTo>
                  <a:lnTo>
                    <a:pt x="8162036" y="4572"/>
                  </a:lnTo>
                  <a:close/>
                  <a:moveTo>
                    <a:pt x="8212836" y="4572"/>
                  </a:moveTo>
                  <a:lnTo>
                    <a:pt x="8238236" y="4572"/>
                  </a:lnTo>
                  <a:lnTo>
                    <a:pt x="8212836" y="4572"/>
                  </a:lnTo>
                  <a:close/>
                  <a:moveTo>
                    <a:pt x="8263636" y="4572"/>
                  </a:moveTo>
                  <a:lnTo>
                    <a:pt x="8289036" y="4572"/>
                  </a:lnTo>
                  <a:lnTo>
                    <a:pt x="8263636" y="4572"/>
                  </a:lnTo>
                  <a:close/>
                  <a:moveTo>
                    <a:pt x="8314436" y="4572"/>
                  </a:moveTo>
                  <a:lnTo>
                    <a:pt x="8339836" y="4572"/>
                  </a:lnTo>
                  <a:lnTo>
                    <a:pt x="8314436" y="4572"/>
                  </a:lnTo>
                  <a:close/>
                  <a:moveTo>
                    <a:pt x="8365236" y="4572"/>
                  </a:moveTo>
                  <a:lnTo>
                    <a:pt x="8390636" y="4572"/>
                  </a:lnTo>
                  <a:lnTo>
                    <a:pt x="8365236" y="4572"/>
                  </a:lnTo>
                  <a:close/>
                  <a:moveTo>
                    <a:pt x="8416036" y="4572"/>
                  </a:moveTo>
                  <a:lnTo>
                    <a:pt x="8441436" y="4572"/>
                  </a:lnTo>
                  <a:lnTo>
                    <a:pt x="8416036" y="4572"/>
                  </a:lnTo>
                  <a:close/>
                  <a:moveTo>
                    <a:pt x="8466836" y="4572"/>
                  </a:moveTo>
                  <a:lnTo>
                    <a:pt x="8492236" y="4572"/>
                  </a:lnTo>
                  <a:lnTo>
                    <a:pt x="8466836" y="4572"/>
                  </a:lnTo>
                  <a:close/>
                  <a:moveTo>
                    <a:pt x="8517636" y="4572"/>
                  </a:moveTo>
                  <a:lnTo>
                    <a:pt x="8543036" y="4572"/>
                  </a:lnTo>
                  <a:lnTo>
                    <a:pt x="8517636" y="4572"/>
                  </a:lnTo>
                  <a:close/>
                  <a:moveTo>
                    <a:pt x="8568436" y="4572"/>
                  </a:moveTo>
                  <a:lnTo>
                    <a:pt x="8593836" y="4572"/>
                  </a:lnTo>
                  <a:lnTo>
                    <a:pt x="8568436" y="4572"/>
                  </a:lnTo>
                  <a:close/>
                  <a:moveTo>
                    <a:pt x="8619236" y="4572"/>
                  </a:moveTo>
                  <a:lnTo>
                    <a:pt x="8644636" y="4572"/>
                  </a:lnTo>
                  <a:lnTo>
                    <a:pt x="8619236" y="4572"/>
                  </a:lnTo>
                  <a:close/>
                  <a:moveTo>
                    <a:pt x="8670036" y="4572"/>
                  </a:moveTo>
                  <a:lnTo>
                    <a:pt x="8695436" y="4572"/>
                  </a:lnTo>
                  <a:lnTo>
                    <a:pt x="8670036" y="4572"/>
                  </a:lnTo>
                  <a:close/>
                  <a:moveTo>
                    <a:pt x="8720836" y="4572"/>
                  </a:moveTo>
                  <a:lnTo>
                    <a:pt x="8746236" y="4572"/>
                  </a:lnTo>
                  <a:lnTo>
                    <a:pt x="8720836" y="4572"/>
                  </a:lnTo>
                  <a:close/>
                  <a:moveTo>
                    <a:pt x="8771636" y="4572"/>
                  </a:moveTo>
                  <a:lnTo>
                    <a:pt x="8797036" y="4572"/>
                  </a:lnTo>
                  <a:lnTo>
                    <a:pt x="8771636" y="4572"/>
                  </a:lnTo>
                  <a:close/>
                  <a:moveTo>
                    <a:pt x="8822436" y="4572"/>
                  </a:moveTo>
                  <a:lnTo>
                    <a:pt x="8847836" y="4572"/>
                  </a:lnTo>
                  <a:lnTo>
                    <a:pt x="8822436" y="4572"/>
                  </a:lnTo>
                  <a:close/>
                  <a:moveTo>
                    <a:pt x="8873236" y="4572"/>
                  </a:moveTo>
                  <a:lnTo>
                    <a:pt x="8898636" y="4572"/>
                  </a:lnTo>
                  <a:lnTo>
                    <a:pt x="8873236" y="4572"/>
                  </a:lnTo>
                  <a:close/>
                  <a:moveTo>
                    <a:pt x="8924036" y="4572"/>
                  </a:moveTo>
                  <a:lnTo>
                    <a:pt x="8949436" y="4572"/>
                  </a:lnTo>
                  <a:lnTo>
                    <a:pt x="8924036" y="4572"/>
                  </a:lnTo>
                  <a:close/>
                  <a:moveTo>
                    <a:pt x="8974836" y="4572"/>
                  </a:moveTo>
                  <a:lnTo>
                    <a:pt x="9000236" y="4572"/>
                  </a:lnTo>
                  <a:lnTo>
                    <a:pt x="8974836" y="4572"/>
                  </a:lnTo>
                  <a:close/>
                  <a:moveTo>
                    <a:pt x="9025636" y="4572"/>
                  </a:moveTo>
                  <a:lnTo>
                    <a:pt x="9051036" y="4572"/>
                  </a:lnTo>
                  <a:lnTo>
                    <a:pt x="9025636" y="4572"/>
                  </a:lnTo>
                  <a:close/>
                  <a:moveTo>
                    <a:pt x="9076436" y="4572"/>
                  </a:moveTo>
                  <a:lnTo>
                    <a:pt x="9101836" y="4572"/>
                  </a:lnTo>
                  <a:lnTo>
                    <a:pt x="9076436" y="4572"/>
                  </a:lnTo>
                  <a:close/>
                  <a:moveTo>
                    <a:pt x="9127236" y="4572"/>
                  </a:moveTo>
                  <a:lnTo>
                    <a:pt x="9152636" y="4572"/>
                  </a:lnTo>
                  <a:lnTo>
                    <a:pt x="9127236" y="4572"/>
                  </a:lnTo>
                  <a:close/>
                  <a:moveTo>
                    <a:pt x="9178036" y="4572"/>
                  </a:moveTo>
                  <a:lnTo>
                    <a:pt x="9203436" y="4572"/>
                  </a:lnTo>
                  <a:lnTo>
                    <a:pt x="9178036" y="4572"/>
                  </a:lnTo>
                  <a:close/>
                  <a:moveTo>
                    <a:pt x="9228836" y="4572"/>
                  </a:moveTo>
                  <a:lnTo>
                    <a:pt x="9254236" y="4572"/>
                  </a:lnTo>
                  <a:lnTo>
                    <a:pt x="9228836" y="4572"/>
                  </a:lnTo>
                  <a:close/>
                  <a:moveTo>
                    <a:pt x="9279636" y="4572"/>
                  </a:moveTo>
                  <a:lnTo>
                    <a:pt x="9305036" y="4572"/>
                  </a:lnTo>
                  <a:lnTo>
                    <a:pt x="9279636" y="4572"/>
                  </a:lnTo>
                  <a:close/>
                  <a:moveTo>
                    <a:pt x="9330436" y="4572"/>
                  </a:moveTo>
                  <a:lnTo>
                    <a:pt x="9355836" y="4572"/>
                  </a:lnTo>
                  <a:lnTo>
                    <a:pt x="9330436" y="4572"/>
                  </a:lnTo>
                  <a:close/>
                  <a:moveTo>
                    <a:pt x="9381236" y="4572"/>
                  </a:moveTo>
                  <a:lnTo>
                    <a:pt x="9406636" y="4572"/>
                  </a:lnTo>
                  <a:lnTo>
                    <a:pt x="9381236" y="4572"/>
                  </a:lnTo>
                  <a:close/>
                  <a:moveTo>
                    <a:pt x="9432036" y="4572"/>
                  </a:moveTo>
                  <a:lnTo>
                    <a:pt x="9457436" y="4572"/>
                  </a:lnTo>
                  <a:lnTo>
                    <a:pt x="9432036" y="4572"/>
                  </a:lnTo>
                  <a:close/>
                  <a:moveTo>
                    <a:pt x="9482836" y="4572"/>
                  </a:moveTo>
                  <a:lnTo>
                    <a:pt x="9508236" y="4572"/>
                  </a:lnTo>
                  <a:lnTo>
                    <a:pt x="9482836" y="4572"/>
                  </a:lnTo>
                  <a:close/>
                  <a:moveTo>
                    <a:pt x="9533636" y="4572"/>
                  </a:moveTo>
                  <a:lnTo>
                    <a:pt x="9559036" y="4572"/>
                  </a:lnTo>
                  <a:lnTo>
                    <a:pt x="9533636" y="4572"/>
                  </a:lnTo>
                  <a:close/>
                  <a:moveTo>
                    <a:pt x="9584436" y="4572"/>
                  </a:moveTo>
                  <a:lnTo>
                    <a:pt x="9609836" y="4572"/>
                  </a:lnTo>
                  <a:lnTo>
                    <a:pt x="9584436" y="4572"/>
                  </a:lnTo>
                  <a:close/>
                  <a:moveTo>
                    <a:pt x="9635236" y="4572"/>
                  </a:moveTo>
                  <a:lnTo>
                    <a:pt x="9660636" y="4572"/>
                  </a:lnTo>
                  <a:lnTo>
                    <a:pt x="9635236" y="4572"/>
                  </a:lnTo>
                  <a:close/>
                  <a:moveTo>
                    <a:pt x="9686036" y="4572"/>
                  </a:moveTo>
                  <a:lnTo>
                    <a:pt x="9711436" y="4572"/>
                  </a:lnTo>
                  <a:lnTo>
                    <a:pt x="9686036" y="4572"/>
                  </a:lnTo>
                  <a:close/>
                  <a:moveTo>
                    <a:pt x="9736836" y="4572"/>
                  </a:moveTo>
                  <a:lnTo>
                    <a:pt x="9762236" y="4572"/>
                  </a:lnTo>
                  <a:lnTo>
                    <a:pt x="9736836" y="4572"/>
                  </a:lnTo>
                  <a:close/>
                  <a:moveTo>
                    <a:pt x="9787636" y="4572"/>
                  </a:moveTo>
                  <a:lnTo>
                    <a:pt x="9813036" y="4572"/>
                  </a:lnTo>
                  <a:lnTo>
                    <a:pt x="9787636" y="4572"/>
                  </a:lnTo>
                  <a:close/>
                  <a:moveTo>
                    <a:pt x="9838436" y="4572"/>
                  </a:moveTo>
                  <a:lnTo>
                    <a:pt x="9863836" y="4572"/>
                  </a:lnTo>
                  <a:lnTo>
                    <a:pt x="9838436" y="4572"/>
                  </a:lnTo>
                  <a:close/>
                  <a:moveTo>
                    <a:pt x="9889236" y="4572"/>
                  </a:moveTo>
                  <a:lnTo>
                    <a:pt x="9914636" y="4572"/>
                  </a:lnTo>
                  <a:lnTo>
                    <a:pt x="9889236" y="4572"/>
                  </a:lnTo>
                  <a:close/>
                  <a:moveTo>
                    <a:pt x="9940036" y="4572"/>
                  </a:moveTo>
                  <a:lnTo>
                    <a:pt x="9965436" y="4572"/>
                  </a:lnTo>
                  <a:lnTo>
                    <a:pt x="9940036" y="4572"/>
                  </a:lnTo>
                  <a:close/>
                  <a:moveTo>
                    <a:pt x="9990836" y="4572"/>
                  </a:moveTo>
                  <a:lnTo>
                    <a:pt x="10016236" y="4572"/>
                  </a:lnTo>
                  <a:lnTo>
                    <a:pt x="9990836" y="4572"/>
                  </a:lnTo>
                  <a:close/>
                  <a:moveTo>
                    <a:pt x="10041636" y="4572"/>
                  </a:moveTo>
                  <a:lnTo>
                    <a:pt x="10067036" y="4572"/>
                  </a:lnTo>
                  <a:lnTo>
                    <a:pt x="10041636" y="4572"/>
                  </a:lnTo>
                  <a:close/>
                  <a:moveTo>
                    <a:pt x="10092436" y="4572"/>
                  </a:moveTo>
                  <a:lnTo>
                    <a:pt x="10117836" y="4572"/>
                  </a:lnTo>
                  <a:lnTo>
                    <a:pt x="10092436" y="4572"/>
                  </a:lnTo>
                  <a:close/>
                  <a:moveTo>
                    <a:pt x="10143236" y="4572"/>
                  </a:moveTo>
                  <a:lnTo>
                    <a:pt x="10168636" y="4572"/>
                  </a:lnTo>
                  <a:lnTo>
                    <a:pt x="10143236" y="4572"/>
                  </a:lnTo>
                  <a:close/>
                  <a:moveTo>
                    <a:pt x="10194036" y="4572"/>
                  </a:moveTo>
                  <a:lnTo>
                    <a:pt x="10219436" y="4572"/>
                  </a:lnTo>
                  <a:lnTo>
                    <a:pt x="10194036" y="4572"/>
                  </a:lnTo>
                  <a:close/>
                  <a:moveTo>
                    <a:pt x="10244836" y="4572"/>
                  </a:moveTo>
                  <a:lnTo>
                    <a:pt x="10270236" y="4572"/>
                  </a:lnTo>
                  <a:lnTo>
                    <a:pt x="10244836" y="4572"/>
                  </a:lnTo>
                  <a:close/>
                  <a:moveTo>
                    <a:pt x="10295636" y="4572"/>
                  </a:moveTo>
                  <a:lnTo>
                    <a:pt x="10321036" y="4572"/>
                  </a:lnTo>
                  <a:lnTo>
                    <a:pt x="10295636" y="4572"/>
                  </a:lnTo>
                  <a:close/>
                  <a:moveTo>
                    <a:pt x="10335768" y="19812"/>
                  </a:moveTo>
                  <a:lnTo>
                    <a:pt x="10335768" y="45212"/>
                  </a:lnTo>
                  <a:lnTo>
                    <a:pt x="10331196" y="45212"/>
                  </a:lnTo>
                  <a:lnTo>
                    <a:pt x="10331196" y="19812"/>
                  </a:lnTo>
                  <a:close/>
                  <a:moveTo>
                    <a:pt x="10331196" y="70612"/>
                  </a:moveTo>
                  <a:lnTo>
                    <a:pt x="10331196" y="96012"/>
                  </a:lnTo>
                  <a:lnTo>
                    <a:pt x="10326624" y="96012"/>
                  </a:lnTo>
                  <a:lnTo>
                    <a:pt x="10326624" y="70612"/>
                  </a:lnTo>
                  <a:close/>
                  <a:moveTo>
                    <a:pt x="10326624" y="121412"/>
                  </a:moveTo>
                  <a:lnTo>
                    <a:pt x="10326624" y="146812"/>
                  </a:lnTo>
                  <a:lnTo>
                    <a:pt x="10322052" y="146812"/>
                  </a:lnTo>
                  <a:lnTo>
                    <a:pt x="10322052" y="121412"/>
                  </a:lnTo>
                  <a:close/>
                  <a:moveTo>
                    <a:pt x="10322052" y="172212"/>
                  </a:moveTo>
                  <a:lnTo>
                    <a:pt x="10322052" y="197612"/>
                  </a:lnTo>
                  <a:lnTo>
                    <a:pt x="10317480" y="197612"/>
                  </a:lnTo>
                  <a:lnTo>
                    <a:pt x="10317480" y="172212"/>
                  </a:lnTo>
                  <a:close/>
                  <a:moveTo>
                    <a:pt x="10317480" y="223012"/>
                  </a:moveTo>
                  <a:lnTo>
                    <a:pt x="10317480" y="248412"/>
                  </a:lnTo>
                  <a:lnTo>
                    <a:pt x="10312908" y="248412"/>
                  </a:lnTo>
                  <a:lnTo>
                    <a:pt x="10312908" y="223012"/>
                  </a:lnTo>
                  <a:close/>
                  <a:moveTo>
                    <a:pt x="10312908" y="273812"/>
                  </a:moveTo>
                  <a:lnTo>
                    <a:pt x="10312908" y="299212"/>
                  </a:lnTo>
                  <a:lnTo>
                    <a:pt x="10308336" y="299212"/>
                  </a:lnTo>
                  <a:lnTo>
                    <a:pt x="10308336" y="273812"/>
                  </a:lnTo>
                  <a:close/>
                  <a:moveTo>
                    <a:pt x="10308336" y="324612"/>
                  </a:moveTo>
                  <a:lnTo>
                    <a:pt x="10308336" y="350012"/>
                  </a:lnTo>
                  <a:lnTo>
                    <a:pt x="10303764" y="350012"/>
                  </a:lnTo>
                  <a:lnTo>
                    <a:pt x="10303764" y="324612"/>
                  </a:lnTo>
                  <a:close/>
                  <a:moveTo>
                    <a:pt x="10303764" y="375412"/>
                  </a:moveTo>
                  <a:lnTo>
                    <a:pt x="10303764" y="400812"/>
                  </a:lnTo>
                  <a:lnTo>
                    <a:pt x="10299192" y="400812"/>
                  </a:lnTo>
                  <a:lnTo>
                    <a:pt x="10299192" y="375412"/>
                  </a:lnTo>
                  <a:close/>
                  <a:moveTo>
                    <a:pt x="10299192" y="426212"/>
                  </a:moveTo>
                  <a:lnTo>
                    <a:pt x="10299192" y="451612"/>
                  </a:lnTo>
                  <a:lnTo>
                    <a:pt x="10294620" y="451612"/>
                  </a:lnTo>
                  <a:lnTo>
                    <a:pt x="10294620" y="426212"/>
                  </a:lnTo>
                  <a:close/>
                  <a:moveTo>
                    <a:pt x="10294620" y="477012"/>
                  </a:moveTo>
                  <a:lnTo>
                    <a:pt x="10294620" y="502412"/>
                  </a:lnTo>
                  <a:lnTo>
                    <a:pt x="10290048" y="502412"/>
                  </a:lnTo>
                  <a:lnTo>
                    <a:pt x="10290048" y="477012"/>
                  </a:lnTo>
                  <a:close/>
                  <a:moveTo>
                    <a:pt x="10290048" y="527812"/>
                  </a:moveTo>
                  <a:lnTo>
                    <a:pt x="10290048" y="553212"/>
                  </a:lnTo>
                  <a:lnTo>
                    <a:pt x="10285476" y="553212"/>
                  </a:lnTo>
                  <a:lnTo>
                    <a:pt x="10285476" y="527812"/>
                  </a:lnTo>
                  <a:close/>
                  <a:moveTo>
                    <a:pt x="10285476" y="578612"/>
                  </a:moveTo>
                  <a:lnTo>
                    <a:pt x="10285476" y="604012"/>
                  </a:lnTo>
                  <a:lnTo>
                    <a:pt x="10280904" y="604012"/>
                  </a:lnTo>
                  <a:lnTo>
                    <a:pt x="10280904" y="578612"/>
                  </a:lnTo>
                  <a:close/>
                  <a:moveTo>
                    <a:pt x="10280904" y="629412"/>
                  </a:moveTo>
                  <a:lnTo>
                    <a:pt x="10280904" y="654812"/>
                  </a:lnTo>
                  <a:lnTo>
                    <a:pt x="10276332" y="654812"/>
                  </a:lnTo>
                  <a:lnTo>
                    <a:pt x="10276332" y="629412"/>
                  </a:lnTo>
                  <a:close/>
                  <a:moveTo>
                    <a:pt x="10276332" y="680212"/>
                  </a:moveTo>
                  <a:lnTo>
                    <a:pt x="10276332" y="705612"/>
                  </a:lnTo>
                  <a:lnTo>
                    <a:pt x="10271760" y="705612"/>
                  </a:lnTo>
                  <a:lnTo>
                    <a:pt x="10271760" y="680212"/>
                  </a:lnTo>
                  <a:close/>
                  <a:moveTo>
                    <a:pt x="10271760" y="731012"/>
                  </a:moveTo>
                  <a:lnTo>
                    <a:pt x="10271760" y="756412"/>
                  </a:lnTo>
                  <a:lnTo>
                    <a:pt x="10267188" y="756412"/>
                  </a:lnTo>
                  <a:lnTo>
                    <a:pt x="10267188" y="731012"/>
                  </a:lnTo>
                  <a:close/>
                  <a:moveTo>
                    <a:pt x="10267188" y="781812"/>
                  </a:moveTo>
                  <a:lnTo>
                    <a:pt x="10267188" y="807212"/>
                  </a:lnTo>
                  <a:lnTo>
                    <a:pt x="10262616" y="807212"/>
                  </a:lnTo>
                  <a:lnTo>
                    <a:pt x="10262616" y="781812"/>
                  </a:lnTo>
                  <a:close/>
                  <a:moveTo>
                    <a:pt x="10262616" y="832612"/>
                  </a:moveTo>
                  <a:lnTo>
                    <a:pt x="10262616" y="858012"/>
                  </a:lnTo>
                  <a:lnTo>
                    <a:pt x="10258044" y="858012"/>
                  </a:lnTo>
                  <a:lnTo>
                    <a:pt x="10258044" y="832612"/>
                  </a:lnTo>
                  <a:close/>
                  <a:moveTo>
                    <a:pt x="10258044" y="883412"/>
                  </a:moveTo>
                  <a:lnTo>
                    <a:pt x="10258044" y="908812"/>
                  </a:lnTo>
                  <a:lnTo>
                    <a:pt x="10253472" y="908812"/>
                  </a:lnTo>
                  <a:lnTo>
                    <a:pt x="10253472" y="883412"/>
                  </a:lnTo>
                  <a:close/>
                  <a:moveTo>
                    <a:pt x="10253472" y="934212"/>
                  </a:moveTo>
                  <a:lnTo>
                    <a:pt x="10253472" y="959612"/>
                  </a:lnTo>
                  <a:lnTo>
                    <a:pt x="10248900" y="959612"/>
                  </a:lnTo>
                  <a:lnTo>
                    <a:pt x="10248900" y="934212"/>
                  </a:lnTo>
                  <a:close/>
                  <a:moveTo>
                    <a:pt x="10248900" y="985012"/>
                  </a:moveTo>
                  <a:lnTo>
                    <a:pt x="10248900" y="1010412"/>
                  </a:lnTo>
                  <a:lnTo>
                    <a:pt x="10244328" y="1010412"/>
                  </a:lnTo>
                  <a:lnTo>
                    <a:pt x="10244328" y="985012"/>
                  </a:lnTo>
                  <a:close/>
                  <a:moveTo>
                    <a:pt x="10244328" y="1035812"/>
                  </a:moveTo>
                  <a:lnTo>
                    <a:pt x="10244328" y="1061212"/>
                  </a:lnTo>
                  <a:lnTo>
                    <a:pt x="10239756" y="1061212"/>
                  </a:lnTo>
                  <a:lnTo>
                    <a:pt x="10239756" y="1035812"/>
                  </a:lnTo>
                  <a:close/>
                  <a:moveTo>
                    <a:pt x="10239756" y="1086612"/>
                  </a:moveTo>
                  <a:lnTo>
                    <a:pt x="10239756" y="1112012"/>
                  </a:lnTo>
                  <a:lnTo>
                    <a:pt x="10235184" y="1112012"/>
                  </a:lnTo>
                  <a:lnTo>
                    <a:pt x="10235184" y="1086612"/>
                  </a:lnTo>
                  <a:close/>
                  <a:moveTo>
                    <a:pt x="10235184" y="1137412"/>
                  </a:moveTo>
                  <a:lnTo>
                    <a:pt x="10235184" y="1162812"/>
                  </a:lnTo>
                  <a:lnTo>
                    <a:pt x="10230612" y="1162812"/>
                  </a:lnTo>
                  <a:lnTo>
                    <a:pt x="10230612" y="1137412"/>
                  </a:lnTo>
                  <a:close/>
                  <a:moveTo>
                    <a:pt x="10230612" y="1188212"/>
                  </a:moveTo>
                  <a:lnTo>
                    <a:pt x="10230612" y="1200658"/>
                  </a:lnTo>
                  <a:cubicBezTo>
                    <a:pt x="10230612" y="1201928"/>
                    <a:pt x="10229596" y="1202944"/>
                    <a:pt x="10228326" y="1202944"/>
                  </a:cubicBezTo>
                  <a:lnTo>
                    <a:pt x="10215372" y="1202944"/>
                  </a:lnTo>
                  <a:lnTo>
                    <a:pt x="10215372" y="1193800"/>
                  </a:lnTo>
                  <a:lnTo>
                    <a:pt x="10228326" y="1193800"/>
                  </a:lnTo>
                  <a:lnTo>
                    <a:pt x="10228326" y="1196086"/>
                  </a:lnTo>
                  <a:lnTo>
                    <a:pt x="10226040" y="1196086"/>
                  </a:lnTo>
                  <a:lnTo>
                    <a:pt x="10226040" y="1183640"/>
                  </a:lnTo>
                  <a:close/>
                  <a:moveTo>
                    <a:pt x="10185400" y="1198372"/>
                  </a:moveTo>
                  <a:lnTo>
                    <a:pt x="10160000" y="1198372"/>
                  </a:lnTo>
                  <a:lnTo>
                    <a:pt x="10160000" y="1193800"/>
                  </a:lnTo>
                  <a:lnTo>
                    <a:pt x="10185400" y="1193800"/>
                  </a:lnTo>
                  <a:close/>
                  <a:moveTo>
                    <a:pt x="10134600" y="1193800"/>
                  </a:moveTo>
                  <a:lnTo>
                    <a:pt x="10109200" y="1193800"/>
                  </a:lnTo>
                  <a:lnTo>
                    <a:pt x="10134600" y="1193800"/>
                  </a:lnTo>
                  <a:close/>
                  <a:moveTo>
                    <a:pt x="10083800" y="1193800"/>
                  </a:moveTo>
                  <a:lnTo>
                    <a:pt x="10058400" y="1193800"/>
                  </a:lnTo>
                  <a:lnTo>
                    <a:pt x="10083800" y="1193800"/>
                  </a:lnTo>
                  <a:close/>
                  <a:moveTo>
                    <a:pt x="10033000" y="1193800"/>
                  </a:moveTo>
                  <a:lnTo>
                    <a:pt x="10007600" y="1193800"/>
                  </a:lnTo>
                  <a:lnTo>
                    <a:pt x="10033000" y="1193800"/>
                  </a:lnTo>
                  <a:close/>
                  <a:moveTo>
                    <a:pt x="9982200" y="1193800"/>
                  </a:moveTo>
                  <a:lnTo>
                    <a:pt x="9956800" y="1193800"/>
                  </a:lnTo>
                  <a:lnTo>
                    <a:pt x="9982200" y="1193800"/>
                  </a:lnTo>
                  <a:close/>
                  <a:moveTo>
                    <a:pt x="9931400" y="1193800"/>
                  </a:moveTo>
                  <a:lnTo>
                    <a:pt x="9906000" y="1193800"/>
                  </a:lnTo>
                  <a:lnTo>
                    <a:pt x="9931400" y="1193800"/>
                  </a:lnTo>
                  <a:close/>
                  <a:moveTo>
                    <a:pt x="9880600" y="1193800"/>
                  </a:moveTo>
                  <a:lnTo>
                    <a:pt x="9855200" y="1193800"/>
                  </a:lnTo>
                  <a:lnTo>
                    <a:pt x="9880600" y="1193800"/>
                  </a:lnTo>
                  <a:close/>
                  <a:moveTo>
                    <a:pt x="9829800" y="1193800"/>
                  </a:moveTo>
                  <a:lnTo>
                    <a:pt x="9804400" y="1193800"/>
                  </a:lnTo>
                  <a:lnTo>
                    <a:pt x="9829800" y="1193800"/>
                  </a:lnTo>
                  <a:close/>
                  <a:moveTo>
                    <a:pt x="9779000" y="1193800"/>
                  </a:moveTo>
                  <a:lnTo>
                    <a:pt x="9753600" y="1193800"/>
                  </a:lnTo>
                  <a:lnTo>
                    <a:pt x="9779000" y="1193800"/>
                  </a:lnTo>
                  <a:close/>
                  <a:moveTo>
                    <a:pt x="9728200" y="1193800"/>
                  </a:moveTo>
                  <a:lnTo>
                    <a:pt x="9702800" y="1193800"/>
                  </a:lnTo>
                  <a:lnTo>
                    <a:pt x="9728200" y="1193800"/>
                  </a:lnTo>
                  <a:close/>
                  <a:moveTo>
                    <a:pt x="9677400" y="1193800"/>
                  </a:moveTo>
                  <a:lnTo>
                    <a:pt x="9652000" y="1193800"/>
                  </a:lnTo>
                  <a:lnTo>
                    <a:pt x="9677400" y="1193800"/>
                  </a:lnTo>
                  <a:close/>
                  <a:moveTo>
                    <a:pt x="9626600" y="1193800"/>
                  </a:moveTo>
                  <a:lnTo>
                    <a:pt x="9601200" y="1193800"/>
                  </a:lnTo>
                  <a:lnTo>
                    <a:pt x="9626600" y="1193800"/>
                  </a:lnTo>
                  <a:close/>
                  <a:moveTo>
                    <a:pt x="9575800" y="1193800"/>
                  </a:moveTo>
                  <a:lnTo>
                    <a:pt x="9550400" y="1193800"/>
                  </a:lnTo>
                  <a:lnTo>
                    <a:pt x="9575800" y="1193800"/>
                  </a:lnTo>
                  <a:close/>
                  <a:moveTo>
                    <a:pt x="9525000" y="1193800"/>
                  </a:moveTo>
                  <a:lnTo>
                    <a:pt x="9499600" y="1193800"/>
                  </a:lnTo>
                  <a:lnTo>
                    <a:pt x="9525000" y="1193800"/>
                  </a:lnTo>
                  <a:close/>
                  <a:moveTo>
                    <a:pt x="9474200" y="1193800"/>
                  </a:moveTo>
                  <a:lnTo>
                    <a:pt x="9448800" y="1193800"/>
                  </a:lnTo>
                  <a:lnTo>
                    <a:pt x="9474200" y="1193800"/>
                  </a:lnTo>
                  <a:close/>
                  <a:moveTo>
                    <a:pt x="9423400" y="1193800"/>
                  </a:moveTo>
                  <a:lnTo>
                    <a:pt x="9398000" y="1193800"/>
                  </a:lnTo>
                  <a:lnTo>
                    <a:pt x="9423400" y="1193800"/>
                  </a:lnTo>
                  <a:close/>
                  <a:moveTo>
                    <a:pt x="9372600" y="1193800"/>
                  </a:moveTo>
                  <a:lnTo>
                    <a:pt x="9347200" y="1193800"/>
                  </a:lnTo>
                  <a:lnTo>
                    <a:pt x="9372600" y="1193800"/>
                  </a:lnTo>
                  <a:close/>
                  <a:moveTo>
                    <a:pt x="9321800" y="1193800"/>
                  </a:moveTo>
                  <a:lnTo>
                    <a:pt x="9296400" y="1193800"/>
                  </a:lnTo>
                  <a:lnTo>
                    <a:pt x="9321800" y="1193800"/>
                  </a:lnTo>
                  <a:close/>
                  <a:moveTo>
                    <a:pt x="9271000" y="1193800"/>
                  </a:moveTo>
                  <a:lnTo>
                    <a:pt x="9245600" y="1193800"/>
                  </a:lnTo>
                  <a:lnTo>
                    <a:pt x="9271000" y="1193800"/>
                  </a:lnTo>
                  <a:close/>
                  <a:moveTo>
                    <a:pt x="9220200" y="1193800"/>
                  </a:moveTo>
                  <a:lnTo>
                    <a:pt x="9194800" y="1193800"/>
                  </a:lnTo>
                  <a:lnTo>
                    <a:pt x="9220200" y="1193800"/>
                  </a:lnTo>
                  <a:close/>
                  <a:moveTo>
                    <a:pt x="9169400" y="1193800"/>
                  </a:moveTo>
                  <a:lnTo>
                    <a:pt x="9144000" y="1193800"/>
                  </a:lnTo>
                  <a:lnTo>
                    <a:pt x="9169400" y="1193800"/>
                  </a:lnTo>
                  <a:close/>
                  <a:moveTo>
                    <a:pt x="9118600" y="1193800"/>
                  </a:moveTo>
                  <a:lnTo>
                    <a:pt x="9093200" y="1193800"/>
                  </a:lnTo>
                  <a:lnTo>
                    <a:pt x="9118600" y="1193800"/>
                  </a:lnTo>
                  <a:close/>
                  <a:moveTo>
                    <a:pt x="9067800" y="1193800"/>
                  </a:moveTo>
                  <a:lnTo>
                    <a:pt x="9042400" y="1193800"/>
                  </a:lnTo>
                  <a:lnTo>
                    <a:pt x="9067800" y="1193800"/>
                  </a:lnTo>
                  <a:close/>
                  <a:moveTo>
                    <a:pt x="9017000" y="1193800"/>
                  </a:moveTo>
                  <a:lnTo>
                    <a:pt x="8991600" y="1193800"/>
                  </a:lnTo>
                  <a:lnTo>
                    <a:pt x="9017000" y="1193800"/>
                  </a:lnTo>
                  <a:close/>
                  <a:moveTo>
                    <a:pt x="8966200" y="1193800"/>
                  </a:moveTo>
                  <a:lnTo>
                    <a:pt x="8940800" y="1193800"/>
                  </a:lnTo>
                  <a:lnTo>
                    <a:pt x="8966200" y="1193800"/>
                  </a:lnTo>
                  <a:close/>
                  <a:moveTo>
                    <a:pt x="8915400" y="1193800"/>
                  </a:moveTo>
                  <a:lnTo>
                    <a:pt x="8890000" y="1193800"/>
                  </a:lnTo>
                  <a:lnTo>
                    <a:pt x="8915400" y="1193800"/>
                  </a:lnTo>
                  <a:close/>
                  <a:moveTo>
                    <a:pt x="8864600" y="1193800"/>
                  </a:moveTo>
                  <a:lnTo>
                    <a:pt x="8839200" y="1193800"/>
                  </a:lnTo>
                  <a:lnTo>
                    <a:pt x="8864600" y="1193800"/>
                  </a:lnTo>
                  <a:close/>
                  <a:moveTo>
                    <a:pt x="8813800" y="1193800"/>
                  </a:moveTo>
                  <a:lnTo>
                    <a:pt x="8788400" y="1193800"/>
                  </a:lnTo>
                  <a:lnTo>
                    <a:pt x="8813800" y="1193800"/>
                  </a:lnTo>
                  <a:close/>
                  <a:moveTo>
                    <a:pt x="8763000" y="1193800"/>
                  </a:moveTo>
                  <a:lnTo>
                    <a:pt x="8737600" y="1193800"/>
                  </a:lnTo>
                  <a:lnTo>
                    <a:pt x="8763000" y="1193800"/>
                  </a:lnTo>
                  <a:close/>
                  <a:moveTo>
                    <a:pt x="8712200" y="1193800"/>
                  </a:moveTo>
                  <a:lnTo>
                    <a:pt x="8686800" y="1193800"/>
                  </a:lnTo>
                  <a:lnTo>
                    <a:pt x="8712200" y="1193800"/>
                  </a:lnTo>
                  <a:close/>
                  <a:moveTo>
                    <a:pt x="8661400" y="1193800"/>
                  </a:moveTo>
                  <a:lnTo>
                    <a:pt x="8636000" y="1193800"/>
                  </a:lnTo>
                  <a:lnTo>
                    <a:pt x="8661400" y="1193800"/>
                  </a:lnTo>
                  <a:close/>
                  <a:moveTo>
                    <a:pt x="8610600" y="1193800"/>
                  </a:moveTo>
                  <a:lnTo>
                    <a:pt x="8585200" y="1193800"/>
                  </a:lnTo>
                  <a:lnTo>
                    <a:pt x="8610600" y="1193800"/>
                  </a:lnTo>
                  <a:close/>
                  <a:moveTo>
                    <a:pt x="8559800" y="1193800"/>
                  </a:moveTo>
                  <a:lnTo>
                    <a:pt x="8534400" y="1193800"/>
                  </a:lnTo>
                  <a:lnTo>
                    <a:pt x="8559800" y="1193800"/>
                  </a:lnTo>
                  <a:close/>
                  <a:moveTo>
                    <a:pt x="8509000" y="1193800"/>
                  </a:moveTo>
                  <a:lnTo>
                    <a:pt x="8483600" y="1193800"/>
                  </a:lnTo>
                  <a:lnTo>
                    <a:pt x="8509000" y="1193800"/>
                  </a:lnTo>
                  <a:close/>
                  <a:moveTo>
                    <a:pt x="8458200" y="1193800"/>
                  </a:moveTo>
                  <a:lnTo>
                    <a:pt x="8432800" y="1193800"/>
                  </a:lnTo>
                  <a:lnTo>
                    <a:pt x="8458200" y="1193800"/>
                  </a:lnTo>
                  <a:close/>
                  <a:moveTo>
                    <a:pt x="8407400" y="1193800"/>
                  </a:moveTo>
                  <a:lnTo>
                    <a:pt x="8382000" y="1193800"/>
                  </a:lnTo>
                  <a:lnTo>
                    <a:pt x="8407400" y="1193800"/>
                  </a:lnTo>
                  <a:close/>
                  <a:moveTo>
                    <a:pt x="8356600" y="1193800"/>
                  </a:moveTo>
                  <a:lnTo>
                    <a:pt x="8331200" y="1193800"/>
                  </a:lnTo>
                  <a:lnTo>
                    <a:pt x="8356600" y="1193800"/>
                  </a:lnTo>
                  <a:close/>
                  <a:moveTo>
                    <a:pt x="8305800" y="1193800"/>
                  </a:moveTo>
                  <a:lnTo>
                    <a:pt x="8280400" y="1193800"/>
                  </a:lnTo>
                  <a:lnTo>
                    <a:pt x="8305800" y="1193800"/>
                  </a:lnTo>
                  <a:close/>
                  <a:moveTo>
                    <a:pt x="8255000" y="1193800"/>
                  </a:moveTo>
                  <a:lnTo>
                    <a:pt x="8229600" y="1193800"/>
                  </a:lnTo>
                  <a:lnTo>
                    <a:pt x="8255000" y="1193800"/>
                  </a:lnTo>
                  <a:close/>
                  <a:moveTo>
                    <a:pt x="8204200" y="1193800"/>
                  </a:moveTo>
                  <a:lnTo>
                    <a:pt x="8178800" y="1193800"/>
                  </a:lnTo>
                  <a:lnTo>
                    <a:pt x="8204200" y="1193800"/>
                  </a:lnTo>
                  <a:close/>
                  <a:moveTo>
                    <a:pt x="8153400" y="1193800"/>
                  </a:moveTo>
                  <a:lnTo>
                    <a:pt x="8128000" y="1193800"/>
                  </a:lnTo>
                  <a:lnTo>
                    <a:pt x="8153400" y="1193800"/>
                  </a:lnTo>
                  <a:close/>
                  <a:moveTo>
                    <a:pt x="8102600" y="1193800"/>
                  </a:moveTo>
                  <a:lnTo>
                    <a:pt x="8077200" y="1193800"/>
                  </a:lnTo>
                  <a:lnTo>
                    <a:pt x="8102600" y="1193800"/>
                  </a:lnTo>
                  <a:close/>
                  <a:moveTo>
                    <a:pt x="8051800" y="1193800"/>
                  </a:moveTo>
                  <a:lnTo>
                    <a:pt x="8026400" y="1193800"/>
                  </a:lnTo>
                  <a:lnTo>
                    <a:pt x="8051800" y="1193800"/>
                  </a:lnTo>
                  <a:close/>
                  <a:moveTo>
                    <a:pt x="8001000" y="1193800"/>
                  </a:moveTo>
                  <a:lnTo>
                    <a:pt x="7975600" y="1193800"/>
                  </a:lnTo>
                  <a:lnTo>
                    <a:pt x="8001000" y="1193800"/>
                  </a:lnTo>
                  <a:close/>
                  <a:moveTo>
                    <a:pt x="7950200" y="1193800"/>
                  </a:moveTo>
                  <a:lnTo>
                    <a:pt x="7924800" y="1193800"/>
                  </a:lnTo>
                  <a:lnTo>
                    <a:pt x="7950200" y="1193800"/>
                  </a:lnTo>
                  <a:close/>
                  <a:moveTo>
                    <a:pt x="7899400" y="1193800"/>
                  </a:moveTo>
                  <a:lnTo>
                    <a:pt x="7874000" y="1193800"/>
                  </a:lnTo>
                  <a:lnTo>
                    <a:pt x="7899400" y="1193800"/>
                  </a:lnTo>
                  <a:close/>
                  <a:moveTo>
                    <a:pt x="7848600" y="1193800"/>
                  </a:moveTo>
                  <a:lnTo>
                    <a:pt x="7823200" y="1193800"/>
                  </a:lnTo>
                  <a:lnTo>
                    <a:pt x="7848600" y="1193800"/>
                  </a:lnTo>
                  <a:close/>
                  <a:moveTo>
                    <a:pt x="7797800" y="1193800"/>
                  </a:moveTo>
                  <a:lnTo>
                    <a:pt x="7772400" y="1193800"/>
                  </a:lnTo>
                  <a:lnTo>
                    <a:pt x="7797800" y="1193800"/>
                  </a:lnTo>
                  <a:close/>
                  <a:moveTo>
                    <a:pt x="7747000" y="1193800"/>
                  </a:moveTo>
                  <a:lnTo>
                    <a:pt x="7721600" y="1193800"/>
                  </a:lnTo>
                  <a:lnTo>
                    <a:pt x="7747000" y="1193800"/>
                  </a:lnTo>
                  <a:close/>
                  <a:moveTo>
                    <a:pt x="7696200" y="1193800"/>
                  </a:moveTo>
                  <a:lnTo>
                    <a:pt x="7670800" y="1193800"/>
                  </a:lnTo>
                  <a:lnTo>
                    <a:pt x="7696200" y="1193800"/>
                  </a:lnTo>
                  <a:close/>
                  <a:moveTo>
                    <a:pt x="7645400" y="1193800"/>
                  </a:moveTo>
                  <a:lnTo>
                    <a:pt x="7620000" y="1193800"/>
                  </a:lnTo>
                  <a:lnTo>
                    <a:pt x="7645400" y="1193800"/>
                  </a:lnTo>
                  <a:close/>
                  <a:moveTo>
                    <a:pt x="7594600" y="1193800"/>
                  </a:moveTo>
                  <a:lnTo>
                    <a:pt x="7569200" y="1193800"/>
                  </a:lnTo>
                  <a:lnTo>
                    <a:pt x="7594600" y="1193800"/>
                  </a:lnTo>
                  <a:close/>
                  <a:moveTo>
                    <a:pt x="7543800" y="1193800"/>
                  </a:moveTo>
                  <a:lnTo>
                    <a:pt x="7518400" y="1193800"/>
                  </a:lnTo>
                  <a:lnTo>
                    <a:pt x="7543800" y="1193800"/>
                  </a:lnTo>
                  <a:close/>
                  <a:moveTo>
                    <a:pt x="7493000" y="1193800"/>
                  </a:moveTo>
                  <a:lnTo>
                    <a:pt x="7467600" y="1193800"/>
                  </a:lnTo>
                  <a:lnTo>
                    <a:pt x="7493000" y="1193800"/>
                  </a:lnTo>
                  <a:close/>
                  <a:moveTo>
                    <a:pt x="7442200" y="1193800"/>
                  </a:moveTo>
                  <a:lnTo>
                    <a:pt x="7416800" y="1193800"/>
                  </a:lnTo>
                  <a:lnTo>
                    <a:pt x="7442200" y="1193800"/>
                  </a:lnTo>
                  <a:close/>
                  <a:moveTo>
                    <a:pt x="7391400" y="1193800"/>
                  </a:moveTo>
                  <a:lnTo>
                    <a:pt x="7366000" y="1193800"/>
                  </a:lnTo>
                  <a:lnTo>
                    <a:pt x="7391400" y="1193800"/>
                  </a:lnTo>
                  <a:close/>
                  <a:moveTo>
                    <a:pt x="7340600" y="1193800"/>
                  </a:moveTo>
                  <a:lnTo>
                    <a:pt x="7315200" y="1193800"/>
                  </a:lnTo>
                  <a:lnTo>
                    <a:pt x="7340600" y="1193800"/>
                  </a:lnTo>
                  <a:close/>
                  <a:moveTo>
                    <a:pt x="7289800" y="1193800"/>
                  </a:moveTo>
                  <a:lnTo>
                    <a:pt x="7264400" y="1193800"/>
                  </a:lnTo>
                  <a:lnTo>
                    <a:pt x="7289800" y="1193800"/>
                  </a:lnTo>
                  <a:close/>
                  <a:moveTo>
                    <a:pt x="7239000" y="1193800"/>
                  </a:moveTo>
                  <a:lnTo>
                    <a:pt x="7213600" y="1193800"/>
                  </a:lnTo>
                  <a:lnTo>
                    <a:pt x="7239000" y="1193800"/>
                  </a:lnTo>
                  <a:close/>
                  <a:moveTo>
                    <a:pt x="7188200" y="1193800"/>
                  </a:moveTo>
                  <a:lnTo>
                    <a:pt x="7162800" y="1193800"/>
                  </a:lnTo>
                  <a:lnTo>
                    <a:pt x="7188200" y="1193800"/>
                  </a:lnTo>
                  <a:close/>
                  <a:moveTo>
                    <a:pt x="7137400" y="1193800"/>
                  </a:moveTo>
                  <a:lnTo>
                    <a:pt x="7112000" y="1193800"/>
                  </a:lnTo>
                  <a:lnTo>
                    <a:pt x="7137400" y="1193800"/>
                  </a:lnTo>
                  <a:close/>
                  <a:moveTo>
                    <a:pt x="7086600" y="1193800"/>
                  </a:moveTo>
                  <a:lnTo>
                    <a:pt x="7061200" y="1193800"/>
                  </a:lnTo>
                  <a:lnTo>
                    <a:pt x="7086600" y="1193800"/>
                  </a:lnTo>
                  <a:close/>
                  <a:moveTo>
                    <a:pt x="7035800" y="1193800"/>
                  </a:moveTo>
                  <a:lnTo>
                    <a:pt x="7010400" y="1193800"/>
                  </a:lnTo>
                  <a:lnTo>
                    <a:pt x="7035800" y="1193800"/>
                  </a:lnTo>
                  <a:close/>
                  <a:moveTo>
                    <a:pt x="6985000" y="1193800"/>
                  </a:moveTo>
                  <a:lnTo>
                    <a:pt x="6959600" y="1193800"/>
                  </a:lnTo>
                  <a:lnTo>
                    <a:pt x="6985000" y="1193800"/>
                  </a:lnTo>
                  <a:close/>
                  <a:moveTo>
                    <a:pt x="6934200" y="1193800"/>
                  </a:moveTo>
                  <a:lnTo>
                    <a:pt x="6908800" y="1193800"/>
                  </a:lnTo>
                  <a:lnTo>
                    <a:pt x="6934200" y="1193800"/>
                  </a:lnTo>
                  <a:close/>
                  <a:moveTo>
                    <a:pt x="6883400" y="1193800"/>
                  </a:moveTo>
                  <a:lnTo>
                    <a:pt x="6858000" y="1193800"/>
                  </a:lnTo>
                  <a:lnTo>
                    <a:pt x="6883400" y="1193800"/>
                  </a:lnTo>
                  <a:close/>
                  <a:moveTo>
                    <a:pt x="6832600" y="1193800"/>
                  </a:moveTo>
                  <a:lnTo>
                    <a:pt x="6807200" y="1193800"/>
                  </a:lnTo>
                  <a:lnTo>
                    <a:pt x="6832600" y="1193800"/>
                  </a:lnTo>
                  <a:close/>
                  <a:moveTo>
                    <a:pt x="6781800" y="1193800"/>
                  </a:moveTo>
                  <a:lnTo>
                    <a:pt x="6756400" y="1193800"/>
                  </a:lnTo>
                  <a:lnTo>
                    <a:pt x="6781800" y="1193800"/>
                  </a:lnTo>
                  <a:close/>
                  <a:moveTo>
                    <a:pt x="6731000" y="1193800"/>
                  </a:moveTo>
                  <a:lnTo>
                    <a:pt x="6705600" y="1193800"/>
                  </a:lnTo>
                  <a:lnTo>
                    <a:pt x="6731000" y="1193800"/>
                  </a:lnTo>
                  <a:close/>
                  <a:moveTo>
                    <a:pt x="6680200" y="1193800"/>
                  </a:moveTo>
                  <a:lnTo>
                    <a:pt x="6654800" y="1193800"/>
                  </a:lnTo>
                  <a:lnTo>
                    <a:pt x="6680200" y="1193800"/>
                  </a:lnTo>
                  <a:close/>
                  <a:moveTo>
                    <a:pt x="6629400" y="1193800"/>
                  </a:moveTo>
                  <a:lnTo>
                    <a:pt x="6604000" y="1193800"/>
                  </a:lnTo>
                  <a:lnTo>
                    <a:pt x="6629400" y="1193800"/>
                  </a:lnTo>
                  <a:close/>
                  <a:moveTo>
                    <a:pt x="6578600" y="1193800"/>
                  </a:moveTo>
                  <a:lnTo>
                    <a:pt x="6553200" y="1193800"/>
                  </a:lnTo>
                  <a:lnTo>
                    <a:pt x="6578600" y="1193800"/>
                  </a:lnTo>
                  <a:close/>
                  <a:moveTo>
                    <a:pt x="6527800" y="1193800"/>
                  </a:moveTo>
                  <a:lnTo>
                    <a:pt x="6502400" y="1193800"/>
                  </a:lnTo>
                  <a:lnTo>
                    <a:pt x="6527800" y="1193800"/>
                  </a:lnTo>
                  <a:close/>
                  <a:moveTo>
                    <a:pt x="6477000" y="1193800"/>
                  </a:moveTo>
                  <a:lnTo>
                    <a:pt x="6451600" y="1193800"/>
                  </a:lnTo>
                  <a:lnTo>
                    <a:pt x="6477000" y="1193800"/>
                  </a:lnTo>
                  <a:close/>
                  <a:moveTo>
                    <a:pt x="6426200" y="1193800"/>
                  </a:moveTo>
                  <a:lnTo>
                    <a:pt x="6400800" y="1193800"/>
                  </a:lnTo>
                  <a:lnTo>
                    <a:pt x="6426200" y="1193800"/>
                  </a:lnTo>
                  <a:close/>
                  <a:moveTo>
                    <a:pt x="6375400" y="1193800"/>
                  </a:moveTo>
                  <a:lnTo>
                    <a:pt x="6350000" y="1193800"/>
                  </a:lnTo>
                  <a:lnTo>
                    <a:pt x="6375400" y="1193800"/>
                  </a:lnTo>
                  <a:close/>
                  <a:moveTo>
                    <a:pt x="6324600" y="1193800"/>
                  </a:moveTo>
                  <a:lnTo>
                    <a:pt x="6299200" y="1193800"/>
                  </a:lnTo>
                  <a:lnTo>
                    <a:pt x="6324600" y="1193800"/>
                  </a:lnTo>
                  <a:close/>
                  <a:moveTo>
                    <a:pt x="6273800" y="1193800"/>
                  </a:moveTo>
                  <a:lnTo>
                    <a:pt x="6248400" y="1193800"/>
                  </a:lnTo>
                  <a:lnTo>
                    <a:pt x="6273800" y="1193800"/>
                  </a:lnTo>
                  <a:close/>
                  <a:moveTo>
                    <a:pt x="6223000" y="1193800"/>
                  </a:moveTo>
                  <a:lnTo>
                    <a:pt x="6197600" y="1193800"/>
                  </a:lnTo>
                  <a:lnTo>
                    <a:pt x="6223000" y="1193800"/>
                  </a:lnTo>
                  <a:close/>
                  <a:moveTo>
                    <a:pt x="6172200" y="1193800"/>
                  </a:moveTo>
                  <a:lnTo>
                    <a:pt x="6146800" y="1193800"/>
                  </a:lnTo>
                  <a:lnTo>
                    <a:pt x="6172200" y="1193800"/>
                  </a:lnTo>
                  <a:close/>
                  <a:moveTo>
                    <a:pt x="6121400" y="1193800"/>
                  </a:moveTo>
                  <a:lnTo>
                    <a:pt x="6096000" y="1193800"/>
                  </a:lnTo>
                  <a:lnTo>
                    <a:pt x="6121400" y="1193800"/>
                  </a:lnTo>
                  <a:close/>
                  <a:moveTo>
                    <a:pt x="6070600" y="1193800"/>
                  </a:moveTo>
                  <a:lnTo>
                    <a:pt x="6045200" y="1193800"/>
                  </a:lnTo>
                  <a:lnTo>
                    <a:pt x="6070600" y="1193800"/>
                  </a:lnTo>
                  <a:close/>
                  <a:moveTo>
                    <a:pt x="6019800" y="1193800"/>
                  </a:moveTo>
                  <a:lnTo>
                    <a:pt x="5994400" y="1193800"/>
                  </a:lnTo>
                  <a:lnTo>
                    <a:pt x="6019800" y="1193800"/>
                  </a:lnTo>
                  <a:close/>
                  <a:moveTo>
                    <a:pt x="5969000" y="1193800"/>
                  </a:moveTo>
                  <a:lnTo>
                    <a:pt x="5943600" y="1193800"/>
                  </a:lnTo>
                  <a:lnTo>
                    <a:pt x="5969000" y="1193800"/>
                  </a:lnTo>
                  <a:close/>
                  <a:moveTo>
                    <a:pt x="5918200" y="1193800"/>
                  </a:moveTo>
                  <a:lnTo>
                    <a:pt x="5892800" y="1193800"/>
                  </a:lnTo>
                  <a:lnTo>
                    <a:pt x="5918200" y="1193800"/>
                  </a:lnTo>
                  <a:close/>
                  <a:moveTo>
                    <a:pt x="5867400" y="1193800"/>
                  </a:moveTo>
                  <a:lnTo>
                    <a:pt x="5842000" y="1193800"/>
                  </a:lnTo>
                  <a:lnTo>
                    <a:pt x="5867400" y="1193800"/>
                  </a:lnTo>
                  <a:close/>
                  <a:moveTo>
                    <a:pt x="5816600" y="1193800"/>
                  </a:moveTo>
                  <a:lnTo>
                    <a:pt x="5791200" y="1193800"/>
                  </a:lnTo>
                  <a:lnTo>
                    <a:pt x="5816600" y="1193800"/>
                  </a:lnTo>
                  <a:close/>
                  <a:moveTo>
                    <a:pt x="5765800" y="1193800"/>
                  </a:moveTo>
                  <a:lnTo>
                    <a:pt x="5740400" y="1193800"/>
                  </a:lnTo>
                  <a:lnTo>
                    <a:pt x="5765800" y="1193800"/>
                  </a:lnTo>
                  <a:close/>
                  <a:moveTo>
                    <a:pt x="5715000" y="1193800"/>
                  </a:moveTo>
                  <a:lnTo>
                    <a:pt x="5689600" y="1193800"/>
                  </a:lnTo>
                  <a:lnTo>
                    <a:pt x="5715000" y="1193800"/>
                  </a:lnTo>
                  <a:close/>
                  <a:moveTo>
                    <a:pt x="5664200" y="1193800"/>
                  </a:moveTo>
                  <a:lnTo>
                    <a:pt x="5638800" y="1193800"/>
                  </a:lnTo>
                  <a:lnTo>
                    <a:pt x="5664200" y="1193800"/>
                  </a:lnTo>
                  <a:close/>
                  <a:moveTo>
                    <a:pt x="5613400" y="1193800"/>
                  </a:moveTo>
                  <a:lnTo>
                    <a:pt x="5588000" y="1193800"/>
                  </a:lnTo>
                  <a:lnTo>
                    <a:pt x="5613400" y="1193800"/>
                  </a:lnTo>
                  <a:close/>
                  <a:moveTo>
                    <a:pt x="5562600" y="1193800"/>
                  </a:moveTo>
                  <a:lnTo>
                    <a:pt x="5537200" y="1193800"/>
                  </a:lnTo>
                  <a:lnTo>
                    <a:pt x="5562600" y="1193800"/>
                  </a:lnTo>
                  <a:close/>
                  <a:moveTo>
                    <a:pt x="5511800" y="1193800"/>
                  </a:moveTo>
                  <a:lnTo>
                    <a:pt x="5486400" y="1193800"/>
                  </a:lnTo>
                  <a:lnTo>
                    <a:pt x="5511800" y="1193800"/>
                  </a:lnTo>
                  <a:close/>
                  <a:moveTo>
                    <a:pt x="5461000" y="1193800"/>
                  </a:moveTo>
                  <a:lnTo>
                    <a:pt x="5435600" y="1193800"/>
                  </a:lnTo>
                  <a:lnTo>
                    <a:pt x="5461000" y="1193800"/>
                  </a:lnTo>
                  <a:close/>
                  <a:moveTo>
                    <a:pt x="5410200" y="1193800"/>
                  </a:moveTo>
                  <a:lnTo>
                    <a:pt x="5384800" y="1193800"/>
                  </a:lnTo>
                  <a:lnTo>
                    <a:pt x="5410200" y="1193800"/>
                  </a:lnTo>
                  <a:close/>
                  <a:moveTo>
                    <a:pt x="5359400" y="1193800"/>
                  </a:moveTo>
                  <a:lnTo>
                    <a:pt x="5334000" y="1193800"/>
                  </a:lnTo>
                  <a:lnTo>
                    <a:pt x="5359400" y="1193800"/>
                  </a:lnTo>
                  <a:close/>
                  <a:moveTo>
                    <a:pt x="5308600" y="1193800"/>
                  </a:moveTo>
                  <a:lnTo>
                    <a:pt x="5283200" y="1193800"/>
                  </a:lnTo>
                  <a:lnTo>
                    <a:pt x="5308600" y="1193800"/>
                  </a:lnTo>
                  <a:close/>
                  <a:moveTo>
                    <a:pt x="5257800" y="1193800"/>
                  </a:moveTo>
                  <a:lnTo>
                    <a:pt x="5232400" y="1193800"/>
                  </a:lnTo>
                  <a:lnTo>
                    <a:pt x="5257800" y="1193800"/>
                  </a:lnTo>
                  <a:close/>
                  <a:moveTo>
                    <a:pt x="5207000" y="1193800"/>
                  </a:moveTo>
                  <a:lnTo>
                    <a:pt x="5181600" y="1193800"/>
                  </a:lnTo>
                  <a:lnTo>
                    <a:pt x="5207000" y="1193800"/>
                  </a:lnTo>
                  <a:close/>
                  <a:moveTo>
                    <a:pt x="5156200" y="1193800"/>
                  </a:moveTo>
                  <a:lnTo>
                    <a:pt x="5130800" y="1193800"/>
                  </a:lnTo>
                  <a:lnTo>
                    <a:pt x="5156200" y="1193800"/>
                  </a:lnTo>
                  <a:close/>
                  <a:moveTo>
                    <a:pt x="5105400" y="1193800"/>
                  </a:moveTo>
                  <a:lnTo>
                    <a:pt x="5080000" y="1193800"/>
                  </a:lnTo>
                  <a:lnTo>
                    <a:pt x="5105400" y="1193800"/>
                  </a:lnTo>
                  <a:close/>
                  <a:moveTo>
                    <a:pt x="5054600" y="1193800"/>
                  </a:moveTo>
                  <a:lnTo>
                    <a:pt x="5029200" y="1193800"/>
                  </a:lnTo>
                  <a:lnTo>
                    <a:pt x="5054600" y="1193800"/>
                  </a:lnTo>
                  <a:close/>
                  <a:moveTo>
                    <a:pt x="5003800" y="1193800"/>
                  </a:moveTo>
                  <a:lnTo>
                    <a:pt x="4978400" y="1193800"/>
                  </a:lnTo>
                  <a:lnTo>
                    <a:pt x="5003800" y="1193800"/>
                  </a:lnTo>
                  <a:close/>
                  <a:moveTo>
                    <a:pt x="4953000" y="1193800"/>
                  </a:moveTo>
                  <a:lnTo>
                    <a:pt x="4927600" y="1193800"/>
                  </a:lnTo>
                  <a:lnTo>
                    <a:pt x="4953000" y="1193800"/>
                  </a:lnTo>
                  <a:close/>
                  <a:moveTo>
                    <a:pt x="4902200" y="1193800"/>
                  </a:moveTo>
                  <a:lnTo>
                    <a:pt x="4876800" y="1193800"/>
                  </a:lnTo>
                  <a:lnTo>
                    <a:pt x="4902200" y="1193800"/>
                  </a:lnTo>
                  <a:close/>
                  <a:moveTo>
                    <a:pt x="4851400" y="1193800"/>
                  </a:moveTo>
                  <a:lnTo>
                    <a:pt x="4826000" y="1193800"/>
                  </a:lnTo>
                  <a:lnTo>
                    <a:pt x="4851400" y="1193800"/>
                  </a:lnTo>
                  <a:close/>
                  <a:moveTo>
                    <a:pt x="4800600" y="1193800"/>
                  </a:moveTo>
                  <a:lnTo>
                    <a:pt x="4775200" y="1193800"/>
                  </a:lnTo>
                  <a:lnTo>
                    <a:pt x="4800600" y="1193800"/>
                  </a:lnTo>
                  <a:close/>
                  <a:moveTo>
                    <a:pt x="4749800" y="1193800"/>
                  </a:moveTo>
                  <a:lnTo>
                    <a:pt x="4724400" y="1193800"/>
                  </a:lnTo>
                  <a:lnTo>
                    <a:pt x="4749800" y="1193800"/>
                  </a:lnTo>
                  <a:close/>
                  <a:moveTo>
                    <a:pt x="4699000" y="1193800"/>
                  </a:moveTo>
                  <a:lnTo>
                    <a:pt x="4673600" y="1193800"/>
                  </a:lnTo>
                  <a:lnTo>
                    <a:pt x="4699000" y="1193800"/>
                  </a:lnTo>
                  <a:close/>
                  <a:moveTo>
                    <a:pt x="4648200" y="1193800"/>
                  </a:moveTo>
                  <a:lnTo>
                    <a:pt x="4622800" y="1193800"/>
                  </a:lnTo>
                  <a:lnTo>
                    <a:pt x="4648200" y="1193800"/>
                  </a:lnTo>
                  <a:close/>
                  <a:moveTo>
                    <a:pt x="4597400" y="1193800"/>
                  </a:moveTo>
                  <a:lnTo>
                    <a:pt x="4572000" y="1193800"/>
                  </a:lnTo>
                  <a:lnTo>
                    <a:pt x="4597400" y="1193800"/>
                  </a:lnTo>
                  <a:close/>
                  <a:moveTo>
                    <a:pt x="4546600" y="1193800"/>
                  </a:moveTo>
                  <a:lnTo>
                    <a:pt x="4521200" y="1193800"/>
                  </a:lnTo>
                  <a:lnTo>
                    <a:pt x="4546600" y="1193800"/>
                  </a:lnTo>
                  <a:close/>
                  <a:moveTo>
                    <a:pt x="4495800" y="1193800"/>
                  </a:moveTo>
                  <a:lnTo>
                    <a:pt x="4470400" y="1193800"/>
                  </a:lnTo>
                  <a:lnTo>
                    <a:pt x="4495800" y="1193800"/>
                  </a:lnTo>
                  <a:close/>
                  <a:moveTo>
                    <a:pt x="4445000" y="1193800"/>
                  </a:moveTo>
                  <a:lnTo>
                    <a:pt x="4419600" y="1193800"/>
                  </a:lnTo>
                  <a:lnTo>
                    <a:pt x="4445000" y="1193800"/>
                  </a:lnTo>
                  <a:close/>
                  <a:moveTo>
                    <a:pt x="4394200" y="1193800"/>
                  </a:moveTo>
                  <a:lnTo>
                    <a:pt x="4368800" y="1193800"/>
                  </a:lnTo>
                  <a:lnTo>
                    <a:pt x="4394200" y="1193800"/>
                  </a:lnTo>
                  <a:close/>
                  <a:moveTo>
                    <a:pt x="4343400" y="1193800"/>
                  </a:moveTo>
                  <a:lnTo>
                    <a:pt x="4318000" y="1193800"/>
                  </a:lnTo>
                  <a:lnTo>
                    <a:pt x="4343400" y="1193800"/>
                  </a:lnTo>
                  <a:close/>
                  <a:moveTo>
                    <a:pt x="4292600" y="1193800"/>
                  </a:moveTo>
                  <a:lnTo>
                    <a:pt x="4267200" y="1193800"/>
                  </a:lnTo>
                  <a:lnTo>
                    <a:pt x="4292600" y="1193800"/>
                  </a:lnTo>
                  <a:close/>
                  <a:moveTo>
                    <a:pt x="4241800" y="1193800"/>
                  </a:moveTo>
                  <a:lnTo>
                    <a:pt x="4216400" y="1193800"/>
                  </a:lnTo>
                  <a:lnTo>
                    <a:pt x="4241800" y="1193800"/>
                  </a:lnTo>
                  <a:close/>
                  <a:moveTo>
                    <a:pt x="4191000" y="1193800"/>
                  </a:moveTo>
                  <a:lnTo>
                    <a:pt x="4165600" y="1193800"/>
                  </a:lnTo>
                  <a:lnTo>
                    <a:pt x="4191000" y="1193800"/>
                  </a:lnTo>
                  <a:close/>
                  <a:moveTo>
                    <a:pt x="4140200" y="1193800"/>
                  </a:moveTo>
                  <a:lnTo>
                    <a:pt x="4114800" y="1193800"/>
                  </a:lnTo>
                  <a:lnTo>
                    <a:pt x="4140200" y="1193800"/>
                  </a:lnTo>
                  <a:close/>
                  <a:moveTo>
                    <a:pt x="4089400" y="1193800"/>
                  </a:moveTo>
                  <a:lnTo>
                    <a:pt x="4064000" y="1193800"/>
                  </a:lnTo>
                  <a:lnTo>
                    <a:pt x="4089400" y="1193800"/>
                  </a:lnTo>
                  <a:close/>
                  <a:moveTo>
                    <a:pt x="4038600" y="1193800"/>
                  </a:moveTo>
                  <a:lnTo>
                    <a:pt x="4013200" y="1193800"/>
                  </a:lnTo>
                  <a:lnTo>
                    <a:pt x="4038600" y="1193800"/>
                  </a:lnTo>
                  <a:close/>
                  <a:moveTo>
                    <a:pt x="3987800" y="1193800"/>
                  </a:moveTo>
                  <a:lnTo>
                    <a:pt x="3962400" y="1193800"/>
                  </a:lnTo>
                  <a:lnTo>
                    <a:pt x="3987800" y="1193800"/>
                  </a:lnTo>
                  <a:close/>
                  <a:moveTo>
                    <a:pt x="3937000" y="1193800"/>
                  </a:moveTo>
                  <a:lnTo>
                    <a:pt x="3911600" y="1193800"/>
                  </a:lnTo>
                  <a:lnTo>
                    <a:pt x="3937000" y="1193800"/>
                  </a:lnTo>
                  <a:close/>
                  <a:moveTo>
                    <a:pt x="3886200" y="1193800"/>
                  </a:moveTo>
                  <a:lnTo>
                    <a:pt x="3860800" y="1193800"/>
                  </a:lnTo>
                  <a:lnTo>
                    <a:pt x="3886200" y="1193800"/>
                  </a:lnTo>
                  <a:close/>
                  <a:moveTo>
                    <a:pt x="3835400" y="1193800"/>
                  </a:moveTo>
                  <a:lnTo>
                    <a:pt x="3810000" y="1193800"/>
                  </a:lnTo>
                  <a:lnTo>
                    <a:pt x="3835400" y="1193800"/>
                  </a:lnTo>
                  <a:close/>
                  <a:moveTo>
                    <a:pt x="3784600" y="1193800"/>
                  </a:moveTo>
                  <a:lnTo>
                    <a:pt x="3759200" y="1193800"/>
                  </a:lnTo>
                  <a:lnTo>
                    <a:pt x="3784600" y="1193800"/>
                  </a:lnTo>
                  <a:close/>
                  <a:moveTo>
                    <a:pt x="3733800" y="1193800"/>
                  </a:moveTo>
                  <a:lnTo>
                    <a:pt x="3708400" y="1193800"/>
                  </a:lnTo>
                  <a:lnTo>
                    <a:pt x="3733800" y="1193800"/>
                  </a:lnTo>
                  <a:close/>
                  <a:moveTo>
                    <a:pt x="3683000" y="1193800"/>
                  </a:moveTo>
                  <a:lnTo>
                    <a:pt x="3657600" y="1193800"/>
                  </a:lnTo>
                  <a:lnTo>
                    <a:pt x="3683000" y="1193800"/>
                  </a:lnTo>
                  <a:close/>
                  <a:moveTo>
                    <a:pt x="3632200" y="1193800"/>
                  </a:moveTo>
                  <a:lnTo>
                    <a:pt x="3606800" y="1193800"/>
                  </a:lnTo>
                  <a:lnTo>
                    <a:pt x="3632200" y="1193800"/>
                  </a:lnTo>
                  <a:close/>
                  <a:moveTo>
                    <a:pt x="3581400" y="1193800"/>
                  </a:moveTo>
                  <a:lnTo>
                    <a:pt x="3556000" y="1193800"/>
                  </a:lnTo>
                  <a:lnTo>
                    <a:pt x="3581400" y="1193800"/>
                  </a:lnTo>
                  <a:close/>
                  <a:moveTo>
                    <a:pt x="3530600" y="1193800"/>
                  </a:moveTo>
                  <a:lnTo>
                    <a:pt x="3505200" y="1193800"/>
                  </a:lnTo>
                  <a:lnTo>
                    <a:pt x="3530600" y="1193800"/>
                  </a:lnTo>
                  <a:close/>
                  <a:moveTo>
                    <a:pt x="3479800" y="1193800"/>
                  </a:moveTo>
                  <a:lnTo>
                    <a:pt x="3454400" y="1193800"/>
                  </a:lnTo>
                  <a:lnTo>
                    <a:pt x="3479800" y="1193800"/>
                  </a:lnTo>
                  <a:close/>
                  <a:moveTo>
                    <a:pt x="3429000" y="1193800"/>
                  </a:moveTo>
                  <a:lnTo>
                    <a:pt x="3403600" y="1193800"/>
                  </a:lnTo>
                  <a:lnTo>
                    <a:pt x="3429000" y="1193800"/>
                  </a:lnTo>
                  <a:close/>
                  <a:moveTo>
                    <a:pt x="3378200" y="1193800"/>
                  </a:moveTo>
                  <a:lnTo>
                    <a:pt x="3352800" y="1193800"/>
                  </a:lnTo>
                  <a:lnTo>
                    <a:pt x="3378200" y="1193800"/>
                  </a:lnTo>
                  <a:close/>
                  <a:moveTo>
                    <a:pt x="3327400" y="1193800"/>
                  </a:moveTo>
                  <a:lnTo>
                    <a:pt x="3302000" y="1193800"/>
                  </a:lnTo>
                  <a:lnTo>
                    <a:pt x="3327400" y="1193800"/>
                  </a:lnTo>
                  <a:close/>
                  <a:moveTo>
                    <a:pt x="3276600" y="1193800"/>
                  </a:moveTo>
                  <a:lnTo>
                    <a:pt x="3251200" y="1193800"/>
                  </a:lnTo>
                  <a:lnTo>
                    <a:pt x="3276600" y="1193800"/>
                  </a:lnTo>
                  <a:close/>
                  <a:moveTo>
                    <a:pt x="3225800" y="1193800"/>
                  </a:moveTo>
                  <a:lnTo>
                    <a:pt x="3200400" y="1193800"/>
                  </a:lnTo>
                  <a:lnTo>
                    <a:pt x="3225800" y="1193800"/>
                  </a:lnTo>
                  <a:close/>
                  <a:moveTo>
                    <a:pt x="3175000" y="1193800"/>
                  </a:moveTo>
                  <a:lnTo>
                    <a:pt x="3149600" y="1193800"/>
                  </a:lnTo>
                  <a:lnTo>
                    <a:pt x="3175000" y="1193800"/>
                  </a:lnTo>
                  <a:close/>
                  <a:moveTo>
                    <a:pt x="3124200" y="1193800"/>
                  </a:moveTo>
                  <a:lnTo>
                    <a:pt x="3098800" y="1193800"/>
                  </a:lnTo>
                  <a:lnTo>
                    <a:pt x="3124200" y="1193800"/>
                  </a:lnTo>
                  <a:close/>
                  <a:moveTo>
                    <a:pt x="3073400" y="1193800"/>
                  </a:moveTo>
                  <a:lnTo>
                    <a:pt x="3048000" y="1193800"/>
                  </a:lnTo>
                  <a:lnTo>
                    <a:pt x="3073400" y="1193800"/>
                  </a:lnTo>
                  <a:close/>
                  <a:moveTo>
                    <a:pt x="3022600" y="1193800"/>
                  </a:moveTo>
                  <a:lnTo>
                    <a:pt x="2997200" y="1193800"/>
                  </a:lnTo>
                  <a:lnTo>
                    <a:pt x="3022600" y="1193800"/>
                  </a:lnTo>
                  <a:close/>
                  <a:moveTo>
                    <a:pt x="2971800" y="1193800"/>
                  </a:moveTo>
                  <a:lnTo>
                    <a:pt x="2946400" y="1193800"/>
                  </a:lnTo>
                  <a:lnTo>
                    <a:pt x="2971800" y="1193800"/>
                  </a:lnTo>
                  <a:close/>
                  <a:moveTo>
                    <a:pt x="2921000" y="1193800"/>
                  </a:moveTo>
                  <a:lnTo>
                    <a:pt x="2895600" y="1193800"/>
                  </a:lnTo>
                  <a:lnTo>
                    <a:pt x="2921000" y="1193800"/>
                  </a:lnTo>
                  <a:close/>
                  <a:moveTo>
                    <a:pt x="2870200" y="1193800"/>
                  </a:moveTo>
                  <a:lnTo>
                    <a:pt x="2844800" y="1193800"/>
                  </a:lnTo>
                  <a:lnTo>
                    <a:pt x="2870200" y="1193800"/>
                  </a:lnTo>
                  <a:close/>
                  <a:moveTo>
                    <a:pt x="2819400" y="1193800"/>
                  </a:moveTo>
                  <a:lnTo>
                    <a:pt x="2794000" y="1193800"/>
                  </a:lnTo>
                  <a:lnTo>
                    <a:pt x="2819400" y="1193800"/>
                  </a:lnTo>
                  <a:close/>
                  <a:moveTo>
                    <a:pt x="2768600" y="1193800"/>
                  </a:moveTo>
                  <a:lnTo>
                    <a:pt x="2743200" y="1193800"/>
                  </a:lnTo>
                  <a:lnTo>
                    <a:pt x="2768600" y="1193800"/>
                  </a:lnTo>
                  <a:close/>
                  <a:moveTo>
                    <a:pt x="2717800" y="1193800"/>
                  </a:moveTo>
                  <a:lnTo>
                    <a:pt x="2692400" y="1193800"/>
                  </a:lnTo>
                  <a:lnTo>
                    <a:pt x="2717800" y="1193800"/>
                  </a:lnTo>
                  <a:close/>
                  <a:moveTo>
                    <a:pt x="2667000" y="1193800"/>
                  </a:moveTo>
                  <a:lnTo>
                    <a:pt x="2641600" y="1193800"/>
                  </a:lnTo>
                  <a:lnTo>
                    <a:pt x="2667000" y="1193800"/>
                  </a:lnTo>
                  <a:close/>
                  <a:moveTo>
                    <a:pt x="2616200" y="1193800"/>
                  </a:moveTo>
                  <a:lnTo>
                    <a:pt x="2590800" y="1193800"/>
                  </a:lnTo>
                  <a:lnTo>
                    <a:pt x="2616200" y="1193800"/>
                  </a:lnTo>
                  <a:close/>
                  <a:moveTo>
                    <a:pt x="2565400" y="1193800"/>
                  </a:moveTo>
                  <a:lnTo>
                    <a:pt x="2540000" y="1193800"/>
                  </a:lnTo>
                  <a:lnTo>
                    <a:pt x="2565400" y="1193800"/>
                  </a:lnTo>
                  <a:close/>
                  <a:moveTo>
                    <a:pt x="2514600" y="1193800"/>
                  </a:moveTo>
                  <a:lnTo>
                    <a:pt x="2489200" y="1193800"/>
                  </a:lnTo>
                  <a:lnTo>
                    <a:pt x="2514600" y="1193800"/>
                  </a:lnTo>
                  <a:close/>
                  <a:moveTo>
                    <a:pt x="2463800" y="1193800"/>
                  </a:moveTo>
                  <a:lnTo>
                    <a:pt x="2438400" y="1193800"/>
                  </a:lnTo>
                  <a:lnTo>
                    <a:pt x="2463800" y="1193800"/>
                  </a:lnTo>
                  <a:close/>
                  <a:moveTo>
                    <a:pt x="2413000" y="1193800"/>
                  </a:moveTo>
                  <a:lnTo>
                    <a:pt x="2387600" y="1193800"/>
                  </a:lnTo>
                  <a:lnTo>
                    <a:pt x="2413000" y="1193800"/>
                  </a:lnTo>
                  <a:close/>
                  <a:moveTo>
                    <a:pt x="2362200" y="1193800"/>
                  </a:moveTo>
                  <a:lnTo>
                    <a:pt x="2336800" y="1193800"/>
                  </a:lnTo>
                  <a:lnTo>
                    <a:pt x="2362200" y="1193800"/>
                  </a:lnTo>
                  <a:close/>
                  <a:moveTo>
                    <a:pt x="2311400" y="1193800"/>
                  </a:moveTo>
                  <a:lnTo>
                    <a:pt x="2286000" y="1193800"/>
                  </a:lnTo>
                  <a:lnTo>
                    <a:pt x="2311400" y="1193800"/>
                  </a:lnTo>
                  <a:close/>
                  <a:moveTo>
                    <a:pt x="2260600" y="1193800"/>
                  </a:moveTo>
                  <a:lnTo>
                    <a:pt x="2235200" y="1193800"/>
                  </a:lnTo>
                  <a:lnTo>
                    <a:pt x="2260600" y="1193800"/>
                  </a:lnTo>
                  <a:close/>
                  <a:moveTo>
                    <a:pt x="2209800" y="1193800"/>
                  </a:moveTo>
                  <a:lnTo>
                    <a:pt x="2184400" y="1193800"/>
                  </a:lnTo>
                  <a:lnTo>
                    <a:pt x="2209800" y="1193800"/>
                  </a:lnTo>
                  <a:close/>
                  <a:moveTo>
                    <a:pt x="2159000" y="1193800"/>
                  </a:moveTo>
                  <a:lnTo>
                    <a:pt x="2133600" y="1193800"/>
                  </a:lnTo>
                  <a:lnTo>
                    <a:pt x="2159000" y="1193800"/>
                  </a:lnTo>
                  <a:close/>
                  <a:moveTo>
                    <a:pt x="2108200" y="1193800"/>
                  </a:moveTo>
                  <a:lnTo>
                    <a:pt x="2082800" y="1193800"/>
                  </a:lnTo>
                  <a:lnTo>
                    <a:pt x="2108200" y="1193800"/>
                  </a:lnTo>
                  <a:close/>
                  <a:moveTo>
                    <a:pt x="2057400" y="1193800"/>
                  </a:moveTo>
                  <a:lnTo>
                    <a:pt x="2032000" y="1193800"/>
                  </a:lnTo>
                  <a:lnTo>
                    <a:pt x="2057400" y="1193800"/>
                  </a:lnTo>
                  <a:close/>
                  <a:moveTo>
                    <a:pt x="2006600" y="1193800"/>
                  </a:moveTo>
                  <a:lnTo>
                    <a:pt x="1981200" y="1193800"/>
                  </a:lnTo>
                  <a:lnTo>
                    <a:pt x="2006600" y="1193800"/>
                  </a:lnTo>
                  <a:close/>
                  <a:moveTo>
                    <a:pt x="1955800" y="1193800"/>
                  </a:moveTo>
                  <a:lnTo>
                    <a:pt x="1930400" y="1193800"/>
                  </a:lnTo>
                  <a:lnTo>
                    <a:pt x="1955800" y="1193800"/>
                  </a:lnTo>
                  <a:close/>
                  <a:moveTo>
                    <a:pt x="1905000" y="1193800"/>
                  </a:moveTo>
                  <a:lnTo>
                    <a:pt x="1879600" y="1193800"/>
                  </a:lnTo>
                  <a:lnTo>
                    <a:pt x="1905000" y="1193800"/>
                  </a:lnTo>
                  <a:close/>
                  <a:moveTo>
                    <a:pt x="1854200" y="1193800"/>
                  </a:moveTo>
                  <a:lnTo>
                    <a:pt x="1828800" y="1193800"/>
                  </a:lnTo>
                  <a:lnTo>
                    <a:pt x="1854200" y="1193800"/>
                  </a:lnTo>
                  <a:close/>
                  <a:moveTo>
                    <a:pt x="1803400" y="1193800"/>
                  </a:moveTo>
                  <a:lnTo>
                    <a:pt x="1778000" y="1193800"/>
                  </a:lnTo>
                  <a:lnTo>
                    <a:pt x="1803400" y="1193800"/>
                  </a:lnTo>
                  <a:close/>
                  <a:moveTo>
                    <a:pt x="1752600" y="1193800"/>
                  </a:moveTo>
                  <a:lnTo>
                    <a:pt x="1727200" y="1193800"/>
                  </a:lnTo>
                  <a:lnTo>
                    <a:pt x="1752600" y="1193800"/>
                  </a:lnTo>
                  <a:close/>
                  <a:moveTo>
                    <a:pt x="1701800" y="1193800"/>
                  </a:moveTo>
                  <a:lnTo>
                    <a:pt x="1676400" y="1193800"/>
                  </a:lnTo>
                  <a:lnTo>
                    <a:pt x="1701800" y="1193800"/>
                  </a:lnTo>
                  <a:close/>
                  <a:moveTo>
                    <a:pt x="1651000" y="1193800"/>
                  </a:moveTo>
                  <a:lnTo>
                    <a:pt x="1625600" y="1193800"/>
                  </a:lnTo>
                  <a:lnTo>
                    <a:pt x="1651000" y="1193800"/>
                  </a:lnTo>
                  <a:close/>
                  <a:moveTo>
                    <a:pt x="1600200" y="1193800"/>
                  </a:moveTo>
                  <a:lnTo>
                    <a:pt x="1574800" y="1193800"/>
                  </a:lnTo>
                  <a:lnTo>
                    <a:pt x="1600200" y="1193800"/>
                  </a:lnTo>
                  <a:close/>
                  <a:moveTo>
                    <a:pt x="1549400" y="1193800"/>
                  </a:moveTo>
                  <a:lnTo>
                    <a:pt x="1524000" y="1193800"/>
                  </a:lnTo>
                  <a:lnTo>
                    <a:pt x="1549400" y="1193800"/>
                  </a:lnTo>
                  <a:close/>
                  <a:moveTo>
                    <a:pt x="1498600" y="1193800"/>
                  </a:moveTo>
                  <a:lnTo>
                    <a:pt x="1473200" y="1193800"/>
                  </a:lnTo>
                  <a:lnTo>
                    <a:pt x="1498600" y="1193800"/>
                  </a:lnTo>
                  <a:close/>
                  <a:moveTo>
                    <a:pt x="1447800" y="1193800"/>
                  </a:moveTo>
                  <a:lnTo>
                    <a:pt x="1422400" y="1193800"/>
                  </a:lnTo>
                  <a:lnTo>
                    <a:pt x="1447800" y="1193800"/>
                  </a:lnTo>
                  <a:close/>
                  <a:moveTo>
                    <a:pt x="1397000" y="1193800"/>
                  </a:moveTo>
                  <a:lnTo>
                    <a:pt x="1371600" y="1193800"/>
                  </a:lnTo>
                  <a:lnTo>
                    <a:pt x="1397000" y="1193800"/>
                  </a:lnTo>
                  <a:close/>
                  <a:moveTo>
                    <a:pt x="1346200" y="1193800"/>
                  </a:moveTo>
                  <a:lnTo>
                    <a:pt x="1320800" y="1193800"/>
                  </a:lnTo>
                  <a:lnTo>
                    <a:pt x="1346200" y="1193800"/>
                  </a:lnTo>
                  <a:close/>
                  <a:moveTo>
                    <a:pt x="1295400" y="1193800"/>
                  </a:moveTo>
                  <a:lnTo>
                    <a:pt x="1270000" y="1193800"/>
                  </a:lnTo>
                  <a:lnTo>
                    <a:pt x="1295400" y="1193800"/>
                  </a:lnTo>
                  <a:close/>
                  <a:moveTo>
                    <a:pt x="1244600" y="1193800"/>
                  </a:moveTo>
                  <a:lnTo>
                    <a:pt x="1219200" y="1193800"/>
                  </a:lnTo>
                  <a:lnTo>
                    <a:pt x="1244600" y="1193800"/>
                  </a:lnTo>
                  <a:close/>
                  <a:moveTo>
                    <a:pt x="1193800" y="1193800"/>
                  </a:moveTo>
                  <a:lnTo>
                    <a:pt x="1168400" y="1193800"/>
                  </a:lnTo>
                  <a:lnTo>
                    <a:pt x="1193800" y="1193800"/>
                  </a:lnTo>
                  <a:close/>
                  <a:moveTo>
                    <a:pt x="1143000" y="1193800"/>
                  </a:moveTo>
                  <a:lnTo>
                    <a:pt x="1117600" y="1193800"/>
                  </a:lnTo>
                  <a:lnTo>
                    <a:pt x="1143000" y="1193800"/>
                  </a:lnTo>
                  <a:close/>
                  <a:moveTo>
                    <a:pt x="1092200" y="1193800"/>
                  </a:moveTo>
                  <a:lnTo>
                    <a:pt x="1066800" y="1193800"/>
                  </a:lnTo>
                  <a:lnTo>
                    <a:pt x="1092200" y="1193800"/>
                  </a:lnTo>
                  <a:close/>
                  <a:moveTo>
                    <a:pt x="1041400" y="1193800"/>
                  </a:moveTo>
                  <a:lnTo>
                    <a:pt x="1016000" y="1193800"/>
                  </a:lnTo>
                  <a:lnTo>
                    <a:pt x="1041400" y="1193800"/>
                  </a:lnTo>
                  <a:close/>
                  <a:moveTo>
                    <a:pt x="990600" y="1193800"/>
                  </a:moveTo>
                  <a:lnTo>
                    <a:pt x="965200" y="1193800"/>
                  </a:lnTo>
                  <a:lnTo>
                    <a:pt x="990600" y="1193800"/>
                  </a:lnTo>
                  <a:close/>
                  <a:moveTo>
                    <a:pt x="939800" y="1193800"/>
                  </a:moveTo>
                  <a:lnTo>
                    <a:pt x="914400" y="1193800"/>
                  </a:lnTo>
                  <a:lnTo>
                    <a:pt x="939800" y="1193800"/>
                  </a:lnTo>
                  <a:close/>
                  <a:moveTo>
                    <a:pt x="889000" y="1193800"/>
                  </a:moveTo>
                  <a:lnTo>
                    <a:pt x="863600" y="1193800"/>
                  </a:lnTo>
                  <a:lnTo>
                    <a:pt x="889000" y="1193800"/>
                  </a:lnTo>
                  <a:close/>
                  <a:moveTo>
                    <a:pt x="838200" y="1193800"/>
                  </a:moveTo>
                  <a:lnTo>
                    <a:pt x="812800" y="1193800"/>
                  </a:lnTo>
                  <a:lnTo>
                    <a:pt x="838200" y="1193800"/>
                  </a:lnTo>
                  <a:close/>
                  <a:moveTo>
                    <a:pt x="787400" y="1193800"/>
                  </a:moveTo>
                  <a:lnTo>
                    <a:pt x="762000" y="1193800"/>
                  </a:lnTo>
                  <a:lnTo>
                    <a:pt x="787400" y="1193800"/>
                  </a:lnTo>
                  <a:close/>
                  <a:moveTo>
                    <a:pt x="736600" y="1193800"/>
                  </a:moveTo>
                  <a:lnTo>
                    <a:pt x="711200" y="1193800"/>
                  </a:lnTo>
                  <a:lnTo>
                    <a:pt x="736600" y="1193800"/>
                  </a:lnTo>
                  <a:close/>
                  <a:moveTo>
                    <a:pt x="685800" y="1193800"/>
                  </a:moveTo>
                  <a:lnTo>
                    <a:pt x="660400" y="1193800"/>
                  </a:lnTo>
                  <a:lnTo>
                    <a:pt x="685800" y="1193800"/>
                  </a:lnTo>
                  <a:close/>
                  <a:moveTo>
                    <a:pt x="635000" y="1193800"/>
                  </a:moveTo>
                  <a:lnTo>
                    <a:pt x="609600" y="1193800"/>
                  </a:lnTo>
                  <a:lnTo>
                    <a:pt x="635000" y="1193800"/>
                  </a:lnTo>
                  <a:close/>
                  <a:moveTo>
                    <a:pt x="584200" y="1193800"/>
                  </a:moveTo>
                  <a:lnTo>
                    <a:pt x="558800" y="1193800"/>
                  </a:lnTo>
                  <a:lnTo>
                    <a:pt x="584200" y="1193800"/>
                  </a:lnTo>
                  <a:close/>
                  <a:moveTo>
                    <a:pt x="533400" y="1193800"/>
                  </a:moveTo>
                  <a:lnTo>
                    <a:pt x="508000" y="1193800"/>
                  </a:lnTo>
                  <a:lnTo>
                    <a:pt x="533400" y="1193800"/>
                  </a:lnTo>
                  <a:close/>
                  <a:moveTo>
                    <a:pt x="482600" y="1193800"/>
                  </a:moveTo>
                  <a:lnTo>
                    <a:pt x="457200" y="1193800"/>
                  </a:lnTo>
                  <a:lnTo>
                    <a:pt x="482600" y="1193800"/>
                  </a:lnTo>
                  <a:close/>
                  <a:moveTo>
                    <a:pt x="431800" y="1193800"/>
                  </a:moveTo>
                  <a:lnTo>
                    <a:pt x="406400" y="1193800"/>
                  </a:lnTo>
                  <a:lnTo>
                    <a:pt x="431800" y="1193800"/>
                  </a:lnTo>
                  <a:close/>
                  <a:moveTo>
                    <a:pt x="381000" y="1193800"/>
                  </a:moveTo>
                  <a:lnTo>
                    <a:pt x="355600" y="1193800"/>
                  </a:lnTo>
                  <a:lnTo>
                    <a:pt x="381000" y="1193800"/>
                  </a:lnTo>
                  <a:close/>
                  <a:moveTo>
                    <a:pt x="330200" y="1193800"/>
                  </a:moveTo>
                  <a:lnTo>
                    <a:pt x="304800" y="1193800"/>
                  </a:lnTo>
                  <a:lnTo>
                    <a:pt x="330200" y="1193800"/>
                  </a:lnTo>
                  <a:close/>
                  <a:moveTo>
                    <a:pt x="279400" y="1193800"/>
                  </a:moveTo>
                  <a:lnTo>
                    <a:pt x="254000" y="1193800"/>
                  </a:lnTo>
                  <a:lnTo>
                    <a:pt x="279400" y="1193800"/>
                  </a:lnTo>
                  <a:close/>
                  <a:moveTo>
                    <a:pt x="228600" y="1193800"/>
                  </a:moveTo>
                  <a:lnTo>
                    <a:pt x="203200" y="1193800"/>
                  </a:lnTo>
                  <a:lnTo>
                    <a:pt x="228600" y="1193800"/>
                  </a:lnTo>
                  <a:close/>
                  <a:moveTo>
                    <a:pt x="177800" y="1193800"/>
                  </a:moveTo>
                  <a:lnTo>
                    <a:pt x="152400" y="1193800"/>
                  </a:lnTo>
                  <a:lnTo>
                    <a:pt x="177800" y="1193800"/>
                  </a:lnTo>
                  <a:close/>
                  <a:moveTo>
                    <a:pt x="127000" y="1193800"/>
                  </a:moveTo>
                  <a:lnTo>
                    <a:pt x="101600" y="1193800"/>
                  </a:lnTo>
                  <a:lnTo>
                    <a:pt x="127000" y="1193800"/>
                  </a:lnTo>
                  <a:close/>
                  <a:moveTo>
                    <a:pt x="76200" y="1193800"/>
                  </a:moveTo>
                  <a:lnTo>
                    <a:pt x="50800" y="1193800"/>
                  </a:lnTo>
                  <a:lnTo>
                    <a:pt x="76200" y="1193800"/>
                  </a:lnTo>
                  <a:close/>
                  <a:moveTo>
                    <a:pt x="25400" y="1193800"/>
                  </a:moveTo>
                  <a:lnTo>
                    <a:pt x="0" y="1193800"/>
                  </a:lnTo>
                  <a:lnTo>
                    <a:pt x="25400" y="1193800"/>
                  </a:lnTo>
                  <a:close/>
                  <a:moveTo>
                    <a:pt x="82550" y="1195451"/>
                  </a:moveTo>
                  <a:lnTo>
                    <a:pt x="82550" y="1170051"/>
                  </a:lnTo>
                  <a:lnTo>
                    <a:pt x="87122" y="1170051"/>
                  </a:lnTo>
                  <a:lnTo>
                    <a:pt x="87122" y="1195451"/>
                  </a:lnTo>
                  <a:close/>
                  <a:moveTo>
                    <a:pt x="87122" y="1144651"/>
                  </a:moveTo>
                  <a:lnTo>
                    <a:pt x="87122" y="1119251"/>
                  </a:lnTo>
                  <a:lnTo>
                    <a:pt x="87122" y="1144651"/>
                  </a:lnTo>
                  <a:close/>
                  <a:moveTo>
                    <a:pt x="87122" y="1093851"/>
                  </a:moveTo>
                  <a:lnTo>
                    <a:pt x="87122" y="1068451"/>
                  </a:lnTo>
                  <a:lnTo>
                    <a:pt x="87122" y="1093851"/>
                  </a:lnTo>
                  <a:close/>
                  <a:moveTo>
                    <a:pt x="87122" y="1043051"/>
                  </a:moveTo>
                  <a:lnTo>
                    <a:pt x="87122" y="1017651"/>
                  </a:lnTo>
                  <a:lnTo>
                    <a:pt x="87122" y="1043051"/>
                  </a:lnTo>
                  <a:close/>
                  <a:moveTo>
                    <a:pt x="87122" y="992251"/>
                  </a:moveTo>
                  <a:lnTo>
                    <a:pt x="87122" y="966851"/>
                  </a:lnTo>
                  <a:lnTo>
                    <a:pt x="87122" y="992251"/>
                  </a:lnTo>
                  <a:close/>
                  <a:moveTo>
                    <a:pt x="87122" y="941451"/>
                  </a:moveTo>
                  <a:lnTo>
                    <a:pt x="87122" y="916051"/>
                  </a:lnTo>
                  <a:lnTo>
                    <a:pt x="87122" y="941451"/>
                  </a:lnTo>
                  <a:close/>
                  <a:moveTo>
                    <a:pt x="87122" y="890651"/>
                  </a:moveTo>
                  <a:lnTo>
                    <a:pt x="87122" y="865251"/>
                  </a:lnTo>
                  <a:lnTo>
                    <a:pt x="87122" y="890651"/>
                  </a:lnTo>
                  <a:close/>
                  <a:moveTo>
                    <a:pt x="87122" y="839851"/>
                  </a:moveTo>
                  <a:lnTo>
                    <a:pt x="87122" y="814451"/>
                  </a:lnTo>
                  <a:lnTo>
                    <a:pt x="87122" y="839851"/>
                  </a:lnTo>
                  <a:close/>
                  <a:moveTo>
                    <a:pt x="87122" y="789051"/>
                  </a:moveTo>
                  <a:lnTo>
                    <a:pt x="87122" y="763651"/>
                  </a:lnTo>
                  <a:lnTo>
                    <a:pt x="87122" y="789051"/>
                  </a:lnTo>
                  <a:close/>
                  <a:moveTo>
                    <a:pt x="87122" y="738251"/>
                  </a:moveTo>
                  <a:lnTo>
                    <a:pt x="87122" y="712851"/>
                  </a:lnTo>
                  <a:lnTo>
                    <a:pt x="87122" y="738251"/>
                  </a:lnTo>
                  <a:close/>
                  <a:moveTo>
                    <a:pt x="87122" y="687451"/>
                  </a:moveTo>
                  <a:lnTo>
                    <a:pt x="87122" y="662051"/>
                  </a:lnTo>
                  <a:lnTo>
                    <a:pt x="87122" y="687451"/>
                  </a:lnTo>
                  <a:close/>
                  <a:moveTo>
                    <a:pt x="87122" y="636651"/>
                  </a:moveTo>
                  <a:lnTo>
                    <a:pt x="87122" y="611251"/>
                  </a:lnTo>
                  <a:lnTo>
                    <a:pt x="87122" y="636651"/>
                  </a:lnTo>
                  <a:close/>
                  <a:moveTo>
                    <a:pt x="87122" y="585851"/>
                  </a:moveTo>
                  <a:lnTo>
                    <a:pt x="87122" y="560451"/>
                  </a:lnTo>
                  <a:lnTo>
                    <a:pt x="87122" y="585851"/>
                  </a:lnTo>
                  <a:close/>
                  <a:moveTo>
                    <a:pt x="87122" y="535051"/>
                  </a:moveTo>
                  <a:lnTo>
                    <a:pt x="87122" y="509651"/>
                  </a:lnTo>
                  <a:lnTo>
                    <a:pt x="87122" y="535051"/>
                  </a:lnTo>
                  <a:close/>
                  <a:moveTo>
                    <a:pt x="87122" y="484251"/>
                  </a:moveTo>
                  <a:lnTo>
                    <a:pt x="87122" y="458851"/>
                  </a:lnTo>
                  <a:lnTo>
                    <a:pt x="87122" y="484251"/>
                  </a:lnTo>
                  <a:close/>
                  <a:moveTo>
                    <a:pt x="87122" y="433451"/>
                  </a:moveTo>
                  <a:lnTo>
                    <a:pt x="87122" y="408051"/>
                  </a:lnTo>
                  <a:lnTo>
                    <a:pt x="87122" y="433451"/>
                  </a:lnTo>
                  <a:close/>
                  <a:moveTo>
                    <a:pt x="87122" y="382651"/>
                  </a:moveTo>
                  <a:lnTo>
                    <a:pt x="87122" y="357251"/>
                  </a:lnTo>
                  <a:lnTo>
                    <a:pt x="87122" y="382651"/>
                  </a:lnTo>
                  <a:close/>
                  <a:moveTo>
                    <a:pt x="87122" y="331851"/>
                  </a:moveTo>
                  <a:lnTo>
                    <a:pt x="87122" y="306451"/>
                  </a:lnTo>
                  <a:lnTo>
                    <a:pt x="87122" y="331851"/>
                  </a:lnTo>
                  <a:close/>
                  <a:moveTo>
                    <a:pt x="87122" y="281051"/>
                  </a:moveTo>
                  <a:lnTo>
                    <a:pt x="87122" y="255651"/>
                  </a:lnTo>
                  <a:lnTo>
                    <a:pt x="87122" y="281051"/>
                  </a:lnTo>
                  <a:close/>
                  <a:moveTo>
                    <a:pt x="87122" y="230251"/>
                  </a:moveTo>
                  <a:lnTo>
                    <a:pt x="87122" y="204851"/>
                  </a:lnTo>
                  <a:lnTo>
                    <a:pt x="87122" y="230251"/>
                  </a:lnTo>
                  <a:close/>
                  <a:moveTo>
                    <a:pt x="87122" y="179451"/>
                  </a:moveTo>
                  <a:lnTo>
                    <a:pt x="87122" y="154051"/>
                  </a:lnTo>
                  <a:lnTo>
                    <a:pt x="87122" y="179451"/>
                  </a:lnTo>
                  <a:close/>
                  <a:moveTo>
                    <a:pt x="87122" y="128651"/>
                  </a:moveTo>
                  <a:lnTo>
                    <a:pt x="87122" y="103251"/>
                  </a:lnTo>
                  <a:lnTo>
                    <a:pt x="87122" y="128651"/>
                  </a:lnTo>
                  <a:close/>
                  <a:moveTo>
                    <a:pt x="87122" y="77851"/>
                  </a:moveTo>
                  <a:lnTo>
                    <a:pt x="87122" y="52451"/>
                  </a:lnTo>
                  <a:lnTo>
                    <a:pt x="87122" y="77851"/>
                  </a:lnTo>
                  <a:close/>
                  <a:moveTo>
                    <a:pt x="87122" y="27051"/>
                  </a:moveTo>
                  <a:lnTo>
                    <a:pt x="87122" y="2286"/>
                  </a:lnTo>
                  <a:cubicBezTo>
                    <a:pt x="82550" y="1016"/>
                    <a:pt x="83566" y="0"/>
                    <a:pt x="84836" y="0"/>
                  </a:cubicBezTo>
                  <a:lnTo>
                    <a:pt x="110236" y="0"/>
                  </a:lnTo>
                  <a:lnTo>
                    <a:pt x="110236" y="4572"/>
                  </a:lnTo>
                  <a:lnTo>
                    <a:pt x="84836" y="4572"/>
                  </a:lnTo>
                  <a:lnTo>
                    <a:pt x="84836" y="2286"/>
                  </a:lnTo>
                  <a:lnTo>
                    <a:pt x="87122" y="2286"/>
                  </a:lnTo>
                  <a:lnTo>
                    <a:pt x="87122" y="270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0253129" cy="1236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 dirty="0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Expected Outcome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3314700" y="9721683"/>
            <a:ext cx="11482536" cy="521933"/>
          </a:xfrm>
          <a:custGeom>
            <a:avLst/>
            <a:gdLst/>
            <a:ahLst/>
            <a:cxnLst/>
            <a:rect l="l" t="t" r="r" b="b"/>
            <a:pathLst>
              <a:path w="11482536" h="521933">
                <a:moveTo>
                  <a:pt x="0" y="0"/>
                </a:moveTo>
                <a:lnTo>
                  <a:pt x="11482536" y="0"/>
                </a:lnTo>
                <a:lnTo>
                  <a:pt x="11482536" y="521934"/>
                </a:lnTo>
                <a:lnTo>
                  <a:pt x="0" y="521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555655" y="1866900"/>
            <a:ext cx="15163800" cy="60939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A single, unified web platform 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a student enters their rank/percentile, category, and quota for JEE, NEET UG/PG, KCET, or COMEDK and instantly receives a ranked list of eligible institutes and courses.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Probability-tiered recommendations 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(e.g. “Safe” ≥ 70% likelihood, “Likely” ≥ 40% for JEE; rank-gap based tiers for NEET/KCET/COMEDK) instead of a rigid pass/fail cutoff.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Spark pipelines 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capable of processing multi-year, multi-format counselling datasets end-to-end in minutes rather than hours.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Sub-10ms response times 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repeated queries via Redis caching, supporting high concurrency during peak counselling season.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A reusable, extensible architecture 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new exams or counselling rounds can be onboarded by adding an ingestion script and model, without changing the serving or frontend layers.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14180650" y="262793"/>
            <a:ext cx="3988597" cy="731047"/>
          </a:xfrm>
          <a:custGeom>
            <a:avLst/>
            <a:gdLst/>
            <a:ahLst/>
            <a:cxnLst/>
            <a:rect l="l" t="t" r="r" b="b"/>
            <a:pathLst>
              <a:path w="3988597" h="731047">
                <a:moveTo>
                  <a:pt x="0" y="0"/>
                </a:moveTo>
                <a:lnTo>
                  <a:pt x="3988597" y="0"/>
                </a:lnTo>
                <a:lnTo>
                  <a:pt x="3988597" y="731047"/>
                </a:lnTo>
                <a:lnTo>
                  <a:pt x="0" y="7310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4611" t="-39063" r="-111" b="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52276" y="101521"/>
            <a:ext cx="3326130" cy="1045845"/>
          </a:xfrm>
          <a:custGeom>
            <a:avLst/>
            <a:gdLst/>
            <a:ahLst/>
            <a:cxnLst/>
            <a:rect l="l" t="t" r="r" b="b"/>
            <a:pathLst>
              <a:path w="3326130" h="1045845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0128" t="-33846" r="-141392" b="-42672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730632" y="96608"/>
            <a:ext cx="10813847" cy="1263868"/>
            <a:chOff x="0" y="0"/>
            <a:chExt cx="10253129" cy="1198334"/>
          </a:xfrm>
        </p:grpSpPr>
        <p:sp>
          <p:nvSpPr>
            <p:cNvPr id="5" name="Freeform 5"/>
            <p:cNvSpPr/>
            <p:nvPr/>
          </p:nvSpPr>
          <p:spPr>
            <a:xfrm>
              <a:off x="-82550" y="0"/>
              <a:ext cx="10335768" cy="1202944"/>
            </a:xfrm>
            <a:custGeom>
              <a:avLst/>
              <a:gdLst/>
              <a:ahLst/>
              <a:cxnLst/>
              <a:rect l="l" t="t" r="r" b="b"/>
              <a:pathLst>
                <a:path w="10335768" h="1202944">
                  <a:moveTo>
                    <a:pt x="135636" y="0"/>
                  </a:moveTo>
                  <a:lnTo>
                    <a:pt x="161036" y="0"/>
                  </a:lnTo>
                  <a:lnTo>
                    <a:pt x="161036" y="4572"/>
                  </a:lnTo>
                  <a:lnTo>
                    <a:pt x="135636" y="4572"/>
                  </a:lnTo>
                  <a:close/>
                  <a:moveTo>
                    <a:pt x="186436" y="4572"/>
                  </a:moveTo>
                  <a:lnTo>
                    <a:pt x="211836" y="4572"/>
                  </a:lnTo>
                  <a:lnTo>
                    <a:pt x="186436" y="4572"/>
                  </a:lnTo>
                  <a:close/>
                  <a:moveTo>
                    <a:pt x="237236" y="4572"/>
                  </a:moveTo>
                  <a:lnTo>
                    <a:pt x="262636" y="4572"/>
                  </a:lnTo>
                  <a:lnTo>
                    <a:pt x="237236" y="4572"/>
                  </a:lnTo>
                  <a:close/>
                  <a:moveTo>
                    <a:pt x="288036" y="4572"/>
                  </a:moveTo>
                  <a:lnTo>
                    <a:pt x="313436" y="4572"/>
                  </a:lnTo>
                  <a:lnTo>
                    <a:pt x="288036" y="4572"/>
                  </a:lnTo>
                  <a:close/>
                  <a:moveTo>
                    <a:pt x="338836" y="4572"/>
                  </a:moveTo>
                  <a:lnTo>
                    <a:pt x="364236" y="4572"/>
                  </a:lnTo>
                  <a:lnTo>
                    <a:pt x="338836" y="4572"/>
                  </a:lnTo>
                  <a:close/>
                  <a:moveTo>
                    <a:pt x="389636" y="4572"/>
                  </a:moveTo>
                  <a:lnTo>
                    <a:pt x="415036" y="4572"/>
                  </a:lnTo>
                  <a:lnTo>
                    <a:pt x="389636" y="4572"/>
                  </a:lnTo>
                  <a:close/>
                  <a:moveTo>
                    <a:pt x="440436" y="4572"/>
                  </a:moveTo>
                  <a:lnTo>
                    <a:pt x="465836" y="4572"/>
                  </a:lnTo>
                  <a:lnTo>
                    <a:pt x="440436" y="4572"/>
                  </a:lnTo>
                  <a:close/>
                  <a:moveTo>
                    <a:pt x="491236" y="4572"/>
                  </a:moveTo>
                  <a:lnTo>
                    <a:pt x="516636" y="4572"/>
                  </a:lnTo>
                  <a:lnTo>
                    <a:pt x="491236" y="4572"/>
                  </a:lnTo>
                  <a:close/>
                  <a:moveTo>
                    <a:pt x="542036" y="4572"/>
                  </a:moveTo>
                  <a:lnTo>
                    <a:pt x="567436" y="4572"/>
                  </a:lnTo>
                  <a:lnTo>
                    <a:pt x="542036" y="4572"/>
                  </a:lnTo>
                  <a:close/>
                  <a:moveTo>
                    <a:pt x="592836" y="4572"/>
                  </a:moveTo>
                  <a:lnTo>
                    <a:pt x="618236" y="4572"/>
                  </a:lnTo>
                  <a:lnTo>
                    <a:pt x="592836" y="4572"/>
                  </a:lnTo>
                  <a:close/>
                  <a:moveTo>
                    <a:pt x="643636" y="4572"/>
                  </a:moveTo>
                  <a:lnTo>
                    <a:pt x="669036" y="4572"/>
                  </a:lnTo>
                  <a:lnTo>
                    <a:pt x="643636" y="4572"/>
                  </a:lnTo>
                  <a:close/>
                  <a:moveTo>
                    <a:pt x="694436" y="4572"/>
                  </a:moveTo>
                  <a:lnTo>
                    <a:pt x="719836" y="4572"/>
                  </a:lnTo>
                  <a:lnTo>
                    <a:pt x="694436" y="4572"/>
                  </a:lnTo>
                  <a:close/>
                  <a:moveTo>
                    <a:pt x="745236" y="4572"/>
                  </a:moveTo>
                  <a:lnTo>
                    <a:pt x="770636" y="4572"/>
                  </a:lnTo>
                  <a:lnTo>
                    <a:pt x="745236" y="4572"/>
                  </a:lnTo>
                  <a:close/>
                  <a:moveTo>
                    <a:pt x="796036" y="4572"/>
                  </a:moveTo>
                  <a:lnTo>
                    <a:pt x="821436" y="4572"/>
                  </a:lnTo>
                  <a:lnTo>
                    <a:pt x="796036" y="4572"/>
                  </a:lnTo>
                  <a:close/>
                  <a:moveTo>
                    <a:pt x="846836" y="4572"/>
                  </a:moveTo>
                  <a:lnTo>
                    <a:pt x="872236" y="4572"/>
                  </a:lnTo>
                  <a:lnTo>
                    <a:pt x="846836" y="4572"/>
                  </a:lnTo>
                  <a:close/>
                  <a:moveTo>
                    <a:pt x="897636" y="4572"/>
                  </a:moveTo>
                  <a:lnTo>
                    <a:pt x="923036" y="4572"/>
                  </a:lnTo>
                  <a:lnTo>
                    <a:pt x="897636" y="4572"/>
                  </a:lnTo>
                  <a:close/>
                  <a:moveTo>
                    <a:pt x="948436" y="4572"/>
                  </a:moveTo>
                  <a:lnTo>
                    <a:pt x="973836" y="4572"/>
                  </a:lnTo>
                  <a:lnTo>
                    <a:pt x="948436" y="4572"/>
                  </a:lnTo>
                  <a:close/>
                  <a:moveTo>
                    <a:pt x="999236" y="4572"/>
                  </a:moveTo>
                  <a:lnTo>
                    <a:pt x="1024636" y="4572"/>
                  </a:lnTo>
                  <a:lnTo>
                    <a:pt x="999236" y="4572"/>
                  </a:lnTo>
                  <a:close/>
                  <a:moveTo>
                    <a:pt x="1050036" y="4572"/>
                  </a:moveTo>
                  <a:lnTo>
                    <a:pt x="1075436" y="4572"/>
                  </a:lnTo>
                  <a:lnTo>
                    <a:pt x="1050036" y="4572"/>
                  </a:lnTo>
                  <a:close/>
                  <a:moveTo>
                    <a:pt x="1100836" y="4572"/>
                  </a:moveTo>
                  <a:lnTo>
                    <a:pt x="1126236" y="4572"/>
                  </a:lnTo>
                  <a:lnTo>
                    <a:pt x="1100836" y="4572"/>
                  </a:lnTo>
                  <a:close/>
                  <a:moveTo>
                    <a:pt x="1151636" y="4572"/>
                  </a:moveTo>
                  <a:lnTo>
                    <a:pt x="1177036" y="4572"/>
                  </a:lnTo>
                  <a:lnTo>
                    <a:pt x="1151636" y="4572"/>
                  </a:lnTo>
                  <a:close/>
                  <a:moveTo>
                    <a:pt x="1202436" y="4572"/>
                  </a:moveTo>
                  <a:lnTo>
                    <a:pt x="1227836" y="4572"/>
                  </a:lnTo>
                  <a:lnTo>
                    <a:pt x="1202436" y="4572"/>
                  </a:lnTo>
                  <a:close/>
                  <a:moveTo>
                    <a:pt x="1253236" y="4572"/>
                  </a:moveTo>
                  <a:lnTo>
                    <a:pt x="1278636" y="4572"/>
                  </a:lnTo>
                  <a:lnTo>
                    <a:pt x="1253236" y="4572"/>
                  </a:lnTo>
                  <a:close/>
                  <a:moveTo>
                    <a:pt x="1304036" y="4572"/>
                  </a:moveTo>
                  <a:lnTo>
                    <a:pt x="1329436" y="4572"/>
                  </a:lnTo>
                  <a:lnTo>
                    <a:pt x="1304036" y="4572"/>
                  </a:lnTo>
                  <a:close/>
                  <a:moveTo>
                    <a:pt x="1354836" y="4572"/>
                  </a:moveTo>
                  <a:lnTo>
                    <a:pt x="1380236" y="4572"/>
                  </a:lnTo>
                  <a:lnTo>
                    <a:pt x="1354836" y="4572"/>
                  </a:lnTo>
                  <a:close/>
                  <a:moveTo>
                    <a:pt x="1405636" y="4572"/>
                  </a:moveTo>
                  <a:lnTo>
                    <a:pt x="1431036" y="4572"/>
                  </a:lnTo>
                  <a:lnTo>
                    <a:pt x="1405636" y="4572"/>
                  </a:lnTo>
                  <a:close/>
                  <a:moveTo>
                    <a:pt x="1456436" y="4572"/>
                  </a:moveTo>
                  <a:lnTo>
                    <a:pt x="1481836" y="4572"/>
                  </a:lnTo>
                  <a:lnTo>
                    <a:pt x="1456436" y="4572"/>
                  </a:lnTo>
                  <a:close/>
                  <a:moveTo>
                    <a:pt x="1507236" y="4572"/>
                  </a:moveTo>
                  <a:lnTo>
                    <a:pt x="1532636" y="4572"/>
                  </a:lnTo>
                  <a:lnTo>
                    <a:pt x="1507236" y="4572"/>
                  </a:lnTo>
                  <a:close/>
                  <a:moveTo>
                    <a:pt x="1558036" y="4572"/>
                  </a:moveTo>
                  <a:lnTo>
                    <a:pt x="1583436" y="4572"/>
                  </a:lnTo>
                  <a:lnTo>
                    <a:pt x="1558036" y="4572"/>
                  </a:lnTo>
                  <a:close/>
                  <a:moveTo>
                    <a:pt x="1608836" y="4572"/>
                  </a:moveTo>
                  <a:lnTo>
                    <a:pt x="1634236" y="4572"/>
                  </a:lnTo>
                  <a:lnTo>
                    <a:pt x="1608836" y="4572"/>
                  </a:lnTo>
                  <a:close/>
                  <a:moveTo>
                    <a:pt x="1659636" y="4572"/>
                  </a:moveTo>
                  <a:lnTo>
                    <a:pt x="1685036" y="4572"/>
                  </a:lnTo>
                  <a:lnTo>
                    <a:pt x="1659636" y="4572"/>
                  </a:lnTo>
                  <a:close/>
                  <a:moveTo>
                    <a:pt x="1710436" y="4572"/>
                  </a:moveTo>
                  <a:lnTo>
                    <a:pt x="1735836" y="4572"/>
                  </a:lnTo>
                  <a:lnTo>
                    <a:pt x="1710436" y="4572"/>
                  </a:lnTo>
                  <a:close/>
                  <a:moveTo>
                    <a:pt x="1761236" y="4572"/>
                  </a:moveTo>
                  <a:lnTo>
                    <a:pt x="1786636" y="4572"/>
                  </a:lnTo>
                  <a:lnTo>
                    <a:pt x="1761236" y="4572"/>
                  </a:lnTo>
                  <a:close/>
                  <a:moveTo>
                    <a:pt x="1812036" y="4572"/>
                  </a:moveTo>
                  <a:lnTo>
                    <a:pt x="1837436" y="4572"/>
                  </a:lnTo>
                  <a:lnTo>
                    <a:pt x="1812036" y="4572"/>
                  </a:lnTo>
                  <a:close/>
                  <a:moveTo>
                    <a:pt x="1862836" y="4572"/>
                  </a:moveTo>
                  <a:lnTo>
                    <a:pt x="1888236" y="4572"/>
                  </a:lnTo>
                  <a:lnTo>
                    <a:pt x="1862836" y="4572"/>
                  </a:lnTo>
                  <a:close/>
                  <a:moveTo>
                    <a:pt x="1913636" y="4572"/>
                  </a:moveTo>
                  <a:lnTo>
                    <a:pt x="1939036" y="4572"/>
                  </a:lnTo>
                  <a:lnTo>
                    <a:pt x="1913636" y="4572"/>
                  </a:lnTo>
                  <a:close/>
                  <a:moveTo>
                    <a:pt x="1964436" y="4572"/>
                  </a:moveTo>
                  <a:lnTo>
                    <a:pt x="1989836" y="4572"/>
                  </a:lnTo>
                  <a:lnTo>
                    <a:pt x="1964436" y="4572"/>
                  </a:lnTo>
                  <a:close/>
                  <a:moveTo>
                    <a:pt x="2015236" y="4572"/>
                  </a:moveTo>
                  <a:lnTo>
                    <a:pt x="2040636" y="4572"/>
                  </a:lnTo>
                  <a:lnTo>
                    <a:pt x="2015236" y="4572"/>
                  </a:lnTo>
                  <a:close/>
                  <a:moveTo>
                    <a:pt x="2066036" y="4572"/>
                  </a:moveTo>
                  <a:lnTo>
                    <a:pt x="2091436" y="4572"/>
                  </a:lnTo>
                  <a:lnTo>
                    <a:pt x="2066036" y="4572"/>
                  </a:lnTo>
                  <a:close/>
                  <a:moveTo>
                    <a:pt x="2116836" y="4572"/>
                  </a:moveTo>
                  <a:lnTo>
                    <a:pt x="2142236" y="4572"/>
                  </a:lnTo>
                  <a:lnTo>
                    <a:pt x="2116836" y="4572"/>
                  </a:lnTo>
                  <a:close/>
                  <a:moveTo>
                    <a:pt x="2167636" y="4572"/>
                  </a:moveTo>
                  <a:lnTo>
                    <a:pt x="2193036" y="4572"/>
                  </a:lnTo>
                  <a:lnTo>
                    <a:pt x="2167636" y="4572"/>
                  </a:lnTo>
                  <a:close/>
                  <a:moveTo>
                    <a:pt x="2218436" y="4572"/>
                  </a:moveTo>
                  <a:lnTo>
                    <a:pt x="2243836" y="4572"/>
                  </a:lnTo>
                  <a:lnTo>
                    <a:pt x="2218436" y="4572"/>
                  </a:lnTo>
                  <a:close/>
                  <a:moveTo>
                    <a:pt x="2269236" y="4572"/>
                  </a:moveTo>
                  <a:lnTo>
                    <a:pt x="2294636" y="4572"/>
                  </a:lnTo>
                  <a:lnTo>
                    <a:pt x="2269236" y="4572"/>
                  </a:lnTo>
                  <a:close/>
                  <a:moveTo>
                    <a:pt x="2320036" y="4572"/>
                  </a:moveTo>
                  <a:lnTo>
                    <a:pt x="2345436" y="4572"/>
                  </a:lnTo>
                  <a:lnTo>
                    <a:pt x="2320036" y="4572"/>
                  </a:lnTo>
                  <a:close/>
                  <a:moveTo>
                    <a:pt x="2370836" y="4572"/>
                  </a:moveTo>
                  <a:lnTo>
                    <a:pt x="2396236" y="4572"/>
                  </a:lnTo>
                  <a:lnTo>
                    <a:pt x="2370836" y="4572"/>
                  </a:lnTo>
                  <a:close/>
                  <a:moveTo>
                    <a:pt x="2421636" y="4572"/>
                  </a:moveTo>
                  <a:lnTo>
                    <a:pt x="2447036" y="4572"/>
                  </a:lnTo>
                  <a:lnTo>
                    <a:pt x="2421636" y="4572"/>
                  </a:lnTo>
                  <a:close/>
                  <a:moveTo>
                    <a:pt x="2472436" y="4572"/>
                  </a:moveTo>
                  <a:lnTo>
                    <a:pt x="2497836" y="4572"/>
                  </a:lnTo>
                  <a:lnTo>
                    <a:pt x="2472436" y="4572"/>
                  </a:lnTo>
                  <a:close/>
                  <a:moveTo>
                    <a:pt x="2523236" y="4572"/>
                  </a:moveTo>
                  <a:lnTo>
                    <a:pt x="2548636" y="4572"/>
                  </a:lnTo>
                  <a:lnTo>
                    <a:pt x="2523236" y="4572"/>
                  </a:lnTo>
                  <a:close/>
                  <a:moveTo>
                    <a:pt x="2574036" y="4572"/>
                  </a:moveTo>
                  <a:lnTo>
                    <a:pt x="2599436" y="4572"/>
                  </a:lnTo>
                  <a:lnTo>
                    <a:pt x="2574036" y="4572"/>
                  </a:lnTo>
                  <a:close/>
                  <a:moveTo>
                    <a:pt x="2624836" y="4572"/>
                  </a:moveTo>
                  <a:lnTo>
                    <a:pt x="2650236" y="4572"/>
                  </a:lnTo>
                  <a:lnTo>
                    <a:pt x="2624836" y="4572"/>
                  </a:lnTo>
                  <a:close/>
                  <a:moveTo>
                    <a:pt x="2675636" y="4572"/>
                  </a:moveTo>
                  <a:lnTo>
                    <a:pt x="2701036" y="4572"/>
                  </a:lnTo>
                  <a:lnTo>
                    <a:pt x="2675636" y="4572"/>
                  </a:lnTo>
                  <a:close/>
                  <a:moveTo>
                    <a:pt x="2726436" y="4572"/>
                  </a:moveTo>
                  <a:lnTo>
                    <a:pt x="2751836" y="4572"/>
                  </a:lnTo>
                  <a:lnTo>
                    <a:pt x="2726436" y="4572"/>
                  </a:lnTo>
                  <a:close/>
                  <a:moveTo>
                    <a:pt x="2777236" y="4572"/>
                  </a:moveTo>
                  <a:lnTo>
                    <a:pt x="2802636" y="4572"/>
                  </a:lnTo>
                  <a:lnTo>
                    <a:pt x="2777236" y="4572"/>
                  </a:lnTo>
                  <a:close/>
                  <a:moveTo>
                    <a:pt x="2828036" y="4572"/>
                  </a:moveTo>
                  <a:lnTo>
                    <a:pt x="2853436" y="4572"/>
                  </a:lnTo>
                  <a:lnTo>
                    <a:pt x="2828036" y="4572"/>
                  </a:lnTo>
                  <a:close/>
                  <a:moveTo>
                    <a:pt x="2878836" y="4572"/>
                  </a:moveTo>
                  <a:lnTo>
                    <a:pt x="2904236" y="4572"/>
                  </a:lnTo>
                  <a:lnTo>
                    <a:pt x="2878836" y="4572"/>
                  </a:lnTo>
                  <a:close/>
                  <a:moveTo>
                    <a:pt x="2929636" y="4572"/>
                  </a:moveTo>
                  <a:lnTo>
                    <a:pt x="2955036" y="4572"/>
                  </a:lnTo>
                  <a:lnTo>
                    <a:pt x="2929636" y="4572"/>
                  </a:lnTo>
                  <a:close/>
                  <a:moveTo>
                    <a:pt x="2980436" y="4572"/>
                  </a:moveTo>
                  <a:lnTo>
                    <a:pt x="3005836" y="4572"/>
                  </a:lnTo>
                  <a:lnTo>
                    <a:pt x="2980436" y="4572"/>
                  </a:lnTo>
                  <a:close/>
                  <a:moveTo>
                    <a:pt x="3031236" y="4572"/>
                  </a:moveTo>
                  <a:lnTo>
                    <a:pt x="3056636" y="4572"/>
                  </a:lnTo>
                  <a:lnTo>
                    <a:pt x="3031236" y="4572"/>
                  </a:lnTo>
                  <a:close/>
                  <a:moveTo>
                    <a:pt x="3082036" y="4572"/>
                  </a:moveTo>
                  <a:lnTo>
                    <a:pt x="3107436" y="4572"/>
                  </a:lnTo>
                  <a:lnTo>
                    <a:pt x="3082036" y="4572"/>
                  </a:lnTo>
                  <a:close/>
                  <a:moveTo>
                    <a:pt x="3132836" y="4572"/>
                  </a:moveTo>
                  <a:lnTo>
                    <a:pt x="3158236" y="4572"/>
                  </a:lnTo>
                  <a:lnTo>
                    <a:pt x="3132836" y="4572"/>
                  </a:lnTo>
                  <a:close/>
                  <a:moveTo>
                    <a:pt x="3183636" y="4572"/>
                  </a:moveTo>
                  <a:lnTo>
                    <a:pt x="3209036" y="4572"/>
                  </a:lnTo>
                  <a:lnTo>
                    <a:pt x="3183636" y="4572"/>
                  </a:lnTo>
                  <a:close/>
                  <a:moveTo>
                    <a:pt x="3234436" y="4572"/>
                  </a:moveTo>
                  <a:lnTo>
                    <a:pt x="3259836" y="4572"/>
                  </a:lnTo>
                  <a:lnTo>
                    <a:pt x="3234436" y="4572"/>
                  </a:lnTo>
                  <a:close/>
                  <a:moveTo>
                    <a:pt x="3285236" y="4572"/>
                  </a:moveTo>
                  <a:lnTo>
                    <a:pt x="3310636" y="4572"/>
                  </a:lnTo>
                  <a:lnTo>
                    <a:pt x="3285236" y="4572"/>
                  </a:lnTo>
                  <a:close/>
                  <a:moveTo>
                    <a:pt x="3336036" y="4572"/>
                  </a:moveTo>
                  <a:lnTo>
                    <a:pt x="3361436" y="4572"/>
                  </a:lnTo>
                  <a:lnTo>
                    <a:pt x="3336036" y="4572"/>
                  </a:lnTo>
                  <a:close/>
                  <a:moveTo>
                    <a:pt x="3386836" y="4572"/>
                  </a:moveTo>
                  <a:lnTo>
                    <a:pt x="3412236" y="4572"/>
                  </a:lnTo>
                  <a:lnTo>
                    <a:pt x="3386836" y="4572"/>
                  </a:lnTo>
                  <a:close/>
                  <a:moveTo>
                    <a:pt x="3437636" y="4572"/>
                  </a:moveTo>
                  <a:lnTo>
                    <a:pt x="3463036" y="4572"/>
                  </a:lnTo>
                  <a:lnTo>
                    <a:pt x="3437636" y="4572"/>
                  </a:lnTo>
                  <a:close/>
                  <a:moveTo>
                    <a:pt x="3488436" y="4572"/>
                  </a:moveTo>
                  <a:lnTo>
                    <a:pt x="3513836" y="4572"/>
                  </a:lnTo>
                  <a:lnTo>
                    <a:pt x="3488436" y="4572"/>
                  </a:lnTo>
                  <a:close/>
                  <a:moveTo>
                    <a:pt x="3539236" y="4572"/>
                  </a:moveTo>
                  <a:lnTo>
                    <a:pt x="3564636" y="4572"/>
                  </a:lnTo>
                  <a:lnTo>
                    <a:pt x="3539236" y="4572"/>
                  </a:lnTo>
                  <a:close/>
                  <a:moveTo>
                    <a:pt x="3590036" y="4572"/>
                  </a:moveTo>
                  <a:lnTo>
                    <a:pt x="3615436" y="4572"/>
                  </a:lnTo>
                  <a:lnTo>
                    <a:pt x="3590036" y="4572"/>
                  </a:lnTo>
                  <a:close/>
                  <a:moveTo>
                    <a:pt x="3640836" y="4572"/>
                  </a:moveTo>
                  <a:lnTo>
                    <a:pt x="3666236" y="4572"/>
                  </a:lnTo>
                  <a:lnTo>
                    <a:pt x="3640836" y="4572"/>
                  </a:lnTo>
                  <a:close/>
                  <a:moveTo>
                    <a:pt x="3691636" y="4572"/>
                  </a:moveTo>
                  <a:lnTo>
                    <a:pt x="3717036" y="4572"/>
                  </a:lnTo>
                  <a:lnTo>
                    <a:pt x="3691636" y="4572"/>
                  </a:lnTo>
                  <a:close/>
                  <a:moveTo>
                    <a:pt x="3742436" y="4572"/>
                  </a:moveTo>
                  <a:lnTo>
                    <a:pt x="3767836" y="4572"/>
                  </a:lnTo>
                  <a:lnTo>
                    <a:pt x="3742436" y="4572"/>
                  </a:lnTo>
                  <a:close/>
                  <a:moveTo>
                    <a:pt x="3793236" y="4572"/>
                  </a:moveTo>
                  <a:lnTo>
                    <a:pt x="3818636" y="4572"/>
                  </a:lnTo>
                  <a:lnTo>
                    <a:pt x="3793236" y="4572"/>
                  </a:lnTo>
                  <a:close/>
                  <a:moveTo>
                    <a:pt x="3844036" y="4572"/>
                  </a:moveTo>
                  <a:lnTo>
                    <a:pt x="3869436" y="4572"/>
                  </a:lnTo>
                  <a:lnTo>
                    <a:pt x="3844036" y="4572"/>
                  </a:lnTo>
                  <a:close/>
                  <a:moveTo>
                    <a:pt x="3894836" y="4572"/>
                  </a:moveTo>
                  <a:lnTo>
                    <a:pt x="3920236" y="4572"/>
                  </a:lnTo>
                  <a:lnTo>
                    <a:pt x="3894836" y="4572"/>
                  </a:lnTo>
                  <a:close/>
                  <a:moveTo>
                    <a:pt x="3945636" y="4572"/>
                  </a:moveTo>
                  <a:lnTo>
                    <a:pt x="3971036" y="4572"/>
                  </a:lnTo>
                  <a:lnTo>
                    <a:pt x="3945636" y="4572"/>
                  </a:lnTo>
                  <a:close/>
                  <a:moveTo>
                    <a:pt x="3996436" y="4572"/>
                  </a:moveTo>
                  <a:lnTo>
                    <a:pt x="4021836" y="4572"/>
                  </a:lnTo>
                  <a:lnTo>
                    <a:pt x="3996436" y="4572"/>
                  </a:lnTo>
                  <a:close/>
                  <a:moveTo>
                    <a:pt x="4047236" y="4572"/>
                  </a:moveTo>
                  <a:lnTo>
                    <a:pt x="4072636" y="4572"/>
                  </a:lnTo>
                  <a:lnTo>
                    <a:pt x="4047236" y="4572"/>
                  </a:lnTo>
                  <a:close/>
                  <a:moveTo>
                    <a:pt x="4098036" y="4572"/>
                  </a:moveTo>
                  <a:lnTo>
                    <a:pt x="4123436" y="4572"/>
                  </a:lnTo>
                  <a:lnTo>
                    <a:pt x="4098036" y="4572"/>
                  </a:lnTo>
                  <a:close/>
                  <a:moveTo>
                    <a:pt x="4148836" y="4572"/>
                  </a:moveTo>
                  <a:lnTo>
                    <a:pt x="4174236" y="4572"/>
                  </a:lnTo>
                  <a:lnTo>
                    <a:pt x="4148836" y="4572"/>
                  </a:lnTo>
                  <a:close/>
                  <a:moveTo>
                    <a:pt x="4199636" y="4572"/>
                  </a:moveTo>
                  <a:lnTo>
                    <a:pt x="4225036" y="4572"/>
                  </a:lnTo>
                  <a:lnTo>
                    <a:pt x="4199636" y="4572"/>
                  </a:lnTo>
                  <a:close/>
                  <a:moveTo>
                    <a:pt x="4250436" y="4572"/>
                  </a:moveTo>
                  <a:lnTo>
                    <a:pt x="4275836" y="4572"/>
                  </a:lnTo>
                  <a:lnTo>
                    <a:pt x="4250436" y="4572"/>
                  </a:lnTo>
                  <a:close/>
                  <a:moveTo>
                    <a:pt x="4301236" y="4572"/>
                  </a:moveTo>
                  <a:lnTo>
                    <a:pt x="4326636" y="4572"/>
                  </a:lnTo>
                  <a:lnTo>
                    <a:pt x="4301236" y="4572"/>
                  </a:lnTo>
                  <a:close/>
                  <a:moveTo>
                    <a:pt x="4352036" y="4572"/>
                  </a:moveTo>
                  <a:lnTo>
                    <a:pt x="4377436" y="4572"/>
                  </a:lnTo>
                  <a:lnTo>
                    <a:pt x="4352036" y="4572"/>
                  </a:lnTo>
                  <a:close/>
                  <a:moveTo>
                    <a:pt x="4402836" y="4572"/>
                  </a:moveTo>
                  <a:lnTo>
                    <a:pt x="4428236" y="4572"/>
                  </a:lnTo>
                  <a:lnTo>
                    <a:pt x="4402836" y="4572"/>
                  </a:lnTo>
                  <a:close/>
                  <a:moveTo>
                    <a:pt x="4453636" y="4572"/>
                  </a:moveTo>
                  <a:lnTo>
                    <a:pt x="4479036" y="4572"/>
                  </a:lnTo>
                  <a:lnTo>
                    <a:pt x="4453636" y="4572"/>
                  </a:lnTo>
                  <a:close/>
                  <a:moveTo>
                    <a:pt x="4504436" y="4572"/>
                  </a:moveTo>
                  <a:lnTo>
                    <a:pt x="4529836" y="4572"/>
                  </a:lnTo>
                  <a:lnTo>
                    <a:pt x="4504436" y="4572"/>
                  </a:lnTo>
                  <a:close/>
                  <a:moveTo>
                    <a:pt x="4555236" y="4572"/>
                  </a:moveTo>
                  <a:lnTo>
                    <a:pt x="4580636" y="4572"/>
                  </a:lnTo>
                  <a:lnTo>
                    <a:pt x="4555236" y="4572"/>
                  </a:lnTo>
                  <a:close/>
                  <a:moveTo>
                    <a:pt x="4606036" y="4572"/>
                  </a:moveTo>
                  <a:lnTo>
                    <a:pt x="4631436" y="4572"/>
                  </a:lnTo>
                  <a:lnTo>
                    <a:pt x="4606036" y="4572"/>
                  </a:lnTo>
                  <a:close/>
                  <a:moveTo>
                    <a:pt x="4656836" y="4572"/>
                  </a:moveTo>
                  <a:lnTo>
                    <a:pt x="4682236" y="4572"/>
                  </a:lnTo>
                  <a:lnTo>
                    <a:pt x="4656836" y="4572"/>
                  </a:lnTo>
                  <a:close/>
                  <a:moveTo>
                    <a:pt x="4707636" y="4572"/>
                  </a:moveTo>
                  <a:lnTo>
                    <a:pt x="4733036" y="4572"/>
                  </a:lnTo>
                  <a:lnTo>
                    <a:pt x="4707636" y="4572"/>
                  </a:lnTo>
                  <a:close/>
                  <a:moveTo>
                    <a:pt x="4758436" y="4572"/>
                  </a:moveTo>
                  <a:lnTo>
                    <a:pt x="4783836" y="4572"/>
                  </a:lnTo>
                  <a:lnTo>
                    <a:pt x="4758436" y="4572"/>
                  </a:lnTo>
                  <a:close/>
                  <a:moveTo>
                    <a:pt x="4809236" y="4572"/>
                  </a:moveTo>
                  <a:lnTo>
                    <a:pt x="4834636" y="4572"/>
                  </a:lnTo>
                  <a:lnTo>
                    <a:pt x="4809236" y="4572"/>
                  </a:lnTo>
                  <a:close/>
                  <a:moveTo>
                    <a:pt x="4860036" y="4572"/>
                  </a:moveTo>
                  <a:lnTo>
                    <a:pt x="4885436" y="4572"/>
                  </a:lnTo>
                  <a:lnTo>
                    <a:pt x="4860036" y="4572"/>
                  </a:lnTo>
                  <a:close/>
                  <a:moveTo>
                    <a:pt x="4910836" y="4572"/>
                  </a:moveTo>
                  <a:lnTo>
                    <a:pt x="4936236" y="4572"/>
                  </a:lnTo>
                  <a:lnTo>
                    <a:pt x="4910836" y="4572"/>
                  </a:lnTo>
                  <a:close/>
                  <a:moveTo>
                    <a:pt x="4961636" y="4572"/>
                  </a:moveTo>
                  <a:lnTo>
                    <a:pt x="4987036" y="4572"/>
                  </a:lnTo>
                  <a:lnTo>
                    <a:pt x="4961636" y="4572"/>
                  </a:lnTo>
                  <a:close/>
                  <a:moveTo>
                    <a:pt x="5012436" y="4572"/>
                  </a:moveTo>
                  <a:lnTo>
                    <a:pt x="5037836" y="4572"/>
                  </a:lnTo>
                  <a:lnTo>
                    <a:pt x="5012436" y="4572"/>
                  </a:lnTo>
                  <a:close/>
                  <a:moveTo>
                    <a:pt x="5063236" y="4572"/>
                  </a:moveTo>
                  <a:lnTo>
                    <a:pt x="5088636" y="4572"/>
                  </a:lnTo>
                  <a:lnTo>
                    <a:pt x="5063236" y="4572"/>
                  </a:lnTo>
                  <a:close/>
                  <a:moveTo>
                    <a:pt x="5114036" y="4572"/>
                  </a:moveTo>
                  <a:lnTo>
                    <a:pt x="5139436" y="4572"/>
                  </a:lnTo>
                  <a:lnTo>
                    <a:pt x="5114036" y="4572"/>
                  </a:lnTo>
                  <a:close/>
                  <a:moveTo>
                    <a:pt x="5164836" y="4572"/>
                  </a:moveTo>
                  <a:lnTo>
                    <a:pt x="5190236" y="4572"/>
                  </a:lnTo>
                  <a:lnTo>
                    <a:pt x="5164836" y="4572"/>
                  </a:lnTo>
                  <a:close/>
                  <a:moveTo>
                    <a:pt x="5215636" y="4572"/>
                  </a:moveTo>
                  <a:lnTo>
                    <a:pt x="5241036" y="4572"/>
                  </a:lnTo>
                  <a:lnTo>
                    <a:pt x="5215636" y="4572"/>
                  </a:lnTo>
                  <a:close/>
                  <a:moveTo>
                    <a:pt x="5266436" y="4572"/>
                  </a:moveTo>
                  <a:lnTo>
                    <a:pt x="5291836" y="4572"/>
                  </a:lnTo>
                  <a:lnTo>
                    <a:pt x="5266436" y="4572"/>
                  </a:lnTo>
                  <a:close/>
                  <a:moveTo>
                    <a:pt x="5317236" y="4572"/>
                  </a:moveTo>
                  <a:lnTo>
                    <a:pt x="5342636" y="4572"/>
                  </a:lnTo>
                  <a:lnTo>
                    <a:pt x="5317236" y="4572"/>
                  </a:lnTo>
                  <a:close/>
                  <a:moveTo>
                    <a:pt x="5368036" y="4572"/>
                  </a:moveTo>
                  <a:lnTo>
                    <a:pt x="5393436" y="4572"/>
                  </a:lnTo>
                  <a:lnTo>
                    <a:pt x="5368036" y="4572"/>
                  </a:lnTo>
                  <a:close/>
                  <a:moveTo>
                    <a:pt x="5418836" y="4572"/>
                  </a:moveTo>
                  <a:lnTo>
                    <a:pt x="5444236" y="4572"/>
                  </a:lnTo>
                  <a:lnTo>
                    <a:pt x="5418836" y="4572"/>
                  </a:lnTo>
                  <a:close/>
                  <a:moveTo>
                    <a:pt x="5469636" y="4572"/>
                  </a:moveTo>
                  <a:lnTo>
                    <a:pt x="5495036" y="4572"/>
                  </a:lnTo>
                  <a:lnTo>
                    <a:pt x="5469636" y="4572"/>
                  </a:lnTo>
                  <a:close/>
                  <a:moveTo>
                    <a:pt x="5520436" y="4572"/>
                  </a:moveTo>
                  <a:lnTo>
                    <a:pt x="5545836" y="4572"/>
                  </a:lnTo>
                  <a:lnTo>
                    <a:pt x="5520436" y="4572"/>
                  </a:lnTo>
                  <a:close/>
                  <a:moveTo>
                    <a:pt x="5571236" y="4572"/>
                  </a:moveTo>
                  <a:lnTo>
                    <a:pt x="5596636" y="4572"/>
                  </a:lnTo>
                  <a:lnTo>
                    <a:pt x="5571236" y="4572"/>
                  </a:lnTo>
                  <a:close/>
                  <a:moveTo>
                    <a:pt x="5622036" y="4572"/>
                  </a:moveTo>
                  <a:lnTo>
                    <a:pt x="5647436" y="4572"/>
                  </a:lnTo>
                  <a:lnTo>
                    <a:pt x="5622036" y="4572"/>
                  </a:lnTo>
                  <a:close/>
                  <a:moveTo>
                    <a:pt x="5672836" y="4572"/>
                  </a:moveTo>
                  <a:lnTo>
                    <a:pt x="5698236" y="4572"/>
                  </a:lnTo>
                  <a:lnTo>
                    <a:pt x="5672836" y="4572"/>
                  </a:lnTo>
                  <a:close/>
                  <a:moveTo>
                    <a:pt x="5723636" y="4572"/>
                  </a:moveTo>
                  <a:lnTo>
                    <a:pt x="5749036" y="4572"/>
                  </a:lnTo>
                  <a:lnTo>
                    <a:pt x="5723636" y="4572"/>
                  </a:lnTo>
                  <a:close/>
                  <a:moveTo>
                    <a:pt x="5774436" y="4572"/>
                  </a:moveTo>
                  <a:lnTo>
                    <a:pt x="5799836" y="4572"/>
                  </a:lnTo>
                  <a:lnTo>
                    <a:pt x="5774436" y="4572"/>
                  </a:lnTo>
                  <a:close/>
                  <a:moveTo>
                    <a:pt x="5825236" y="4572"/>
                  </a:moveTo>
                  <a:lnTo>
                    <a:pt x="5850636" y="4572"/>
                  </a:lnTo>
                  <a:lnTo>
                    <a:pt x="5825236" y="4572"/>
                  </a:lnTo>
                  <a:close/>
                  <a:moveTo>
                    <a:pt x="5876036" y="4572"/>
                  </a:moveTo>
                  <a:lnTo>
                    <a:pt x="5901436" y="4572"/>
                  </a:lnTo>
                  <a:lnTo>
                    <a:pt x="5876036" y="4572"/>
                  </a:lnTo>
                  <a:close/>
                  <a:moveTo>
                    <a:pt x="5926836" y="4572"/>
                  </a:moveTo>
                  <a:lnTo>
                    <a:pt x="5952236" y="4572"/>
                  </a:lnTo>
                  <a:lnTo>
                    <a:pt x="5926836" y="4572"/>
                  </a:lnTo>
                  <a:close/>
                  <a:moveTo>
                    <a:pt x="5977636" y="4572"/>
                  </a:moveTo>
                  <a:lnTo>
                    <a:pt x="6003036" y="4572"/>
                  </a:lnTo>
                  <a:lnTo>
                    <a:pt x="5977636" y="4572"/>
                  </a:lnTo>
                  <a:close/>
                  <a:moveTo>
                    <a:pt x="6028436" y="4572"/>
                  </a:moveTo>
                  <a:lnTo>
                    <a:pt x="6053836" y="4572"/>
                  </a:lnTo>
                  <a:lnTo>
                    <a:pt x="6028436" y="4572"/>
                  </a:lnTo>
                  <a:close/>
                  <a:moveTo>
                    <a:pt x="6079236" y="4572"/>
                  </a:moveTo>
                  <a:lnTo>
                    <a:pt x="6104636" y="4572"/>
                  </a:lnTo>
                  <a:lnTo>
                    <a:pt x="6079236" y="4572"/>
                  </a:lnTo>
                  <a:close/>
                  <a:moveTo>
                    <a:pt x="6130036" y="4572"/>
                  </a:moveTo>
                  <a:lnTo>
                    <a:pt x="6155436" y="4572"/>
                  </a:lnTo>
                  <a:lnTo>
                    <a:pt x="6130036" y="4572"/>
                  </a:lnTo>
                  <a:close/>
                  <a:moveTo>
                    <a:pt x="6180836" y="4572"/>
                  </a:moveTo>
                  <a:lnTo>
                    <a:pt x="6206236" y="4572"/>
                  </a:lnTo>
                  <a:lnTo>
                    <a:pt x="6180836" y="4572"/>
                  </a:lnTo>
                  <a:close/>
                  <a:moveTo>
                    <a:pt x="6231636" y="4572"/>
                  </a:moveTo>
                  <a:lnTo>
                    <a:pt x="6257036" y="4572"/>
                  </a:lnTo>
                  <a:lnTo>
                    <a:pt x="6231636" y="4572"/>
                  </a:lnTo>
                  <a:close/>
                  <a:moveTo>
                    <a:pt x="6282436" y="4572"/>
                  </a:moveTo>
                  <a:lnTo>
                    <a:pt x="6307836" y="4572"/>
                  </a:lnTo>
                  <a:lnTo>
                    <a:pt x="6282436" y="4572"/>
                  </a:lnTo>
                  <a:close/>
                  <a:moveTo>
                    <a:pt x="6333236" y="4572"/>
                  </a:moveTo>
                  <a:lnTo>
                    <a:pt x="6358636" y="4572"/>
                  </a:lnTo>
                  <a:lnTo>
                    <a:pt x="6333236" y="4572"/>
                  </a:lnTo>
                  <a:close/>
                  <a:moveTo>
                    <a:pt x="6384036" y="4572"/>
                  </a:moveTo>
                  <a:lnTo>
                    <a:pt x="6409436" y="4572"/>
                  </a:lnTo>
                  <a:lnTo>
                    <a:pt x="6384036" y="4572"/>
                  </a:lnTo>
                  <a:close/>
                  <a:moveTo>
                    <a:pt x="6434836" y="4572"/>
                  </a:moveTo>
                  <a:lnTo>
                    <a:pt x="6460236" y="4572"/>
                  </a:lnTo>
                  <a:lnTo>
                    <a:pt x="6434836" y="4572"/>
                  </a:lnTo>
                  <a:close/>
                  <a:moveTo>
                    <a:pt x="6485636" y="4572"/>
                  </a:moveTo>
                  <a:lnTo>
                    <a:pt x="6511036" y="4572"/>
                  </a:lnTo>
                  <a:lnTo>
                    <a:pt x="6485636" y="4572"/>
                  </a:lnTo>
                  <a:close/>
                  <a:moveTo>
                    <a:pt x="6536436" y="4572"/>
                  </a:moveTo>
                  <a:lnTo>
                    <a:pt x="6561836" y="4572"/>
                  </a:lnTo>
                  <a:lnTo>
                    <a:pt x="6536436" y="4572"/>
                  </a:lnTo>
                  <a:close/>
                  <a:moveTo>
                    <a:pt x="6587236" y="4572"/>
                  </a:moveTo>
                  <a:lnTo>
                    <a:pt x="6612636" y="4572"/>
                  </a:lnTo>
                  <a:lnTo>
                    <a:pt x="6587236" y="4572"/>
                  </a:lnTo>
                  <a:close/>
                  <a:moveTo>
                    <a:pt x="6638036" y="4572"/>
                  </a:moveTo>
                  <a:lnTo>
                    <a:pt x="6663436" y="4572"/>
                  </a:lnTo>
                  <a:lnTo>
                    <a:pt x="6638036" y="4572"/>
                  </a:lnTo>
                  <a:close/>
                  <a:moveTo>
                    <a:pt x="6688836" y="4572"/>
                  </a:moveTo>
                  <a:lnTo>
                    <a:pt x="6714236" y="4572"/>
                  </a:lnTo>
                  <a:lnTo>
                    <a:pt x="6688836" y="4572"/>
                  </a:lnTo>
                  <a:close/>
                  <a:moveTo>
                    <a:pt x="6739636" y="4572"/>
                  </a:moveTo>
                  <a:lnTo>
                    <a:pt x="6765036" y="4572"/>
                  </a:lnTo>
                  <a:lnTo>
                    <a:pt x="6739636" y="4572"/>
                  </a:lnTo>
                  <a:close/>
                  <a:moveTo>
                    <a:pt x="6790436" y="4572"/>
                  </a:moveTo>
                  <a:lnTo>
                    <a:pt x="6815836" y="4572"/>
                  </a:lnTo>
                  <a:lnTo>
                    <a:pt x="6790436" y="4572"/>
                  </a:lnTo>
                  <a:close/>
                  <a:moveTo>
                    <a:pt x="6841236" y="4572"/>
                  </a:moveTo>
                  <a:lnTo>
                    <a:pt x="6866636" y="4572"/>
                  </a:lnTo>
                  <a:lnTo>
                    <a:pt x="6841236" y="4572"/>
                  </a:lnTo>
                  <a:close/>
                  <a:moveTo>
                    <a:pt x="6892036" y="4572"/>
                  </a:moveTo>
                  <a:lnTo>
                    <a:pt x="6917436" y="4572"/>
                  </a:lnTo>
                  <a:lnTo>
                    <a:pt x="6892036" y="4572"/>
                  </a:lnTo>
                  <a:close/>
                  <a:moveTo>
                    <a:pt x="6942836" y="4572"/>
                  </a:moveTo>
                  <a:lnTo>
                    <a:pt x="6968236" y="4572"/>
                  </a:lnTo>
                  <a:lnTo>
                    <a:pt x="6942836" y="4572"/>
                  </a:lnTo>
                  <a:close/>
                  <a:moveTo>
                    <a:pt x="6993636" y="4572"/>
                  </a:moveTo>
                  <a:lnTo>
                    <a:pt x="7019036" y="4572"/>
                  </a:lnTo>
                  <a:lnTo>
                    <a:pt x="6993636" y="4572"/>
                  </a:lnTo>
                  <a:close/>
                  <a:moveTo>
                    <a:pt x="7044436" y="4572"/>
                  </a:moveTo>
                  <a:lnTo>
                    <a:pt x="7069836" y="4572"/>
                  </a:lnTo>
                  <a:lnTo>
                    <a:pt x="7044436" y="4572"/>
                  </a:lnTo>
                  <a:close/>
                  <a:moveTo>
                    <a:pt x="7095236" y="4572"/>
                  </a:moveTo>
                  <a:lnTo>
                    <a:pt x="7120636" y="4572"/>
                  </a:lnTo>
                  <a:lnTo>
                    <a:pt x="7095236" y="4572"/>
                  </a:lnTo>
                  <a:close/>
                  <a:moveTo>
                    <a:pt x="7146036" y="4572"/>
                  </a:moveTo>
                  <a:lnTo>
                    <a:pt x="7171436" y="4572"/>
                  </a:lnTo>
                  <a:lnTo>
                    <a:pt x="7146036" y="4572"/>
                  </a:lnTo>
                  <a:close/>
                  <a:moveTo>
                    <a:pt x="7196836" y="4572"/>
                  </a:moveTo>
                  <a:lnTo>
                    <a:pt x="7222236" y="4572"/>
                  </a:lnTo>
                  <a:lnTo>
                    <a:pt x="7196836" y="4572"/>
                  </a:lnTo>
                  <a:close/>
                  <a:moveTo>
                    <a:pt x="7247636" y="4572"/>
                  </a:moveTo>
                  <a:lnTo>
                    <a:pt x="7273036" y="4572"/>
                  </a:lnTo>
                  <a:lnTo>
                    <a:pt x="7247636" y="4572"/>
                  </a:lnTo>
                  <a:close/>
                  <a:moveTo>
                    <a:pt x="7298436" y="4572"/>
                  </a:moveTo>
                  <a:lnTo>
                    <a:pt x="7323836" y="4572"/>
                  </a:lnTo>
                  <a:lnTo>
                    <a:pt x="7298436" y="4572"/>
                  </a:lnTo>
                  <a:close/>
                  <a:moveTo>
                    <a:pt x="7349236" y="4572"/>
                  </a:moveTo>
                  <a:lnTo>
                    <a:pt x="7374636" y="4572"/>
                  </a:lnTo>
                  <a:lnTo>
                    <a:pt x="7349236" y="4572"/>
                  </a:lnTo>
                  <a:close/>
                  <a:moveTo>
                    <a:pt x="7400036" y="4572"/>
                  </a:moveTo>
                  <a:lnTo>
                    <a:pt x="7425436" y="4572"/>
                  </a:lnTo>
                  <a:lnTo>
                    <a:pt x="7400036" y="4572"/>
                  </a:lnTo>
                  <a:close/>
                  <a:moveTo>
                    <a:pt x="7450836" y="4572"/>
                  </a:moveTo>
                  <a:lnTo>
                    <a:pt x="7476236" y="4572"/>
                  </a:lnTo>
                  <a:lnTo>
                    <a:pt x="7450836" y="4572"/>
                  </a:lnTo>
                  <a:close/>
                  <a:moveTo>
                    <a:pt x="7501636" y="4572"/>
                  </a:moveTo>
                  <a:lnTo>
                    <a:pt x="7527036" y="4572"/>
                  </a:lnTo>
                  <a:lnTo>
                    <a:pt x="7501636" y="4572"/>
                  </a:lnTo>
                  <a:close/>
                  <a:moveTo>
                    <a:pt x="7552436" y="4572"/>
                  </a:moveTo>
                  <a:lnTo>
                    <a:pt x="7577836" y="4572"/>
                  </a:lnTo>
                  <a:lnTo>
                    <a:pt x="7552436" y="4572"/>
                  </a:lnTo>
                  <a:close/>
                  <a:moveTo>
                    <a:pt x="7603236" y="4572"/>
                  </a:moveTo>
                  <a:lnTo>
                    <a:pt x="7628636" y="4572"/>
                  </a:lnTo>
                  <a:lnTo>
                    <a:pt x="7603236" y="4572"/>
                  </a:lnTo>
                  <a:close/>
                  <a:moveTo>
                    <a:pt x="7654036" y="4572"/>
                  </a:moveTo>
                  <a:lnTo>
                    <a:pt x="7679436" y="4572"/>
                  </a:lnTo>
                  <a:lnTo>
                    <a:pt x="7654036" y="4572"/>
                  </a:lnTo>
                  <a:close/>
                  <a:moveTo>
                    <a:pt x="7704836" y="4572"/>
                  </a:moveTo>
                  <a:lnTo>
                    <a:pt x="7730236" y="4572"/>
                  </a:lnTo>
                  <a:lnTo>
                    <a:pt x="7704836" y="4572"/>
                  </a:lnTo>
                  <a:close/>
                  <a:moveTo>
                    <a:pt x="7755636" y="4572"/>
                  </a:moveTo>
                  <a:lnTo>
                    <a:pt x="7781036" y="4572"/>
                  </a:lnTo>
                  <a:lnTo>
                    <a:pt x="7755636" y="4572"/>
                  </a:lnTo>
                  <a:close/>
                  <a:moveTo>
                    <a:pt x="7806436" y="4572"/>
                  </a:moveTo>
                  <a:lnTo>
                    <a:pt x="7831836" y="4572"/>
                  </a:lnTo>
                  <a:lnTo>
                    <a:pt x="7806436" y="4572"/>
                  </a:lnTo>
                  <a:close/>
                  <a:moveTo>
                    <a:pt x="7857236" y="4572"/>
                  </a:moveTo>
                  <a:lnTo>
                    <a:pt x="7882636" y="4572"/>
                  </a:lnTo>
                  <a:lnTo>
                    <a:pt x="7857236" y="4572"/>
                  </a:lnTo>
                  <a:close/>
                  <a:moveTo>
                    <a:pt x="7908036" y="4572"/>
                  </a:moveTo>
                  <a:lnTo>
                    <a:pt x="7933436" y="4572"/>
                  </a:lnTo>
                  <a:lnTo>
                    <a:pt x="7908036" y="4572"/>
                  </a:lnTo>
                  <a:close/>
                  <a:moveTo>
                    <a:pt x="7958836" y="4572"/>
                  </a:moveTo>
                  <a:lnTo>
                    <a:pt x="7984236" y="4572"/>
                  </a:lnTo>
                  <a:lnTo>
                    <a:pt x="7958836" y="4572"/>
                  </a:lnTo>
                  <a:close/>
                  <a:moveTo>
                    <a:pt x="8009636" y="4572"/>
                  </a:moveTo>
                  <a:lnTo>
                    <a:pt x="8035036" y="4572"/>
                  </a:lnTo>
                  <a:lnTo>
                    <a:pt x="8009636" y="4572"/>
                  </a:lnTo>
                  <a:close/>
                  <a:moveTo>
                    <a:pt x="8060436" y="4572"/>
                  </a:moveTo>
                  <a:lnTo>
                    <a:pt x="8085836" y="4572"/>
                  </a:lnTo>
                  <a:lnTo>
                    <a:pt x="8060436" y="4572"/>
                  </a:lnTo>
                  <a:close/>
                  <a:moveTo>
                    <a:pt x="8111236" y="4572"/>
                  </a:moveTo>
                  <a:lnTo>
                    <a:pt x="8136636" y="4572"/>
                  </a:lnTo>
                  <a:lnTo>
                    <a:pt x="8111236" y="4572"/>
                  </a:lnTo>
                  <a:close/>
                  <a:moveTo>
                    <a:pt x="8162036" y="4572"/>
                  </a:moveTo>
                  <a:lnTo>
                    <a:pt x="8187436" y="4572"/>
                  </a:lnTo>
                  <a:lnTo>
                    <a:pt x="8162036" y="4572"/>
                  </a:lnTo>
                  <a:close/>
                  <a:moveTo>
                    <a:pt x="8212836" y="4572"/>
                  </a:moveTo>
                  <a:lnTo>
                    <a:pt x="8238236" y="4572"/>
                  </a:lnTo>
                  <a:lnTo>
                    <a:pt x="8212836" y="4572"/>
                  </a:lnTo>
                  <a:close/>
                  <a:moveTo>
                    <a:pt x="8263636" y="4572"/>
                  </a:moveTo>
                  <a:lnTo>
                    <a:pt x="8289036" y="4572"/>
                  </a:lnTo>
                  <a:lnTo>
                    <a:pt x="8263636" y="4572"/>
                  </a:lnTo>
                  <a:close/>
                  <a:moveTo>
                    <a:pt x="8314436" y="4572"/>
                  </a:moveTo>
                  <a:lnTo>
                    <a:pt x="8339836" y="4572"/>
                  </a:lnTo>
                  <a:lnTo>
                    <a:pt x="8314436" y="4572"/>
                  </a:lnTo>
                  <a:close/>
                  <a:moveTo>
                    <a:pt x="8365236" y="4572"/>
                  </a:moveTo>
                  <a:lnTo>
                    <a:pt x="8390636" y="4572"/>
                  </a:lnTo>
                  <a:lnTo>
                    <a:pt x="8365236" y="4572"/>
                  </a:lnTo>
                  <a:close/>
                  <a:moveTo>
                    <a:pt x="8416036" y="4572"/>
                  </a:moveTo>
                  <a:lnTo>
                    <a:pt x="8441436" y="4572"/>
                  </a:lnTo>
                  <a:lnTo>
                    <a:pt x="8416036" y="4572"/>
                  </a:lnTo>
                  <a:close/>
                  <a:moveTo>
                    <a:pt x="8466836" y="4572"/>
                  </a:moveTo>
                  <a:lnTo>
                    <a:pt x="8492236" y="4572"/>
                  </a:lnTo>
                  <a:lnTo>
                    <a:pt x="8466836" y="4572"/>
                  </a:lnTo>
                  <a:close/>
                  <a:moveTo>
                    <a:pt x="8517636" y="4572"/>
                  </a:moveTo>
                  <a:lnTo>
                    <a:pt x="8543036" y="4572"/>
                  </a:lnTo>
                  <a:lnTo>
                    <a:pt x="8517636" y="4572"/>
                  </a:lnTo>
                  <a:close/>
                  <a:moveTo>
                    <a:pt x="8568436" y="4572"/>
                  </a:moveTo>
                  <a:lnTo>
                    <a:pt x="8593836" y="4572"/>
                  </a:lnTo>
                  <a:lnTo>
                    <a:pt x="8568436" y="4572"/>
                  </a:lnTo>
                  <a:close/>
                  <a:moveTo>
                    <a:pt x="8619236" y="4572"/>
                  </a:moveTo>
                  <a:lnTo>
                    <a:pt x="8644636" y="4572"/>
                  </a:lnTo>
                  <a:lnTo>
                    <a:pt x="8619236" y="4572"/>
                  </a:lnTo>
                  <a:close/>
                  <a:moveTo>
                    <a:pt x="8670036" y="4572"/>
                  </a:moveTo>
                  <a:lnTo>
                    <a:pt x="8695436" y="4572"/>
                  </a:lnTo>
                  <a:lnTo>
                    <a:pt x="8670036" y="4572"/>
                  </a:lnTo>
                  <a:close/>
                  <a:moveTo>
                    <a:pt x="8720836" y="4572"/>
                  </a:moveTo>
                  <a:lnTo>
                    <a:pt x="8746236" y="4572"/>
                  </a:lnTo>
                  <a:lnTo>
                    <a:pt x="8720836" y="4572"/>
                  </a:lnTo>
                  <a:close/>
                  <a:moveTo>
                    <a:pt x="8771636" y="4572"/>
                  </a:moveTo>
                  <a:lnTo>
                    <a:pt x="8797036" y="4572"/>
                  </a:lnTo>
                  <a:lnTo>
                    <a:pt x="8771636" y="4572"/>
                  </a:lnTo>
                  <a:close/>
                  <a:moveTo>
                    <a:pt x="8822436" y="4572"/>
                  </a:moveTo>
                  <a:lnTo>
                    <a:pt x="8847836" y="4572"/>
                  </a:lnTo>
                  <a:lnTo>
                    <a:pt x="8822436" y="4572"/>
                  </a:lnTo>
                  <a:close/>
                  <a:moveTo>
                    <a:pt x="8873236" y="4572"/>
                  </a:moveTo>
                  <a:lnTo>
                    <a:pt x="8898636" y="4572"/>
                  </a:lnTo>
                  <a:lnTo>
                    <a:pt x="8873236" y="4572"/>
                  </a:lnTo>
                  <a:close/>
                  <a:moveTo>
                    <a:pt x="8924036" y="4572"/>
                  </a:moveTo>
                  <a:lnTo>
                    <a:pt x="8949436" y="4572"/>
                  </a:lnTo>
                  <a:lnTo>
                    <a:pt x="8924036" y="4572"/>
                  </a:lnTo>
                  <a:close/>
                  <a:moveTo>
                    <a:pt x="8974836" y="4572"/>
                  </a:moveTo>
                  <a:lnTo>
                    <a:pt x="9000236" y="4572"/>
                  </a:lnTo>
                  <a:lnTo>
                    <a:pt x="8974836" y="4572"/>
                  </a:lnTo>
                  <a:close/>
                  <a:moveTo>
                    <a:pt x="9025636" y="4572"/>
                  </a:moveTo>
                  <a:lnTo>
                    <a:pt x="9051036" y="4572"/>
                  </a:lnTo>
                  <a:lnTo>
                    <a:pt x="9025636" y="4572"/>
                  </a:lnTo>
                  <a:close/>
                  <a:moveTo>
                    <a:pt x="9076436" y="4572"/>
                  </a:moveTo>
                  <a:lnTo>
                    <a:pt x="9101836" y="4572"/>
                  </a:lnTo>
                  <a:lnTo>
                    <a:pt x="9076436" y="4572"/>
                  </a:lnTo>
                  <a:close/>
                  <a:moveTo>
                    <a:pt x="9127236" y="4572"/>
                  </a:moveTo>
                  <a:lnTo>
                    <a:pt x="9152636" y="4572"/>
                  </a:lnTo>
                  <a:lnTo>
                    <a:pt x="9127236" y="4572"/>
                  </a:lnTo>
                  <a:close/>
                  <a:moveTo>
                    <a:pt x="9178036" y="4572"/>
                  </a:moveTo>
                  <a:lnTo>
                    <a:pt x="9203436" y="4572"/>
                  </a:lnTo>
                  <a:lnTo>
                    <a:pt x="9178036" y="4572"/>
                  </a:lnTo>
                  <a:close/>
                  <a:moveTo>
                    <a:pt x="9228836" y="4572"/>
                  </a:moveTo>
                  <a:lnTo>
                    <a:pt x="9254236" y="4572"/>
                  </a:lnTo>
                  <a:lnTo>
                    <a:pt x="9228836" y="4572"/>
                  </a:lnTo>
                  <a:close/>
                  <a:moveTo>
                    <a:pt x="9279636" y="4572"/>
                  </a:moveTo>
                  <a:lnTo>
                    <a:pt x="9305036" y="4572"/>
                  </a:lnTo>
                  <a:lnTo>
                    <a:pt x="9279636" y="4572"/>
                  </a:lnTo>
                  <a:close/>
                  <a:moveTo>
                    <a:pt x="9330436" y="4572"/>
                  </a:moveTo>
                  <a:lnTo>
                    <a:pt x="9355836" y="4572"/>
                  </a:lnTo>
                  <a:lnTo>
                    <a:pt x="9330436" y="4572"/>
                  </a:lnTo>
                  <a:close/>
                  <a:moveTo>
                    <a:pt x="9381236" y="4572"/>
                  </a:moveTo>
                  <a:lnTo>
                    <a:pt x="9406636" y="4572"/>
                  </a:lnTo>
                  <a:lnTo>
                    <a:pt x="9381236" y="4572"/>
                  </a:lnTo>
                  <a:close/>
                  <a:moveTo>
                    <a:pt x="9432036" y="4572"/>
                  </a:moveTo>
                  <a:lnTo>
                    <a:pt x="9457436" y="4572"/>
                  </a:lnTo>
                  <a:lnTo>
                    <a:pt x="9432036" y="4572"/>
                  </a:lnTo>
                  <a:close/>
                  <a:moveTo>
                    <a:pt x="9482836" y="4572"/>
                  </a:moveTo>
                  <a:lnTo>
                    <a:pt x="9508236" y="4572"/>
                  </a:lnTo>
                  <a:lnTo>
                    <a:pt x="9482836" y="4572"/>
                  </a:lnTo>
                  <a:close/>
                  <a:moveTo>
                    <a:pt x="9533636" y="4572"/>
                  </a:moveTo>
                  <a:lnTo>
                    <a:pt x="9559036" y="4572"/>
                  </a:lnTo>
                  <a:lnTo>
                    <a:pt x="9533636" y="4572"/>
                  </a:lnTo>
                  <a:close/>
                  <a:moveTo>
                    <a:pt x="9584436" y="4572"/>
                  </a:moveTo>
                  <a:lnTo>
                    <a:pt x="9609836" y="4572"/>
                  </a:lnTo>
                  <a:lnTo>
                    <a:pt x="9584436" y="4572"/>
                  </a:lnTo>
                  <a:close/>
                  <a:moveTo>
                    <a:pt x="9635236" y="4572"/>
                  </a:moveTo>
                  <a:lnTo>
                    <a:pt x="9660636" y="4572"/>
                  </a:lnTo>
                  <a:lnTo>
                    <a:pt x="9635236" y="4572"/>
                  </a:lnTo>
                  <a:close/>
                  <a:moveTo>
                    <a:pt x="9686036" y="4572"/>
                  </a:moveTo>
                  <a:lnTo>
                    <a:pt x="9711436" y="4572"/>
                  </a:lnTo>
                  <a:lnTo>
                    <a:pt x="9686036" y="4572"/>
                  </a:lnTo>
                  <a:close/>
                  <a:moveTo>
                    <a:pt x="9736836" y="4572"/>
                  </a:moveTo>
                  <a:lnTo>
                    <a:pt x="9762236" y="4572"/>
                  </a:lnTo>
                  <a:lnTo>
                    <a:pt x="9736836" y="4572"/>
                  </a:lnTo>
                  <a:close/>
                  <a:moveTo>
                    <a:pt x="9787636" y="4572"/>
                  </a:moveTo>
                  <a:lnTo>
                    <a:pt x="9813036" y="4572"/>
                  </a:lnTo>
                  <a:lnTo>
                    <a:pt x="9787636" y="4572"/>
                  </a:lnTo>
                  <a:close/>
                  <a:moveTo>
                    <a:pt x="9838436" y="4572"/>
                  </a:moveTo>
                  <a:lnTo>
                    <a:pt x="9863836" y="4572"/>
                  </a:lnTo>
                  <a:lnTo>
                    <a:pt x="9838436" y="4572"/>
                  </a:lnTo>
                  <a:close/>
                  <a:moveTo>
                    <a:pt x="9889236" y="4572"/>
                  </a:moveTo>
                  <a:lnTo>
                    <a:pt x="9914636" y="4572"/>
                  </a:lnTo>
                  <a:lnTo>
                    <a:pt x="9889236" y="4572"/>
                  </a:lnTo>
                  <a:close/>
                  <a:moveTo>
                    <a:pt x="9940036" y="4572"/>
                  </a:moveTo>
                  <a:lnTo>
                    <a:pt x="9965436" y="4572"/>
                  </a:lnTo>
                  <a:lnTo>
                    <a:pt x="9940036" y="4572"/>
                  </a:lnTo>
                  <a:close/>
                  <a:moveTo>
                    <a:pt x="9990836" y="4572"/>
                  </a:moveTo>
                  <a:lnTo>
                    <a:pt x="10016236" y="4572"/>
                  </a:lnTo>
                  <a:lnTo>
                    <a:pt x="9990836" y="4572"/>
                  </a:lnTo>
                  <a:close/>
                  <a:moveTo>
                    <a:pt x="10041636" y="4572"/>
                  </a:moveTo>
                  <a:lnTo>
                    <a:pt x="10067036" y="4572"/>
                  </a:lnTo>
                  <a:lnTo>
                    <a:pt x="10041636" y="4572"/>
                  </a:lnTo>
                  <a:close/>
                  <a:moveTo>
                    <a:pt x="10092436" y="4572"/>
                  </a:moveTo>
                  <a:lnTo>
                    <a:pt x="10117836" y="4572"/>
                  </a:lnTo>
                  <a:lnTo>
                    <a:pt x="10092436" y="4572"/>
                  </a:lnTo>
                  <a:close/>
                  <a:moveTo>
                    <a:pt x="10143236" y="4572"/>
                  </a:moveTo>
                  <a:lnTo>
                    <a:pt x="10168636" y="4572"/>
                  </a:lnTo>
                  <a:lnTo>
                    <a:pt x="10143236" y="4572"/>
                  </a:lnTo>
                  <a:close/>
                  <a:moveTo>
                    <a:pt x="10194036" y="4572"/>
                  </a:moveTo>
                  <a:lnTo>
                    <a:pt x="10219436" y="4572"/>
                  </a:lnTo>
                  <a:lnTo>
                    <a:pt x="10194036" y="4572"/>
                  </a:lnTo>
                  <a:close/>
                  <a:moveTo>
                    <a:pt x="10244836" y="4572"/>
                  </a:moveTo>
                  <a:lnTo>
                    <a:pt x="10270236" y="4572"/>
                  </a:lnTo>
                  <a:lnTo>
                    <a:pt x="10244836" y="4572"/>
                  </a:lnTo>
                  <a:close/>
                  <a:moveTo>
                    <a:pt x="10295636" y="4572"/>
                  </a:moveTo>
                  <a:lnTo>
                    <a:pt x="10321036" y="4572"/>
                  </a:lnTo>
                  <a:lnTo>
                    <a:pt x="10295636" y="4572"/>
                  </a:lnTo>
                  <a:close/>
                  <a:moveTo>
                    <a:pt x="10335768" y="19812"/>
                  </a:moveTo>
                  <a:lnTo>
                    <a:pt x="10335768" y="45212"/>
                  </a:lnTo>
                  <a:lnTo>
                    <a:pt x="10331196" y="45212"/>
                  </a:lnTo>
                  <a:lnTo>
                    <a:pt x="10331196" y="19812"/>
                  </a:lnTo>
                  <a:close/>
                  <a:moveTo>
                    <a:pt x="10331196" y="70612"/>
                  </a:moveTo>
                  <a:lnTo>
                    <a:pt x="10331196" y="96012"/>
                  </a:lnTo>
                  <a:lnTo>
                    <a:pt x="10326624" y="96012"/>
                  </a:lnTo>
                  <a:lnTo>
                    <a:pt x="10326624" y="70612"/>
                  </a:lnTo>
                  <a:close/>
                  <a:moveTo>
                    <a:pt x="10326624" y="121412"/>
                  </a:moveTo>
                  <a:lnTo>
                    <a:pt x="10326624" y="146812"/>
                  </a:lnTo>
                  <a:lnTo>
                    <a:pt x="10322052" y="146812"/>
                  </a:lnTo>
                  <a:lnTo>
                    <a:pt x="10322052" y="121412"/>
                  </a:lnTo>
                  <a:close/>
                  <a:moveTo>
                    <a:pt x="10322052" y="172212"/>
                  </a:moveTo>
                  <a:lnTo>
                    <a:pt x="10322052" y="197612"/>
                  </a:lnTo>
                  <a:lnTo>
                    <a:pt x="10317480" y="197612"/>
                  </a:lnTo>
                  <a:lnTo>
                    <a:pt x="10317480" y="172212"/>
                  </a:lnTo>
                  <a:close/>
                  <a:moveTo>
                    <a:pt x="10317480" y="223012"/>
                  </a:moveTo>
                  <a:lnTo>
                    <a:pt x="10317480" y="248412"/>
                  </a:lnTo>
                  <a:lnTo>
                    <a:pt x="10312908" y="248412"/>
                  </a:lnTo>
                  <a:lnTo>
                    <a:pt x="10312908" y="223012"/>
                  </a:lnTo>
                  <a:close/>
                  <a:moveTo>
                    <a:pt x="10312908" y="273812"/>
                  </a:moveTo>
                  <a:lnTo>
                    <a:pt x="10312908" y="299212"/>
                  </a:lnTo>
                  <a:lnTo>
                    <a:pt x="10308336" y="299212"/>
                  </a:lnTo>
                  <a:lnTo>
                    <a:pt x="10308336" y="273812"/>
                  </a:lnTo>
                  <a:close/>
                  <a:moveTo>
                    <a:pt x="10308336" y="324612"/>
                  </a:moveTo>
                  <a:lnTo>
                    <a:pt x="10308336" y="350012"/>
                  </a:lnTo>
                  <a:lnTo>
                    <a:pt x="10303764" y="350012"/>
                  </a:lnTo>
                  <a:lnTo>
                    <a:pt x="10303764" y="324612"/>
                  </a:lnTo>
                  <a:close/>
                  <a:moveTo>
                    <a:pt x="10303764" y="375412"/>
                  </a:moveTo>
                  <a:lnTo>
                    <a:pt x="10303764" y="400812"/>
                  </a:lnTo>
                  <a:lnTo>
                    <a:pt x="10299192" y="400812"/>
                  </a:lnTo>
                  <a:lnTo>
                    <a:pt x="10299192" y="375412"/>
                  </a:lnTo>
                  <a:close/>
                  <a:moveTo>
                    <a:pt x="10299192" y="426212"/>
                  </a:moveTo>
                  <a:lnTo>
                    <a:pt x="10299192" y="451612"/>
                  </a:lnTo>
                  <a:lnTo>
                    <a:pt x="10294620" y="451612"/>
                  </a:lnTo>
                  <a:lnTo>
                    <a:pt x="10294620" y="426212"/>
                  </a:lnTo>
                  <a:close/>
                  <a:moveTo>
                    <a:pt x="10294620" y="477012"/>
                  </a:moveTo>
                  <a:lnTo>
                    <a:pt x="10294620" y="502412"/>
                  </a:lnTo>
                  <a:lnTo>
                    <a:pt x="10290048" y="502412"/>
                  </a:lnTo>
                  <a:lnTo>
                    <a:pt x="10290048" y="477012"/>
                  </a:lnTo>
                  <a:close/>
                  <a:moveTo>
                    <a:pt x="10290048" y="527812"/>
                  </a:moveTo>
                  <a:lnTo>
                    <a:pt x="10290048" y="553212"/>
                  </a:lnTo>
                  <a:lnTo>
                    <a:pt x="10285476" y="553212"/>
                  </a:lnTo>
                  <a:lnTo>
                    <a:pt x="10285476" y="527812"/>
                  </a:lnTo>
                  <a:close/>
                  <a:moveTo>
                    <a:pt x="10285476" y="578612"/>
                  </a:moveTo>
                  <a:lnTo>
                    <a:pt x="10285476" y="604012"/>
                  </a:lnTo>
                  <a:lnTo>
                    <a:pt x="10280904" y="604012"/>
                  </a:lnTo>
                  <a:lnTo>
                    <a:pt x="10280904" y="578612"/>
                  </a:lnTo>
                  <a:close/>
                  <a:moveTo>
                    <a:pt x="10280904" y="629412"/>
                  </a:moveTo>
                  <a:lnTo>
                    <a:pt x="10280904" y="654812"/>
                  </a:lnTo>
                  <a:lnTo>
                    <a:pt x="10276332" y="654812"/>
                  </a:lnTo>
                  <a:lnTo>
                    <a:pt x="10276332" y="629412"/>
                  </a:lnTo>
                  <a:close/>
                  <a:moveTo>
                    <a:pt x="10276332" y="680212"/>
                  </a:moveTo>
                  <a:lnTo>
                    <a:pt x="10276332" y="705612"/>
                  </a:lnTo>
                  <a:lnTo>
                    <a:pt x="10271760" y="705612"/>
                  </a:lnTo>
                  <a:lnTo>
                    <a:pt x="10271760" y="680212"/>
                  </a:lnTo>
                  <a:close/>
                  <a:moveTo>
                    <a:pt x="10271760" y="731012"/>
                  </a:moveTo>
                  <a:lnTo>
                    <a:pt x="10271760" y="756412"/>
                  </a:lnTo>
                  <a:lnTo>
                    <a:pt x="10267188" y="756412"/>
                  </a:lnTo>
                  <a:lnTo>
                    <a:pt x="10267188" y="731012"/>
                  </a:lnTo>
                  <a:close/>
                  <a:moveTo>
                    <a:pt x="10267188" y="781812"/>
                  </a:moveTo>
                  <a:lnTo>
                    <a:pt x="10267188" y="807212"/>
                  </a:lnTo>
                  <a:lnTo>
                    <a:pt x="10262616" y="807212"/>
                  </a:lnTo>
                  <a:lnTo>
                    <a:pt x="10262616" y="781812"/>
                  </a:lnTo>
                  <a:close/>
                  <a:moveTo>
                    <a:pt x="10262616" y="832612"/>
                  </a:moveTo>
                  <a:lnTo>
                    <a:pt x="10262616" y="858012"/>
                  </a:lnTo>
                  <a:lnTo>
                    <a:pt x="10258044" y="858012"/>
                  </a:lnTo>
                  <a:lnTo>
                    <a:pt x="10258044" y="832612"/>
                  </a:lnTo>
                  <a:close/>
                  <a:moveTo>
                    <a:pt x="10258044" y="883412"/>
                  </a:moveTo>
                  <a:lnTo>
                    <a:pt x="10258044" y="908812"/>
                  </a:lnTo>
                  <a:lnTo>
                    <a:pt x="10253472" y="908812"/>
                  </a:lnTo>
                  <a:lnTo>
                    <a:pt x="10253472" y="883412"/>
                  </a:lnTo>
                  <a:close/>
                  <a:moveTo>
                    <a:pt x="10253472" y="934212"/>
                  </a:moveTo>
                  <a:lnTo>
                    <a:pt x="10253472" y="959612"/>
                  </a:lnTo>
                  <a:lnTo>
                    <a:pt x="10248900" y="959612"/>
                  </a:lnTo>
                  <a:lnTo>
                    <a:pt x="10248900" y="934212"/>
                  </a:lnTo>
                  <a:close/>
                  <a:moveTo>
                    <a:pt x="10248900" y="985012"/>
                  </a:moveTo>
                  <a:lnTo>
                    <a:pt x="10248900" y="1010412"/>
                  </a:lnTo>
                  <a:lnTo>
                    <a:pt x="10244328" y="1010412"/>
                  </a:lnTo>
                  <a:lnTo>
                    <a:pt x="10244328" y="985012"/>
                  </a:lnTo>
                  <a:close/>
                  <a:moveTo>
                    <a:pt x="10244328" y="1035812"/>
                  </a:moveTo>
                  <a:lnTo>
                    <a:pt x="10244328" y="1061212"/>
                  </a:lnTo>
                  <a:lnTo>
                    <a:pt x="10239756" y="1061212"/>
                  </a:lnTo>
                  <a:lnTo>
                    <a:pt x="10239756" y="1035812"/>
                  </a:lnTo>
                  <a:close/>
                  <a:moveTo>
                    <a:pt x="10239756" y="1086612"/>
                  </a:moveTo>
                  <a:lnTo>
                    <a:pt x="10239756" y="1112012"/>
                  </a:lnTo>
                  <a:lnTo>
                    <a:pt x="10235184" y="1112012"/>
                  </a:lnTo>
                  <a:lnTo>
                    <a:pt x="10235184" y="1086612"/>
                  </a:lnTo>
                  <a:close/>
                  <a:moveTo>
                    <a:pt x="10235184" y="1137412"/>
                  </a:moveTo>
                  <a:lnTo>
                    <a:pt x="10235184" y="1162812"/>
                  </a:lnTo>
                  <a:lnTo>
                    <a:pt x="10230612" y="1162812"/>
                  </a:lnTo>
                  <a:lnTo>
                    <a:pt x="10230612" y="1137412"/>
                  </a:lnTo>
                  <a:close/>
                  <a:moveTo>
                    <a:pt x="10230612" y="1188212"/>
                  </a:moveTo>
                  <a:lnTo>
                    <a:pt x="10230612" y="1200658"/>
                  </a:lnTo>
                  <a:cubicBezTo>
                    <a:pt x="10230612" y="1201928"/>
                    <a:pt x="10229596" y="1202944"/>
                    <a:pt x="10228326" y="1202944"/>
                  </a:cubicBezTo>
                  <a:lnTo>
                    <a:pt x="10215372" y="1202944"/>
                  </a:lnTo>
                  <a:lnTo>
                    <a:pt x="10215372" y="1193800"/>
                  </a:lnTo>
                  <a:lnTo>
                    <a:pt x="10228326" y="1193800"/>
                  </a:lnTo>
                  <a:lnTo>
                    <a:pt x="10228326" y="1196086"/>
                  </a:lnTo>
                  <a:lnTo>
                    <a:pt x="10226040" y="1196086"/>
                  </a:lnTo>
                  <a:lnTo>
                    <a:pt x="10226040" y="1183640"/>
                  </a:lnTo>
                  <a:close/>
                  <a:moveTo>
                    <a:pt x="10185400" y="1198372"/>
                  </a:moveTo>
                  <a:lnTo>
                    <a:pt x="10160000" y="1198372"/>
                  </a:lnTo>
                  <a:lnTo>
                    <a:pt x="10160000" y="1193800"/>
                  </a:lnTo>
                  <a:lnTo>
                    <a:pt x="10185400" y="1193800"/>
                  </a:lnTo>
                  <a:close/>
                  <a:moveTo>
                    <a:pt x="10134600" y="1193800"/>
                  </a:moveTo>
                  <a:lnTo>
                    <a:pt x="10109200" y="1193800"/>
                  </a:lnTo>
                  <a:lnTo>
                    <a:pt x="10134600" y="1193800"/>
                  </a:lnTo>
                  <a:close/>
                  <a:moveTo>
                    <a:pt x="10083800" y="1193800"/>
                  </a:moveTo>
                  <a:lnTo>
                    <a:pt x="10058400" y="1193800"/>
                  </a:lnTo>
                  <a:lnTo>
                    <a:pt x="10083800" y="1193800"/>
                  </a:lnTo>
                  <a:close/>
                  <a:moveTo>
                    <a:pt x="10033000" y="1193800"/>
                  </a:moveTo>
                  <a:lnTo>
                    <a:pt x="10007600" y="1193800"/>
                  </a:lnTo>
                  <a:lnTo>
                    <a:pt x="10033000" y="1193800"/>
                  </a:lnTo>
                  <a:close/>
                  <a:moveTo>
                    <a:pt x="9982200" y="1193800"/>
                  </a:moveTo>
                  <a:lnTo>
                    <a:pt x="9956800" y="1193800"/>
                  </a:lnTo>
                  <a:lnTo>
                    <a:pt x="9982200" y="1193800"/>
                  </a:lnTo>
                  <a:close/>
                  <a:moveTo>
                    <a:pt x="9931400" y="1193800"/>
                  </a:moveTo>
                  <a:lnTo>
                    <a:pt x="9906000" y="1193800"/>
                  </a:lnTo>
                  <a:lnTo>
                    <a:pt x="9931400" y="1193800"/>
                  </a:lnTo>
                  <a:close/>
                  <a:moveTo>
                    <a:pt x="9880600" y="1193800"/>
                  </a:moveTo>
                  <a:lnTo>
                    <a:pt x="9855200" y="1193800"/>
                  </a:lnTo>
                  <a:lnTo>
                    <a:pt x="9880600" y="1193800"/>
                  </a:lnTo>
                  <a:close/>
                  <a:moveTo>
                    <a:pt x="9829800" y="1193800"/>
                  </a:moveTo>
                  <a:lnTo>
                    <a:pt x="9804400" y="1193800"/>
                  </a:lnTo>
                  <a:lnTo>
                    <a:pt x="9829800" y="1193800"/>
                  </a:lnTo>
                  <a:close/>
                  <a:moveTo>
                    <a:pt x="9779000" y="1193800"/>
                  </a:moveTo>
                  <a:lnTo>
                    <a:pt x="9753600" y="1193800"/>
                  </a:lnTo>
                  <a:lnTo>
                    <a:pt x="9779000" y="1193800"/>
                  </a:lnTo>
                  <a:close/>
                  <a:moveTo>
                    <a:pt x="9728200" y="1193800"/>
                  </a:moveTo>
                  <a:lnTo>
                    <a:pt x="9702800" y="1193800"/>
                  </a:lnTo>
                  <a:lnTo>
                    <a:pt x="9728200" y="1193800"/>
                  </a:lnTo>
                  <a:close/>
                  <a:moveTo>
                    <a:pt x="9677400" y="1193800"/>
                  </a:moveTo>
                  <a:lnTo>
                    <a:pt x="9652000" y="1193800"/>
                  </a:lnTo>
                  <a:lnTo>
                    <a:pt x="9677400" y="1193800"/>
                  </a:lnTo>
                  <a:close/>
                  <a:moveTo>
                    <a:pt x="9626600" y="1193800"/>
                  </a:moveTo>
                  <a:lnTo>
                    <a:pt x="9601200" y="1193800"/>
                  </a:lnTo>
                  <a:lnTo>
                    <a:pt x="9626600" y="1193800"/>
                  </a:lnTo>
                  <a:close/>
                  <a:moveTo>
                    <a:pt x="9575800" y="1193800"/>
                  </a:moveTo>
                  <a:lnTo>
                    <a:pt x="9550400" y="1193800"/>
                  </a:lnTo>
                  <a:lnTo>
                    <a:pt x="9575800" y="1193800"/>
                  </a:lnTo>
                  <a:close/>
                  <a:moveTo>
                    <a:pt x="9525000" y="1193800"/>
                  </a:moveTo>
                  <a:lnTo>
                    <a:pt x="9499600" y="1193800"/>
                  </a:lnTo>
                  <a:lnTo>
                    <a:pt x="9525000" y="1193800"/>
                  </a:lnTo>
                  <a:close/>
                  <a:moveTo>
                    <a:pt x="9474200" y="1193800"/>
                  </a:moveTo>
                  <a:lnTo>
                    <a:pt x="9448800" y="1193800"/>
                  </a:lnTo>
                  <a:lnTo>
                    <a:pt x="9474200" y="1193800"/>
                  </a:lnTo>
                  <a:close/>
                  <a:moveTo>
                    <a:pt x="9423400" y="1193800"/>
                  </a:moveTo>
                  <a:lnTo>
                    <a:pt x="9398000" y="1193800"/>
                  </a:lnTo>
                  <a:lnTo>
                    <a:pt x="9423400" y="1193800"/>
                  </a:lnTo>
                  <a:close/>
                  <a:moveTo>
                    <a:pt x="9372600" y="1193800"/>
                  </a:moveTo>
                  <a:lnTo>
                    <a:pt x="9347200" y="1193800"/>
                  </a:lnTo>
                  <a:lnTo>
                    <a:pt x="9372600" y="1193800"/>
                  </a:lnTo>
                  <a:close/>
                  <a:moveTo>
                    <a:pt x="9321800" y="1193800"/>
                  </a:moveTo>
                  <a:lnTo>
                    <a:pt x="9296400" y="1193800"/>
                  </a:lnTo>
                  <a:lnTo>
                    <a:pt x="9321800" y="1193800"/>
                  </a:lnTo>
                  <a:close/>
                  <a:moveTo>
                    <a:pt x="9271000" y="1193800"/>
                  </a:moveTo>
                  <a:lnTo>
                    <a:pt x="9245600" y="1193800"/>
                  </a:lnTo>
                  <a:lnTo>
                    <a:pt x="9271000" y="1193800"/>
                  </a:lnTo>
                  <a:close/>
                  <a:moveTo>
                    <a:pt x="9220200" y="1193800"/>
                  </a:moveTo>
                  <a:lnTo>
                    <a:pt x="9194800" y="1193800"/>
                  </a:lnTo>
                  <a:lnTo>
                    <a:pt x="9220200" y="1193800"/>
                  </a:lnTo>
                  <a:close/>
                  <a:moveTo>
                    <a:pt x="9169400" y="1193800"/>
                  </a:moveTo>
                  <a:lnTo>
                    <a:pt x="9144000" y="1193800"/>
                  </a:lnTo>
                  <a:lnTo>
                    <a:pt x="9169400" y="1193800"/>
                  </a:lnTo>
                  <a:close/>
                  <a:moveTo>
                    <a:pt x="9118600" y="1193800"/>
                  </a:moveTo>
                  <a:lnTo>
                    <a:pt x="9093200" y="1193800"/>
                  </a:lnTo>
                  <a:lnTo>
                    <a:pt x="9118600" y="1193800"/>
                  </a:lnTo>
                  <a:close/>
                  <a:moveTo>
                    <a:pt x="9067800" y="1193800"/>
                  </a:moveTo>
                  <a:lnTo>
                    <a:pt x="9042400" y="1193800"/>
                  </a:lnTo>
                  <a:lnTo>
                    <a:pt x="9067800" y="1193800"/>
                  </a:lnTo>
                  <a:close/>
                  <a:moveTo>
                    <a:pt x="9017000" y="1193800"/>
                  </a:moveTo>
                  <a:lnTo>
                    <a:pt x="8991600" y="1193800"/>
                  </a:lnTo>
                  <a:lnTo>
                    <a:pt x="9017000" y="1193800"/>
                  </a:lnTo>
                  <a:close/>
                  <a:moveTo>
                    <a:pt x="8966200" y="1193800"/>
                  </a:moveTo>
                  <a:lnTo>
                    <a:pt x="8940800" y="1193800"/>
                  </a:lnTo>
                  <a:lnTo>
                    <a:pt x="8966200" y="1193800"/>
                  </a:lnTo>
                  <a:close/>
                  <a:moveTo>
                    <a:pt x="8915400" y="1193800"/>
                  </a:moveTo>
                  <a:lnTo>
                    <a:pt x="8890000" y="1193800"/>
                  </a:lnTo>
                  <a:lnTo>
                    <a:pt x="8915400" y="1193800"/>
                  </a:lnTo>
                  <a:close/>
                  <a:moveTo>
                    <a:pt x="8864600" y="1193800"/>
                  </a:moveTo>
                  <a:lnTo>
                    <a:pt x="8839200" y="1193800"/>
                  </a:lnTo>
                  <a:lnTo>
                    <a:pt x="8864600" y="1193800"/>
                  </a:lnTo>
                  <a:close/>
                  <a:moveTo>
                    <a:pt x="8813800" y="1193800"/>
                  </a:moveTo>
                  <a:lnTo>
                    <a:pt x="8788400" y="1193800"/>
                  </a:lnTo>
                  <a:lnTo>
                    <a:pt x="8813800" y="1193800"/>
                  </a:lnTo>
                  <a:close/>
                  <a:moveTo>
                    <a:pt x="8763000" y="1193800"/>
                  </a:moveTo>
                  <a:lnTo>
                    <a:pt x="8737600" y="1193800"/>
                  </a:lnTo>
                  <a:lnTo>
                    <a:pt x="8763000" y="1193800"/>
                  </a:lnTo>
                  <a:close/>
                  <a:moveTo>
                    <a:pt x="8712200" y="1193800"/>
                  </a:moveTo>
                  <a:lnTo>
                    <a:pt x="8686800" y="1193800"/>
                  </a:lnTo>
                  <a:lnTo>
                    <a:pt x="8712200" y="1193800"/>
                  </a:lnTo>
                  <a:close/>
                  <a:moveTo>
                    <a:pt x="8661400" y="1193800"/>
                  </a:moveTo>
                  <a:lnTo>
                    <a:pt x="8636000" y="1193800"/>
                  </a:lnTo>
                  <a:lnTo>
                    <a:pt x="8661400" y="1193800"/>
                  </a:lnTo>
                  <a:close/>
                  <a:moveTo>
                    <a:pt x="8610600" y="1193800"/>
                  </a:moveTo>
                  <a:lnTo>
                    <a:pt x="8585200" y="1193800"/>
                  </a:lnTo>
                  <a:lnTo>
                    <a:pt x="8610600" y="1193800"/>
                  </a:lnTo>
                  <a:close/>
                  <a:moveTo>
                    <a:pt x="8559800" y="1193800"/>
                  </a:moveTo>
                  <a:lnTo>
                    <a:pt x="8534400" y="1193800"/>
                  </a:lnTo>
                  <a:lnTo>
                    <a:pt x="8559800" y="1193800"/>
                  </a:lnTo>
                  <a:close/>
                  <a:moveTo>
                    <a:pt x="8509000" y="1193800"/>
                  </a:moveTo>
                  <a:lnTo>
                    <a:pt x="8483600" y="1193800"/>
                  </a:lnTo>
                  <a:lnTo>
                    <a:pt x="8509000" y="1193800"/>
                  </a:lnTo>
                  <a:close/>
                  <a:moveTo>
                    <a:pt x="8458200" y="1193800"/>
                  </a:moveTo>
                  <a:lnTo>
                    <a:pt x="8432800" y="1193800"/>
                  </a:lnTo>
                  <a:lnTo>
                    <a:pt x="8458200" y="1193800"/>
                  </a:lnTo>
                  <a:close/>
                  <a:moveTo>
                    <a:pt x="8407400" y="1193800"/>
                  </a:moveTo>
                  <a:lnTo>
                    <a:pt x="8382000" y="1193800"/>
                  </a:lnTo>
                  <a:lnTo>
                    <a:pt x="8407400" y="1193800"/>
                  </a:lnTo>
                  <a:close/>
                  <a:moveTo>
                    <a:pt x="8356600" y="1193800"/>
                  </a:moveTo>
                  <a:lnTo>
                    <a:pt x="8331200" y="1193800"/>
                  </a:lnTo>
                  <a:lnTo>
                    <a:pt x="8356600" y="1193800"/>
                  </a:lnTo>
                  <a:close/>
                  <a:moveTo>
                    <a:pt x="8305800" y="1193800"/>
                  </a:moveTo>
                  <a:lnTo>
                    <a:pt x="8280400" y="1193800"/>
                  </a:lnTo>
                  <a:lnTo>
                    <a:pt x="8305800" y="1193800"/>
                  </a:lnTo>
                  <a:close/>
                  <a:moveTo>
                    <a:pt x="8255000" y="1193800"/>
                  </a:moveTo>
                  <a:lnTo>
                    <a:pt x="8229600" y="1193800"/>
                  </a:lnTo>
                  <a:lnTo>
                    <a:pt x="8255000" y="1193800"/>
                  </a:lnTo>
                  <a:close/>
                  <a:moveTo>
                    <a:pt x="8204200" y="1193800"/>
                  </a:moveTo>
                  <a:lnTo>
                    <a:pt x="8178800" y="1193800"/>
                  </a:lnTo>
                  <a:lnTo>
                    <a:pt x="8204200" y="1193800"/>
                  </a:lnTo>
                  <a:close/>
                  <a:moveTo>
                    <a:pt x="8153400" y="1193800"/>
                  </a:moveTo>
                  <a:lnTo>
                    <a:pt x="8128000" y="1193800"/>
                  </a:lnTo>
                  <a:lnTo>
                    <a:pt x="8153400" y="1193800"/>
                  </a:lnTo>
                  <a:close/>
                  <a:moveTo>
                    <a:pt x="8102600" y="1193800"/>
                  </a:moveTo>
                  <a:lnTo>
                    <a:pt x="8077200" y="1193800"/>
                  </a:lnTo>
                  <a:lnTo>
                    <a:pt x="8102600" y="1193800"/>
                  </a:lnTo>
                  <a:close/>
                  <a:moveTo>
                    <a:pt x="8051800" y="1193800"/>
                  </a:moveTo>
                  <a:lnTo>
                    <a:pt x="8026400" y="1193800"/>
                  </a:lnTo>
                  <a:lnTo>
                    <a:pt x="8051800" y="1193800"/>
                  </a:lnTo>
                  <a:close/>
                  <a:moveTo>
                    <a:pt x="8001000" y="1193800"/>
                  </a:moveTo>
                  <a:lnTo>
                    <a:pt x="7975600" y="1193800"/>
                  </a:lnTo>
                  <a:lnTo>
                    <a:pt x="8001000" y="1193800"/>
                  </a:lnTo>
                  <a:close/>
                  <a:moveTo>
                    <a:pt x="7950200" y="1193800"/>
                  </a:moveTo>
                  <a:lnTo>
                    <a:pt x="7924800" y="1193800"/>
                  </a:lnTo>
                  <a:lnTo>
                    <a:pt x="7950200" y="1193800"/>
                  </a:lnTo>
                  <a:close/>
                  <a:moveTo>
                    <a:pt x="7899400" y="1193800"/>
                  </a:moveTo>
                  <a:lnTo>
                    <a:pt x="7874000" y="1193800"/>
                  </a:lnTo>
                  <a:lnTo>
                    <a:pt x="7899400" y="1193800"/>
                  </a:lnTo>
                  <a:close/>
                  <a:moveTo>
                    <a:pt x="7848600" y="1193800"/>
                  </a:moveTo>
                  <a:lnTo>
                    <a:pt x="7823200" y="1193800"/>
                  </a:lnTo>
                  <a:lnTo>
                    <a:pt x="7848600" y="1193800"/>
                  </a:lnTo>
                  <a:close/>
                  <a:moveTo>
                    <a:pt x="7797800" y="1193800"/>
                  </a:moveTo>
                  <a:lnTo>
                    <a:pt x="7772400" y="1193800"/>
                  </a:lnTo>
                  <a:lnTo>
                    <a:pt x="7797800" y="1193800"/>
                  </a:lnTo>
                  <a:close/>
                  <a:moveTo>
                    <a:pt x="7747000" y="1193800"/>
                  </a:moveTo>
                  <a:lnTo>
                    <a:pt x="7721600" y="1193800"/>
                  </a:lnTo>
                  <a:lnTo>
                    <a:pt x="7747000" y="1193800"/>
                  </a:lnTo>
                  <a:close/>
                  <a:moveTo>
                    <a:pt x="7696200" y="1193800"/>
                  </a:moveTo>
                  <a:lnTo>
                    <a:pt x="7670800" y="1193800"/>
                  </a:lnTo>
                  <a:lnTo>
                    <a:pt x="7696200" y="1193800"/>
                  </a:lnTo>
                  <a:close/>
                  <a:moveTo>
                    <a:pt x="7645400" y="1193800"/>
                  </a:moveTo>
                  <a:lnTo>
                    <a:pt x="7620000" y="1193800"/>
                  </a:lnTo>
                  <a:lnTo>
                    <a:pt x="7645400" y="1193800"/>
                  </a:lnTo>
                  <a:close/>
                  <a:moveTo>
                    <a:pt x="7594600" y="1193800"/>
                  </a:moveTo>
                  <a:lnTo>
                    <a:pt x="7569200" y="1193800"/>
                  </a:lnTo>
                  <a:lnTo>
                    <a:pt x="7594600" y="1193800"/>
                  </a:lnTo>
                  <a:close/>
                  <a:moveTo>
                    <a:pt x="7543800" y="1193800"/>
                  </a:moveTo>
                  <a:lnTo>
                    <a:pt x="7518400" y="1193800"/>
                  </a:lnTo>
                  <a:lnTo>
                    <a:pt x="7543800" y="1193800"/>
                  </a:lnTo>
                  <a:close/>
                  <a:moveTo>
                    <a:pt x="7493000" y="1193800"/>
                  </a:moveTo>
                  <a:lnTo>
                    <a:pt x="7467600" y="1193800"/>
                  </a:lnTo>
                  <a:lnTo>
                    <a:pt x="7493000" y="1193800"/>
                  </a:lnTo>
                  <a:close/>
                  <a:moveTo>
                    <a:pt x="7442200" y="1193800"/>
                  </a:moveTo>
                  <a:lnTo>
                    <a:pt x="7416800" y="1193800"/>
                  </a:lnTo>
                  <a:lnTo>
                    <a:pt x="7442200" y="1193800"/>
                  </a:lnTo>
                  <a:close/>
                  <a:moveTo>
                    <a:pt x="7391400" y="1193800"/>
                  </a:moveTo>
                  <a:lnTo>
                    <a:pt x="7366000" y="1193800"/>
                  </a:lnTo>
                  <a:lnTo>
                    <a:pt x="7391400" y="1193800"/>
                  </a:lnTo>
                  <a:close/>
                  <a:moveTo>
                    <a:pt x="7340600" y="1193800"/>
                  </a:moveTo>
                  <a:lnTo>
                    <a:pt x="7315200" y="1193800"/>
                  </a:lnTo>
                  <a:lnTo>
                    <a:pt x="7340600" y="1193800"/>
                  </a:lnTo>
                  <a:close/>
                  <a:moveTo>
                    <a:pt x="7289800" y="1193800"/>
                  </a:moveTo>
                  <a:lnTo>
                    <a:pt x="7264400" y="1193800"/>
                  </a:lnTo>
                  <a:lnTo>
                    <a:pt x="7289800" y="1193800"/>
                  </a:lnTo>
                  <a:close/>
                  <a:moveTo>
                    <a:pt x="7239000" y="1193800"/>
                  </a:moveTo>
                  <a:lnTo>
                    <a:pt x="7213600" y="1193800"/>
                  </a:lnTo>
                  <a:lnTo>
                    <a:pt x="7239000" y="1193800"/>
                  </a:lnTo>
                  <a:close/>
                  <a:moveTo>
                    <a:pt x="7188200" y="1193800"/>
                  </a:moveTo>
                  <a:lnTo>
                    <a:pt x="7162800" y="1193800"/>
                  </a:lnTo>
                  <a:lnTo>
                    <a:pt x="7188200" y="1193800"/>
                  </a:lnTo>
                  <a:close/>
                  <a:moveTo>
                    <a:pt x="7137400" y="1193800"/>
                  </a:moveTo>
                  <a:lnTo>
                    <a:pt x="7112000" y="1193800"/>
                  </a:lnTo>
                  <a:lnTo>
                    <a:pt x="7137400" y="1193800"/>
                  </a:lnTo>
                  <a:close/>
                  <a:moveTo>
                    <a:pt x="7086600" y="1193800"/>
                  </a:moveTo>
                  <a:lnTo>
                    <a:pt x="7061200" y="1193800"/>
                  </a:lnTo>
                  <a:lnTo>
                    <a:pt x="7086600" y="1193800"/>
                  </a:lnTo>
                  <a:close/>
                  <a:moveTo>
                    <a:pt x="7035800" y="1193800"/>
                  </a:moveTo>
                  <a:lnTo>
                    <a:pt x="7010400" y="1193800"/>
                  </a:lnTo>
                  <a:lnTo>
                    <a:pt x="7035800" y="1193800"/>
                  </a:lnTo>
                  <a:close/>
                  <a:moveTo>
                    <a:pt x="6985000" y="1193800"/>
                  </a:moveTo>
                  <a:lnTo>
                    <a:pt x="6959600" y="1193800"/>
                  </a:lnTo>
                  <a:lnTo>
                    <a:pt x="6985000" y="1193800"/>
                  </a:lnTo>
                  <a:close/>
                  <a:moveTo>
                    <a:pt x="6934200" y="1193800"/>
                  </a:moveTo>
                  <a:lnTo>
                    <a:pt x="6908800" y="1193800"/>
                  </a:lnTo>
                  <a:lnTo>
                    <a:pt x="6934200" y="1193800"/>
                  </a:lnTo>
                  <a:close/>
                  <a:moveTo>
                    <a:pt x="6883400" y="1193800"/>
                  </a:moveTo>
                  <a:lnTo>
                    <a:pt x="6858000" y="1193800"/>
                  </a:lnTo>
                  <a:lnTo>
                    <a:pt x="6883400" y="1193800"/>
                  </a:lnTo>
                  <a:close/>
                  <a:moveTo>
                    <a:pt x="6832600" y="1193800"/>
                  </a:moveTo>
                  <a:lnTo>
                    <a:pt x="6807200" y="1193800"/>
                  </a:lnTo>
                  <a:lnTo>
                    <a:pt x="6832600" y="1193800"/>
                  </a:lnTo>
                  <a:close/>
                  <a:moveTo>
                    <a:pt x="6781800" y="1193800"/>
                  </a:moveTo>
                  <a:lnTo>
                    <a:pt x="6756400" y="1193800"/>
                  </a:lnTo>
                  <a:lnTo>
                    <a:pt x="6781800" y="1193800"/>
                  </a:lnTo>
                  <a:close/>
                  <a:moveTo>
                    <a:pt x="6731000" y="1193800"/>
                  </a:moveTo>
                  <a:lnTo>
                    <a:pt x="6705600" y="1193800"/>
                  </a:lnTo>
                  <a:lnTo>
                    <a:pt x="6731000" y="1193800"/>
                  </a:lnTo>
                  <a:close/>
                  <a:moveTo>
                    <a:pt x="6680200" y="1193800"/>
                  </a:moveTo>
                  <a:lnTo>
                    <a:pt x="6654800" y="1193800"/>
                  </a:lnTo>
                  <a:lnTo>
                    <a:pt x="6680200" y="1193800"/>
                  </a:lnTo>
                  <a:close/>
                  <a:moveTo>
                    <a:pt x="6629400" y="1193800"/>
                  </a:moveTo>
                  <a:lnTo>
                    <a:pt x="6604000" y="1193800"/>
                  </a:lnTo>
                  <a:lnTo>
                    <a:pt x="6629400" y="1193800"/>
                  </a:lnTo>
                  <a:close/>
                  <a:moveTo>
                    <a:pt x="6578600" y="1193800"/>
                  </a:moveTo>
                  <a:lnTo>
                    <a:pt x="6553200" y="1193800"/>
                  </a:lnTo>
                  <a:lnTo>
                    <a:pt x="6578600" y="1193800"/>
                  </a:lnTo>
                  <a:close/>
                  <a:moveTo>
                    <a:pt x="6527800" y="1193800"/>
                  </a:moveTo>
                  <a:lnTo>
                    <a:pt x="6502400" y="1193800"/>
                  </a:lnTo>
                  <a:lnTo>
                    <a:pt x="6527800" y="1193800"/>
                  </a:lnTo>
                  <a:close/>
                  <a:moveTo>
                    <a:pt x="6477000" y="1193800"/>
                  </a:moveTo>
                  <a:lnTo>
                    <a:pt x="6451600" y="1193800"/>
                  </a:lnTo>
                  <a:lnTo>
                    <a:pt x="6477000" y="1193800"/>
                  </a:lnTo>
                  <a:close/>
                  <a:moveTo>
                    <a:pt x="6426200" y="1193800"/>
                  </a:moveTo>
                  <a:lnTo>
                    <a:pt x="6400800" y="1193800"/>
                  </a:lnTo>
                  <a:lnTo>
                    <a:pt x="6426200" y="1193800"/>
                  </a:lnTo>
                  <a:close/>
                  <a:moveTo>
                    <a:pt x="6375400" y="1193800"/>
                  </a:moveTo>
                  <a:lnTo>
                    <a:pt x="6350000" y="1193800"/>
                  </a:lnTo>
                  <a:lnTo>
                    <a:pt x="6375400" y="1193800"/>
                  </a:lnTo>
                  <a:close/>
                  <a:moveTo>
                    <a:pt x="6324600" y="1193800"/>
                  </a:moveTo>
                  <a:lnTo>
                    <a:pt x="6299200" y="1193800"/>
                  </a:lnTo>
                  <a:lnTo>
                    <a:pt x="6324600" y="1193800"/>
                  </a:lnTo>
                  <a:close/>
                  <a:moveTo>
                    <a:pt x="6273800" y="1193800"/>
                  </a:moveTo>
                  <a:lnTo>
                    <a:pt x="6248400" y="1193800"/>
                  </a:lnTo>
                  <a:lnTo>
                    <a:pt x="6273800" y="1193800"/>
                  </a:lnTo>
                  <a:close/>
                  <a:moveTo>
                    <a:pt x="6223000" y="1193800"/>
                  </a:moveTo>
                  <a:lnTo>
                    <a:pt x="6197600" y="1193800"/>
                  </a:lnTo>
                  <a:lnTo>
                    <a:pt x="6223000" y="1193800"/>
                  </a:lnTo>
                  <a:close/>
                  <a:moveTo>
                    <a:pt x="6172200" y="1193800"/>
                  </a:moveTo>
                  <a:lnTo>
                    <a:pt x="6146800" y="1193800"/>
                  </a:lnTo>
                  <a:lnTo>
                    <a:pt x="6172200" y="1193800"/>
                  </a:lnTo>
                  <a:close/>
                  <a:moveTo>
                    <a:pt x="6121400" y="1193800"/>
                  </a:moveTo>
                  <a:lnTo>
                    <a:pt x="6096000" y="1193800"/>
                  </a:lnTo>
                  <a:lnTo>
                    <a:pt x="6121400" y="1193800"/>
                  </a:lnTo>
                  <a:close/>
                  <a:moveTo>
                    <a:pt x="6070600" y="1193800"/>
                  </a:moveTo>
                  <a:lnTo>
                    <a:pt x="6045200" y="1193800"/>
                  </a:lnTo>
                  <a:lnTo>
                    <a:pt x="6070600" y="1193800"/>
                  </a:lnTo>
                  <a:close/>
                  <a:moveTo>
                    <a:pt x="6019800" y="1193800"/>
                  </a:moveTo>
                  <a:lnTo>
                    <a:pt x="5994400" y="1193800"/>
                  </a:lnTo>
                  <a:lnTo>
                    <a:pt x="6019800" y="1193800"/>
                  </a:lnTo>
                  <a:close/>
                  <a:moveTo>
                    <a:pt x="5969000" y="1193800"/>
                  </a:moveTo>
                  <a:lnTo>
                    <a:pt x="5943600" y="1193800"/>
                  </a:lnTo>
                  <a:lnTo>
                    <a:pt x="5969000" y="1193800"/>
                  </a:lnTo>
                  <a:close/>
                  <a:moveTo>
                    <a:pt x="5918200" y="1193800"/>
                  </a:moveTo>
                  <a:lnTo>
                    <a:pt x="5892800" y="1193800"/>
                  </a:lnTo>
                  <a:lnTo>
                    <a:pt x="5918200" y="1193800"/>
                  </a:lnTo>
                  <a:close/>
                  <a:moveTo>
                    <a:pt x="5867400" y="1193800"/>
                  </a:moveTo>
                  <a:lnTo>
                    <a:pt x="5842000" y="1193800"/>
                  </a:lnTo>
                  <a:lnTo>
                    <a:pt x="5867400" y="1193800"/>
                  </a:lnTo>
                  <a:close/>
                  <a:moveTo>
                    <a:pt x="5816600" y="1193800"/>
                  </a:moveTo>
                  <a:lnTo>
                    <a:pt x="5791200" y="1193800"/>
                  </a:lnTo>
                  <a:lnTo>
                    <a:pt x="5816600" y="1193800"/>
                  </a:lnTo>
                  <a:close/>
                  <a:moveTo>
                    <a:pt x="5765800" y="1193800"/>
                  </a:moveTo>
                  <a:lnTo>
                    <a:pt x="5740400" y="1193800"/>
                  </a:lnTo>
                  <a:lnTo>
                    <a:pt x="5765800" y="1193800"/>
                  </a:lnTo>
                  <a:close/>
                  <a:moveTo>
                    <a:pt x="5715000" y="1193800"/>
                  </a:moveTo>
                  <a:lnTo>
                    <a:pt x="5689600" y="1193800"/>
                  </a:lnTo>
                  <a:lnTo>
                    <a:pt x="5715000" y="1193800"/>
                  </a:lnTo>
                  <a:close/>
                  <a:moveTo>
                    <a:pt x="5664200" y="1193800"/>
                  </a:moveTo>
                  <a:lnTo>
                    <a:pt x="5638800" y="1193800"/>
                  </a:lnTo>
                  <a:lnTo>
                    <a:pt x="5664200" y="1193800"/>
                  </a:lnTo>
                  <a:close/>
                  <a:moveTo>
                    <a:pt x="5613400" y="1193800"/>
                  </a:moveTo>
                  <a:lnTo>
                    <a:pt x="5588000" y="1193800"/>
                  </a:lnTo>
                  <a:lnTo>
                    <a:pt x="5613400" y="1193800"/>
                  </a:lnTo>
                  <a:close/>
                  <a:moveTo>
                    <a:pt x="5562600" y="1193800"/>
                  </a:moveTo>
                  <a:lnTo>
                    <a:pt x="5537200" y="1193800"/>
                  </a:lnTo>
                  <a:lnTo>
                    <a:pt x="5562600" y="1193800"/>
                  </a:lnTo>
                  <a:close/>
                  <a:moveTo>
                    <a:pt x="5511800" y="1193800"/>
                  </a:moveTo>
                  <a:lnTo>
                    <a:pt x="5486400" y="1193800"/>
                  </a:lnTo>
                  <a:lnTo>
                    <a:pt x="5511800" y="1193800"/>
                  </a:lnTo>
                  <a:close/>
                  <a:moveTo>
                    <a:pt x="5461000" y="1193800"/>
                  </a:moveTo>
                  <a:lnTo>
                    <a:pt x="5435600" y="1193800"/>
                  </a:lnTo>
                  <a:lnTo>
                    <a:pt x="5461000" y="1193800"/>
                  </a:lnTo>
                  <a:close/>
                  <a:moveTo>
                    <a:pt x="5410200" y="1193800"/>
                  </a:moveTo>
                  <a:lnTo>
                    <a:pt x="5384800" y="1193800"/>
                  </a:lnTo>
                  <a:lnTo>
                    <a:pt x="5410200" y="1193800"/>
                  </a:lnTo>
                  <a:close/>
                  <a:moveTo>
                    <a:pt x="5359400" y="1193800"/>
                  </a:moveTo>
                  <a:lnTo>
                    <a:pt x="5334000" y="1193800"/>
                  </a:lnTo>
                  <a:lnTo>
                    <a:pt x="5359400" y="1193800"/>
                  </a:lnTo>
                  <a:close/>
                  <a:moveTo>
                    <a:pt x="5308600" y="1193800"/>
                  </a:moveTo>
                  <a:lnTo>
                    <a:pt x="5283200" y="1193800"/>
                  </a:lnTo>
                  <a:lnTo>
                    <a:pt x="5308600" y="1193800"/>
                  </a:lnTo>
                  <a:close/>
                  <a:moveTo>
                    <a:pt x="5257800" y="1193800"/>
                  </a:moveTo>
                  <a:lnTo>
                    <a:pt x="5232400" y="1193800"/>
                  </a:lnTo>
                  <a:lnTo>
                    <a:pt x="5257800" y="1193800"/>
                  </a:lnTo>
                  <a:close/>
                  <a:moveTo>
                    <a:pt x="5207000" y="1193800"/>
                  </a:moveTo>
                  <a:lnTo>
                    <a:pt x="5181600" y="1193800"/>
                  </a:lnTo>
                  <a:lnTo>
                    <a:pt x="5207000" y="1193800"/>
                  </a:lnTo>
                  <a:close/>
                  <a:moveTo>
                    <a:pt x="5156200" y="1193800"/>
                  </a:moveTo>
                  <a:lnTo>
                    <a:pt x="5130800" y="1193800"/>
                  </a:lnTo>
                  <a:lnTo>
                    <a:pt x="5156200" y="1193800"/>
                  </a:lnTo>
                  <a:close/>
                  <a:moveTo>
                    <a:pt x="5105400" y="1193800"/>
                  </a:moveTo>
                  <a:lnTo>
                    <a:pt x="5080000" y="1193800"/>
                  </a:lnTo>
                  <a:lnTo>
                    <a:pt x="5105400" y="1193800"/>
                  </a:lnTo>
                  <a:close/>
                  <a:moveTo>
                    <a:pt x="5054600" y="1193800"/>
                  </a:moveTo>
                  <a:lnTo>
                    <a:pt x="5029200" y="1193800"/>
                  </a:lnTo>
                  <a:lnTo>
                    <a:pt x="5054600" y="1193800"/>
                  </a:lnTo>
                  <a:close/>
                  <a:moveTo>
                    <a:pt x="5003800" y="1193800"/>
                  </a:moveTo>
                  <a:lnTo>
                    <a:pt x="4978400" y="1193800"/>
                  </a:lnTo>
                  <a:lnTo>
                    <a:pt x="5003800" y="1193800"/>
                  </a:lnTo>
                  <a:close/>
                  <a:moveTo>
                    <a:pt x="4953000" y="1193800"/>
                  </a:moveTo>
                  <a:lnTo>
                    <a:pt x="4927600" y="1193800"/>
                  </a:lnTo>
                  <a:lnTo>
                    <a:pt x="4953000" y="1193800"/>
                  </a:lnTo>
                  <a:close/>
                  <a:moveTo>
                    <a:pt x="4902200" y="1193800"/>
                  </a:moveTo>
                  <a:lnTo>
                    <a:pt x="4876800" y="1193800"/>
                  </a:lnTo>
                  <a:lnTo>
                    <a:pt x="4902200" y="1193800"/>
                  </a:lnTo>
                  <a:close/>
                  <a:moveTo>
                    <a:pt x="4851400" y="1193800"/>
                  </a:moveTo>
                  <a:lnTo>
                    <a:pt x="4826000" y="1193800"/>
                  </a:lnTo>
                  <a:lnTo>
                    <a:pt x="4851400" y="1193800"/>
                  </a:lnTo>
                  <a:close/>
                  <a:moveTo>
                    <a:pt x="4800600" y="1193800"/>
                  </a:moveTo>
                  <a:lnTo>
                    <a:pt x="4775200" y="1193800"/>
                  </a:lnTo>
                  <a:lnTo>
                    <a:pt x="4800600" y="1193800"/>
                  </a:lnTo>
                  <a:close/>
                  <a:moveTo>
                    <a:pt x="4749800" y="1193800"/>
                  </a:moveTo>
                  <a:lnTo>
                    <a:pt x="4724400" y="1193800"/>
                  </a:lnTo>
                  <a:lnTo>
                    <a:pt x="4749800" y="1193800"/>
                  </a:lnTo>
                  <a:close/>
                  <a:moveTo>
                    <a:pt x="4699000" y="1193800"/>
                  </a:moveTo>
                  <a:lnTo>
                    <a:pt x="4673600" y="1193800"/>
                  </a:lnTo>
                  <a:lnTo>
                    <a:pt x="4699000" y="1193800"/>
                  </a:lnTo>
                  <a:close/>
                  <a:moveTo>
                    <a:pt x="4648200" y="1193800"/>
                  </a:moveTo>
                  <a:lnTo>
                    <a:pt x="4622800" y="1193800"/>
                  </a:lnTo>
                  <a:lnTo>
                    <a:pt x="4648200" y="1193800"/>
                  </a:lnTo>
                  <a:close/>
                  <a:moveTo>
                    <a:pt x="4597400" y="1193800"/>
                  </a:moveTo>
                  <a:lnTo>
                    <a:pt x="4572000" y="1193800"/>
                  </a:lnTo>
                  <a:lnTo>
                    <a:pt x="4597400" y="1193800"/>
                  </a:lnTo>
                  <a:close/>
                  <a:moveTo>
                    <a:pt x="4546600" y="1193800"/>
                  </a:moveTo>
                  <a:lnTo>
                    <a:pt x="4521200" y="1193800"/>
                  </a:lnTo>
                  <a:lnTo>
                    <a:pt x="4546600" y="1193800"/>
                  </a:lnTo>
                  <a:close/>
                  <a:moveTo>
                    <a:pt x="4495800" y="1193800"/>
                  </a:moveTo>
                  <a:lnTo>
                    <a:pt x="4470400" y="1193800"/>
                  </a:lnTo>
                  <a:lnTo>
                    <a:pt x="4495800" y="1193800"/>
                  </a:lnTo>
                  <a:close/>
                  <a:moveTo>
                    <a:pt x="4445000" y="1193800"/>
                  </a:moveTo>
                  <a:lnTo>
                    <a:pt x="4419600" y="1193800"/>
                  </a:lnTo>
                  <a:lnTo>
                    <a:pt x="4445000" y="1193800"/>
                  </a:lnTo>
                  <a:close/>
                  <a:moveTo>
                    <a:pt x="4394200" y="1193800"/>
                  </a:moveTo>
                  <a:lnTo>
                    <a:pt x="4368800" y="1193800"/>
                  </a:lnTo>
                  <a:lnTo>
                    <a:pt x="4394200" y="1193800"/>
                  </a:lnTo>
                  <a:close/>
                  <a:moveTo>
                    <a:pt x="4343400" y="1193800"/>
                  </a:moveTo>
                  <a:lnTo>
                    <a:pt x="4318000" y="1193800"/>
                  </a:lnTo>
                  <a:lnTo>
                    <a:pt x="4343400" y="1193800"/>
                  </a:lnTo>
                  <a:close/>
                  <a:moveTo>
                    <a:pt x="4292600" y="1193800"/>
                  </a:moveTo>
                  <a:lnTo>
                    <a:pt x="4267200" y="1193800"/>
                  </a:lnTo>
                  <a:lnTo>
                    <a:pt x="4292600" y="1193800"/>
                  </a:lnTo>
                  <a:close/>
                  <a:moveTo>
                    <a:pt x="4241800" y="1193800"/>
                  </a:moveTo>
                  <a:lnTo>
                    <a:pt x="4216400" y="1193800"/>
                  </a:lnTo>
                  <a:lnTo>
                    <a:pt x="4241800" y="1193800"/>
                  </a:lnTo>
                  <a:close/>
                  <a:moveTo>
                    <a:pt x="4191000" y="1193800"/>
                  </a:moveTo>
                  <a:lnTo>
                    <a:pt x="4165600" y="1193800"/>
                  </a:lnTo>
                  <a:lnTo>
                    <a:pt x="4191000" y="1193800"/>
                  </a:lnTo>
                  <a:close/>
                  <a:moveTo>
                    <a:pt x="4140200" y="1193800"/>
                  </a:moveTo>
                  <a:lnTo>
                    <a:pt x="4114800" y="1193800"/>
                  </a:lnTo>
                  <a:lnTo>
                    <a:pt x="4140200" y="1193800"/>
                  </a:lnTo>
                  <a:close/>
                  <a:moveTo>
                    <a:pt x="4089400" y="1193800"/>
                  </a:moveTo>
                  <a:lnTo>
                    <a:pt x="4064000" y="1193800"/>
                  </a:lnTo>
                  <a:lnTo>
                    <a:pt x="4089400" y="1193800"/>
                  </a:lnTo>
                  <a:close/>
                  <a:moveTo>
                    <a:pt x="4038600" y="1193800"/>
                  </a:moveTo>
                  <a:lnTo>
                    <a:pt x="4013200" y="1193800"/>
                  </a:lnTo>
                  <a:lnTo>
                    <a:pt x="4038600" y="1193800"/>
                  </a:lnTo>
                  <a:close/>
                  <a:moveTo>
                    <a:pt x="3987800" y="1193800"/>
                  </a:moveTo>
                  <a:lnTo>
                    <a:pt x="3962400" y="1193800"/>
                  </a:lnTo>
                  <a:lnTo>
                    <a:pt x="3987800" y="1193800"/>
                  </a:lnTo>
                  <a:close/>
                  <a:moveTo>
                    <a:pt x="3937000" y="1193800"/>
                  </a:moveTo>
                  <a:lnTo>
                    <a:pt x="3911600" y="1193800"/>
                  </a:lnTo>
                  <a:lnTo>
                    <a:pt x="3937000" y="1193800"/>
                  </a:lnTo>
                  <a:close/>
                  <a:moveTo>
                    <a:pt x="3886200" y="1193800"/>
                  </a:moveTo>
                  <a:lnTo>
                    <a:pt x="3860800" y="1193800"/>
                  </a:lnTo>
                  <a:lnTo>
                    <a:pt x="3886200" y="1193800"/>
                  </a:lnTo>
                  <a:close/>
                  <a:moveTo>
                    <a:pt x="3835400" y="1193800"/>
                  </a:moveTo>
                  <a:lnTo>
                    <a:pt x="3810000" y="1193800"/>
                  </a:lnTo>
                  <a:lnTo>
                    <a:pt x="3835400" y="1193800"/>
                  </a:lnTo>
                  <a:close/>
                  <a:moveTo>
                    <a:pt x="3784600" y="1193800"/>
                  </a:moveTo>
                  <a:lnTo>
                    <a:pt x="3759200" y="1193800"/>
                  </a:lnTo>
                  <a:lnTo>
                    <a:pt x="3784600" y="1193800"/>
                  </a:lnTo>
                  <a:close/>
                  <a:moveTo>
                    <a:pt x="3733800" y="1193800"/>
                  </a:moveTo>
                  <a:lnTo>
                    <a:pt x="3708400" y="1193800"/>
                  </a:lnTo>
                  <a:lnTo>
                    <a:pt x="3733800" y="1193800"/>
                  </a:lnTo>
                  <a:close/>
                  <a:moveTo>
                    <a:pt x="3683000" y="1193800"/>
                  </a:moveTo>
                  <a:lnTo>
                    <a:pt x="3657600" y="1193800"/>
                  </a:lnTo>
                  <a:lnTo>
                    <a:pt x="3683000" y="1193800"/>
                  </a:lnTo>
                  <a:close/>
                  <a:moveTo>
                    <a:pt x="3632200" y="1193800"/>
                  </a:moveTo>
                  <a:lnTo>
                    <a:pt x="3606800" y="1193800"/>
                  </a:lnTo>
                  <a:lnTo>
                    <a:pt x="3632200" y="1193800"/>
                  </a:lnTo>
                  <a:close/>
                  <a:moveTo>
                    <a:pt x="3581400" y="1193800"/>
                  </a:moveTo>
                  <a:lnTo>
                    <a:pt x="3556000" y="1193800"/>
                  </a:lnTo>
                  <a:lnTo>
                    <a:pt x="3581400" y="1193800"/>
                  </a:lnTo>
                  <a:close/>
                  <a:moveTo>
                    <a:pt x="3530600" y="1193800"/>
                  </a:moveTo>
                  <a:lnTo>
                    <a:pt x="3505200" y="1193800"/>
                  </a:lnTo>
                  <a:lnTo>
                    <a:pt x="3530600" y="1193800"/>
                  </a:lnTo>
                  <a:close/>
                  <a:moveTo>
                    <a:pt x="3479800" y="1193800"/>
                  </a:moveTo>
                  <a:lnTo>
                    <a:pt x="3454400" y="1193800"/>
                  </a:lnTo>
                  <a:lnTo>
                    <a:pt x="3479800" y="1193800"/>
                  </a:lnTo>
                  <a:close/>
                  <a:moveTo>
                    <a:pt x="3429000" y="1193800"/>
                  </a:moveTo>
                  <a:lnTo>
                    <a:pt x="3403600" y="1193800"/>
                  </a:lnTo>
                  <a:lnTo>
                    <a:pt x="3429000" y="1193800"/>
                  </a:lnTo>
                  <a:close/>
                  <a:moveTo>
                    <a:pt x="3378200" y="1193800"/>
                  </a:moveTo>
                  <a:lnTo>
                    <a:pt x="3352800" y="1193800"/>
                  </a:lnTo>
                  <a:lnTo>
                    <a:pt x="3378200" y="1193800"/>
                  </a:lnTo>
                  <a:close/>
                  <a:moveTo>
                    <a:pt x="3327400" y="1193800"/>
                  </a:moveTo>
                  <a:lnTo>
                    <a:pt x="3302000" y="1193800"/>
                  </a:lnTo>
                  <a:lnTo>
                    <a:pt x="3327400" y="1193800"/>
                  </a:lnTo>
                  <a:close/>
                  <a:moveTo>
                    <a:pt x="3276600" y="1193800"/>
                  </a:moveTo>
                  <a:lnTo>
                    <a:pt x="3251200" y="1193800"/>
                  </a:lnTo>
                  <a:lnTo>
                    <a:pt x="3276600" y="1193800"/>
                  </a:lnTo>
                  <a:close/>
                  <a:moveTo>
                    <a:pt x="3225800" y="1193800"/>
                  </a:moveTo>
                  <a:lnTo>
                    <a:pt x="3200400" y="1193800"/>
                  </a:lnTo>
                  <a:lnTo>
                    <a:pt x="3225800" y="1193800"/>
                  </a:lnTo>
                  <a:close/>
                  <a:moveTo>
                    <a:pt x="3175000" y="1193800"/>
                  </a:moveTo>
                  <a:lnTo>
                    <a:pt x="3149600" y="1193800"/>
                  </a:lnTo>
                  <a:lnTo>
                    <a:pt x="3175000" y="1193800"/>
                  </a:lnTo>
                  <a:close/>
                  <a:moveTo>
                    <a:pt x="3124200" y="1193800"/>
                  </a:moveTo>
                  <a:lnTo>
                    <a:pt x="3098800" y="1193800"/>
                  </a:lnTo>
                  <a:lnTo>
                    <a:pt x="3124200" y="1193800"/>
                  </a:lnTo>
                  <a:close/>
                  <a:moveTo>
                    <a:pt x="3073400" y="1193800"/>
                  </a:moveTo>
                  <a:lnTo>
                    <a:pt x="3048000" y="1193800"/>
                  </a:lnTo>
                  <a:lnTo>
                    <a:pt x="3073400" y="1193800"/>
                  </a:lnTo>
                  <a:close/>
                  <a:moveTo>
                    <a:pt x="3022600" y="1193800"/>
                  </a:moveTo>
                  <a:lnTo>
                    <a:pt x="2997200" y="1193800"/>
                  </a:lnTo>
                  <a:lnTo>
                    <a:pt x="3022600" y="1193800"/>
                  </a:lnTo>
                  <a:close/>
                  <a:moveTo>
                    <a:pt x="2971800" y="1193800"/>
                  </a:moveTo>
                  <a:lnTo>
                    <a:pt x="2946400" y="1193800"/>
                  </a:lnTo>
                  <a:lnTo>
                    <a:pt x="2971800" y="1193800"/>
                  </a:lnTo>
                  <a:close/>
                  <a:moveTo>
                    <a:pt x="2921000" y="1193800"/>
                  </a:moveTo>
                  <a:lnTo>
                    <a:pt x="2895600" y="1193800"/>
                  </a:lnTo>
                  <a:lnTo>
                    <a:pt x="2921000" y="1193800"/>
                  </a:lnTo>
                  <a:close/>
                  <a:moveTo>
                    <a:pt x="2870200" y="1193800"/>
                  </a:moveTo>
                  <a:lnTo>
                    <a:pt x="2844800" y="1193800"/>
                  </a:lnTo>
                  <a:lnTo>
                    <a:pt x="2870200" y="1193800"/>
                  </a:lnTo>
                  <a:close/>
                  <a:moveTo>
                    <a:pt x="2819400" y="1193800"/>
                  </a:moveTo>
                  <a:lnTo>
                    <a:pt x="2794000" y="1193800"/>
                  </a:lnTo>
                  <a:lnTo>
                    <a:pt x="2819400" y="1193800"/>
                  </a:lnTo>
                  <a:close/>
                  <a:moveTo>
                    <a:pt x="2768600" y="1193800"/>
                  </a:moveTo>
                  <a:lnTo>
                    <a:pt x="2743200" y="1193800"/>
                  </a:lnTo>
                  <a:lnTo>
                    <a:pt x="2768600" y="1193800"/>
                  </a:lnTo>
                  <a:close/>
                  <a:moveTo>
                    <a:pt x="2717800" y="1193800"/>
                  </a:moveTo>
                  <a:lnTo>
                    <a:pt x="2692400" y="1193800"/>
                  </a:lnTo>
                  <a:lnTo>
                    <a:pt x="2717800" y="1193800"/>
                  </a:lnTo>
                  <a:close/>
                  <a:moveTo>
                    <a:pt x="2667000" y="1193800"/>
                  </a:moveTo>
                  <a:lnTo>
                    <a:pt x="2641600" y="1193800"/>
                  </a:lnTo>
                  <a:lnTo>
                    <a:pt x="2667000" y="1193800"/>
                  </a:lnTo>
                  <a:close/>
                  <a:moveTo>
                    <a:pt x="2616200" y="1193800"/>
                  </a:moveTo>
                  <a:lnTo>
                    <a:pt x="2590800" y="1193800"/>
                  </a:lnTo>
                  <a:lnTo>
                    <a:pt x="2616200" y="1193800"/>
                  </a:lnTo>
                  <a:close/>
                  <a:moveTo>
                    <a:pt x="2565400" y="1193800"/>
                  </a:moveTo>
                  <a:lnTo>
                    <a:pt x="2540000" y="1193800"/>
                  </a:lnTo>
                  <a:lnTo>
                    <a:pt x="2565400" y="1193800"/>
                  </a:lnTo>
                  <a:close/>
                  <a:moveTo>
                    <a:pt x="2514600" y="1193800"/>
                  </a:moveTo>
                  <a:lnTo>
                    <a:pt x="2489200" y="1193800"/>
                  </a:lnTo>
                  <a:lnTo>
                    <a:pt x="2514600" y="1193800"/>
                  </a:lnTo>
                  <a:close/>
                  <a:moveTo>
                    <a:pt x="2463800" y="1193800"/>
                  </a:moveTo>
                  <a:lnTo>
                    <a:pt x="2438400" y="1193800"/>
                  </a:lnTo>
                  <a:lnTo>
                    <a:pt x="2463800" y="1193800"/>
                  </a:lnTo>
                  <a:close/>
                  <a:moveTo>
                    <a:pt x="2413000" y="1193800"/>
                  </a:moveTo>
                  <a:lnTo>
                    <a:pt x="2387600" y="1193800"/>
                  </a:lnTo>
                  <a:lnTo>
                    <a:pt x="2413000" y="1193800"/>
                  </a:lnTo>
                  <a:close/>
                  <a:moveTo>
                    <a:pt x="2362200" y="1193800"/>
                  </a:moveTo>
                  <a:lnTo>
                    <a:pt x="2336800" y="1193800"/>
                  </a:lnTo>
                  <a:lnTo>
                    <a:pt x="2362200" y="1193800"/>
                  </a:lnTo>
                  <a:close/>
                  <a:moveTo>
                    <a:pt x="2311400" y="1193800"/>
                  </a:moveTo>
                  <a:lnTo>
                    <a:pt x="2286000" y="1193800"/>
                  </a:lnTo>
                  <a:lnTo>
                    <a:pt x="2311400" y="1193800"/>
                  </a:lnTo>
                  <a:close/>
                  <a:moveTo>
                    <a:pt x="2260600" y="1193800"/>
                  </a:moveTo>
                  <a:lnTo>
                    <a:pt x="2235200" y="1193800"/>
                  </a:lnTo>
                  <a:lnTo>
                    <a:pt x="2260600" y="1193800"/>
                  </a:lnTo>
                  <a:close/>
                  <a:moveTo>
                    <a:pt x="2209800" y="1193800"/>
                  </a:moveTo>
                  <a:lnTo>
                    <a:pt x="2184400" y="1193800"/>
                  </a:lnTo>
                  <a:lnTo>
                    <a:pt x="2209800" y="1193800"/>
                  </a:lnTo>
                  <a:close/>
                  <a:moveTo>
                    <a:pt x="2159000" y="1193800"/>
                  </a:moveTo>
                  <a:lnTo>
                    <a:pt x="2133600" y="1193800"/>
                  </a:lnTo>
                  <a:lnTo>
                    <a:pt x="2159000" y="1193800"/>
                  </a:lnTo>
                  <a:close/>
                  <a:moveTo>
                    <a:pt x="2108200" y="1193800"/>
                  </a:moveTo>
                  <a:lnTo>
                    <a:pt x="2082800" y="1193800"/>
                  </a:lnTo>
                  <a:lnTo>
                    <a:pt x="2108200" y="1193800"/>
                  </a:lnTo>
                  <a:close/>
                  <a:moveTo>
                    <a:pt x="2057400" y="1193800"/>
                  </a:moveTo>
                  <a:lnTo>
                    <a:pt x="2032000" y="1193800"/>
                  </a:lnTo>
                  <a:lnTo>
                    <a:pt x="2057400" y="1193800"/>
                  </a:lnTo>
                  <a:close/>
                  <a:moveTo>
                    <a:pt x="2006600" y="1193800"/>
                  </a:moveTo>
                  <a:lnTo>
                    <a:pt x="1981200" y="1193800"/>
                  </a:lnTo>
                  <a:lnTo>
                    <a:pt x="2006600" y="1193800"/>
                  </a:lnTo>
                  <a:close/>
                  <a:moveTo>
                    <a:pt x="1955800" y="1193800"/>
                  </a:moveTo>
                  <a:lnTo>
                    <a:pt x="1930400" y="1193800"/>
                  </a:lnTo>
                  <a:lnTo>
                    <a:pt x="1955800" y="1193800"/>
                  </a:lnTo>
                  <a:close/>
                  <a:moveTo>
                    <a:pt x="1905000" y="1193800"/>
                  </a:moveTo>
                  <a:lnTo>
                    <a:pt x="1879600" y="1193800"/>
                  </a:lnTo>
                  <a:lnTo>
                    <a:pt x="1905000" y="1193800"/>
                  </a:lnTo>
                  <a:close/>
                  <a:moveTo>
                    <a:pt x="1854200" y="1193800"/>
                  </a:moveTo>
                  <a:lnTo>
                    <a:pt x="1828800" y="1193800"/>
                  </a:lnTo>
                  <a:lnTo>
                    <a:pt x="1854200" y="1193800"/>
                  </a:lnTo>
                  <a:close/>
                  <a:moveTo>
                    <a:pt x="1803400" y="1193800"/>
                  </a:moveTo>
                  <a:lnTo>
                    <a:pt x="1778000" y="1193800"/>
                  </a:lnTo>
                  <a:lnTo>
                    <a:pt x="1803400" y="1193800"/>
                  </a:lnTo>
                  <a:close/>
                  <a:moveTo>
                    <a:pt x="1752600" y="1193800"/>
                  </a:moveTo>
                  <a:lnTo>
                    <a:pt x="1727200" y="1193800"/>
                  </a:lnTo>
                  <a:lnTo>
                    <a:pt x="1752600" y="1193800"/>
                  </a:lnTo>
                  <a:close/>
                  <a:moveTo>
                    <a:pt x="1701800" y="1193800"/>
                  </a:moveTo>
                  <a:lnTo>
                    <a:pt x="1676400" y="1193800"/>
                  </a:lnTo>
                  <a:lnTo>
                    <a:pt x="1701800" y="1193800"/>
                  </a:lnTo>
                  <a:close/>
                  <a:moveTo>
                    <a:pt x="1651000" y="1193800"/>
                  </a:moveTo>
                  <a:lnTo>
                    <a:pt x="1625600" y="1193800"/>
                  </a:lnTo>
                  <a:lnTo>
                    <a:pt x="1651000" y="1193800"/>
                  </a:lnTo>
                  <a:close/>
                  <a:moveTo>
                    <a:pt x="1600200" y="1193800"/>
                  </a:moveTo>
                  <a:lnTo>
                    <a:pt x="1574800" y="1193800"/>
                  </a:lnTo>
                  <a:lnTo>
                    <a:pt x="1600200" y="1193800"/>
                  </a:lnTo>
                  <a:close/>
                  <a:moveTo>
                    <a:pt x="1549400" y="1193800"/>
                  </a:moveTo>
                  <a:lnTo>
                    <a:pt x="1524000" y="1193800"/>
                  </a:lnTo>
                  <a:lnTo>
                    <a:pt x="1549400" y="1193800"/>
                  </a:lnTo>
                  <a:close/>
                  <a:moveTo>
                    <a:pt x="1498600" y="1193800"/>
                  </a:moveTo>
                  <a:lnTo>
                    <a:pt x="1473200" y="1193800"/>
                  </a:lnTo>
                  <a:lnTo>
                    <a:pt x="1498600" y="1193800"/>
                  </a:lnTo>
                  <a:close/>
                  <a:moveTo>
                    <a:pt x="1447800" y="1193800"/>
                  </a:moveTo>
                  <a:lnTo>
                    <a:pt x="1422400" y="1193800"/>
                  </a:lnTo>
                  <a:lnTo>
                    <a:pt x="1447800" y="1193800"/>
                  </a:lnTo>
                  <a:close/>
                  <a:moveTo>
                    <a:pt x="1397000" y="1193800"/>
                  </a:moveTo>
                  <a:lnTo>
                    <a:pt x="1371600" y="1193800"/>
                  </a:lnTo>
                  <a:lnTo>
                    <a:pt x="1397000" y="1193800"/>
                  </a:lnTo>
                  <a:close/>
                  <a:moveTo>
                    <a:pt x="1346200" y="1193800"/>
                  </a:moveTo>
                  <a:lnTo>
                    <a:pt x="1320800" y="1193800"/>
                  </a:lnTo>
                  <a:lnTo>
                    <a:pt x="1346200" y="1193800"/>
                  </a:lnTo>
                  <a:close/>
                  <a:moveTo>
                    <a:pt x="1295400" y="1193800"/>
                  </a:moveTo>
                  <a:lnTo>
                    <a:pt x="1270000" y="1193800"/>
                  </a:lnTo>
                  <a:lnTo>
                    <a:pt x="1295400" y="1193800"/>
                  </a:lnTo>
                  <a:close/>
                  <a:moveTo>
                    <a:pt x="1244600" y="1193800"/>
                  </a:moveTo>
                  <a:lnTo>
                    <a:pt x="1219200" y="1193800"/>
                  </a:lnTo>
                  <a:lnTo>
                    <a:pt x="1244600" y="1193800"/>
                  </a:lnTo>
                  <a:close/>
                  <a:moveTo>
                    <a:pt x="1193800" y="1193800"/>
                  </a:moveTo>
                  <a:lnTo>
                    <a:pt x="1168400" y="1193800"/>
                  </a:lnTo>
                  <a:lnTo>
                    <a:pt x="1193800" y="1193800"/>
                  </a:lnTo>
                  <a:close/>
                  <a:moveTo>
                    <a:pt x="1143000" y="1193800"/>
                  </a:moveTo>
                  <a:lnTo>
                    <a:pt x="1117600" y="1193800"/>
                  </a:lnTo>
                  <a:lnTo>
                    <a:pt x="1143000" y="1193800"/>
                  </a:lnTo>
                  <a:close/>
                  <a:moveTo>
                    <a:pt x="1092200" y="1193800"/>
                  </a:moveTo>
                  <a:lnTo>
                    <a:pt x="1066800" y="1193800"/>
                  </a:lnTo>
                  <a:lnTo>
                    <a:pt x="1092200" y="1193800"/>
                  </a:lnTo>
                  <a:close/>
                  <a:moveTo>
                    <a:pt x="1041400" y="1193800"/>
                  </a:moveTo>
                  <a:lnTo>
                    <a:pt x="1016000" y="1193800"/>
                  </a:lnTo>
                  <a:lnTo>
                    <a:pt x="1041400" y="1193800"/>
                  </a:lnTo>
                  <a:close/>
                  <a:moveTo>
                    <a:pt x="990600" y="1193800"/>
                  </a:moveTo>
                  <a:lnTo>
                    <a:pt x="965200" y="1193800"/>
                  </a:lnTo>
                  <a:lnTo>
                    <a:pt x="990600" y="1193800"/>
                  </a:lnTo>
                  <a:close/>
                  <a:moveTo>
                    <a:pt x="939800" y="1193800"/>
                  </a:moveTo>
                  <a:lnTo>
                    <a:pt x="914400" y="1193800"/>
                  </a:lnTo>
                  <a:lnTo>
                    <a:pt x="939800" y="1193800"/>
                  </a:lnTo>
                  <a:close/>
                  <a:moveTo>
                    <a:pt x="889000" y="1193800"/>
                  </a:moveTo>
                  <a:lnTo>
                    <a:pt x="863600" y="1193800"/>
                  </a:lnTo>
                  <a:lnTo>
                    <a:pt x="889000" y="1193800"/>
                  </a:lnTo>
                  <a:close/>
                  <a:moveTo>
                    <a:pt x="838200" y="1193800"/>
                  </a:moveTo>
                  <a:lnTo>
                    <a:pt x="812800" y="1193800"/>
                  </a:lnTo>
                  <a:lnTo>
                    <a:pt x="838200" y="1193800"/>
                  </a:lnTo>
                  <a:close/>
                  <a:moveTo>
                    <a:pt x="787400" y="1193800"/>
                  </a:moveTo>
                  <a:lnTo>
                    <a:pt x="762000" y="1193800"/>
                  </a:lnTo>
                  <a:lnTo>
                    <a:pt x="787400" y="1193800"/>
                  </a:lnTo>
                  <a:close/>
                  <a:moveTo>
                    <a:pt x="736600" y="1193800"/>
                  </a:moveTo>
                  <a:lnTo>
                    <a:pt x="711200" y="1193800"/>
                  </a:lnTo>
                  <a:lnTo>
                    <a:pt x="736600" y="1193800"/>
                  </a:lnTo>
                  <a:close/>
                  <a:moveTo>
                    <a:pt x="685800" y="1193800"/>
                  </a:moveTo>
                  <a:lnTo>
                    <a:pt x="660400" y="1193800"/>
                  </a:lnTo>
                  <a:lnTo>
                    <a:pt x="685800" y="1193800"/>
                  </a:lnTo>
                  <a:close/>
                  <a:moveTo>
                    <a:pt x="635000" y="1193800"/>
                  </a:moveTo>
                  <a:lnTo>
                    <a:pt x="609600" y="1193800"/>
                  </a:lnTo>
                  <a:lnTo>
                    <a:pt x="635000" y="1193800"/>
                  </a:lnTo>
                  <a:close/>
                  <a:moveTo>
                    <a:pt x="584200" y="1193800"/>
                  </a:moveTo>
                  <a:lnTo>
                    <a:pt x="558800" y="1193800"/>
                  </a:lnTo>
                  <a:lnTo>
                    <a:pt x="584200" y="1193800"/>
                  </a:lnTo>
                  <a:close/>
                  <a:moveTo>
                    <a:pt x="533400" y="1193800"/>
                  </a:moveTo>
                  <a:lnTo>
                    <a:pt x="508000" y="1193800"/>
                  </a:lnTo>
                  <a:lnTo>
                    <a:pt x="533400" y="1193800"/>
                  </a:lnTo>
                  <a:close/>
                  <a:moveTo>
                    <a:pt x="482600" y="1193800"/>
                  </a:moveTo>
                  <a:lnTo>
                    <a:pt x="457200" y="1193800"/>
                  </a:lnTo>
                  <a:lnTo>
                    <a:pt x="482600" y="1193800"/>
                  </a:lnTo>
                  <a:close/>
                  <a:moveTo>
                    <a:pt x="431800" y="1193800"/>
                  </a:moveTo>
                  <a:lnTo>
                    <a:pt x="406400" y="1193800"/>
                  </a:lnTo>
                  <a:lnTo>
                    <a:pt x="431800" y="1193800"/>
                  </a:lnTo>
                  <a:close/>
                  <a:moveTo>
                    <a:pt x="381000" y="1193800"/>
                  </a:moveTo>
                  <a:lnTo>
                    <a:pt x="355600" y="1193800"/>
                  </a:lnTo>
                  <a:lnTo>
                    <a:pt x="381000" y="1193800"/>
                  </a:lnTo>
                  <a:close/>
                  <a:moveTo>
                    <a:pt x="330200" y="1193800"/>
                  </a:moveTo>
                  <a:lnTo>
                    <a:pt x="304800" y="1193800"/>
                  </a:lnTo>
                  <a:lnTo>
                    <a:pt x="330200" y="1193800"/>
                  </a:lnTo>
                  <a:close/>
                  <a:moveTo>
                    <a:pt x="279400" y="1193800"/>
                  </a:moveTo>
                  <a:lnTo>
                    <a:pt x="254000" y="1193800"/>
                  </a:lnTo>
                  <a:lnTo>
                    <a:pt x="279400" y="1193800"/>
                  </a:lnTo>
                  <a:close/>
                  <a:moveTo>
                    <a:pt x="228600" y="1193800"/>
                  </a:moveTo>
                  <a:lnTo>
                    <a:pt x="203200" y="1193800"/>
                  </a:lnTo>
                  <a:lnTo>
                    <a:pt x="228600" y="1193800"/>
                  </a:lnTo>
                  <a:close/>
                  <a:moveTo>
                    <a:pt x="177800" y="1193800"/>
                  </a:moveTo>
                  <a:lnTo>
                    <a:pt x="152400" y="1193800"/>
                  </a:lnTo>
                  <a:lnTo>
                    <a:pt x="177800" y="1193800"/>
                  </a:lnTo>
                  <a:close/>
                  <a:moveTo>
                    <a:pt x="127000" y="1193800"/>
                  </a:moveTo>
                  <a:lnTo>
                    <a:pt x="101600" y="1193800"/>
                  </a:lnTo>
                  <a:lnTo>
                    <a:pt x="127000" y="1193800"/>
                  </a:lnTo>
                  <a:close/>
                  <a:moveTo>
                    <a:pt x="76200" y="1193800"/>
                  </a:moveTo>
                  <a:lnTo>
                    <a:pt x="50800" y="1193800"/>
                  </a:lnTo>
                  <a:lnTo>
                    <a:pt x="76200" y="1193800"/>
                  </a:lnTo>
                  <a:close/>
                  <a:moveTo>
                    <a:pt x="25400" y="1193800"/>
                  </a:moveTo>
                  <a:lnTo>
                    <a:pt x="0" y="1193800"/>
                  </a:lnTo>
                  <a:lnTo>
                    <a:pt x="25400" y="1193800"/>
                  </a:lnTo>
                  <a:close/>
                  <a:moveTo>
                    <a:pt x="82550" y="1195451"/>
                  </a:moveTo>
                  <a:lnTo>
                    <a:pt x="82550" y="1170051"/>
                  </a:lnTo>
                  <a:lnTo>
                    <a:pt x="87122" y="1170051"/>
                  </a:lnTo>
                  <a:lnTo>
                    <a:pt x="87122" y="1195451"/>
                  </a:lnTo>
                  <a:close/>
                  <a:moveTo>
                    <a:pt x="87122" y="1144651"/>
                  </a:moveTo>
                  <a:lnTo>
                    <a:pt x="87122" y="1119251"/>
                  </a:lnTo>
                  <a:lnTo>
                    <a:pt x="87122" y="1144651"/>
                  </a:lnTo>
                  <a:close/>
                  <a:moveTo>
                    <a:pt x="87122" y="1093851"/>
                  </a:moveTo>
                  <a:lnTo>
                    <a:pt x="87122" y="1068451"/>
                  </a:lnTo>
                  <a:lnTo>
                    <a:pt x="87122" y="1093851"/>
                  </a:lnTo>
                  <a:close/>
                  <a:moveTo>
                    <a:pt x="87122" y="1043051"/>
                  </a:moveTo>
                  <a:lnTo>
                    <a:pt x="87122" y="1017651"/>
                  </a:lnTo>
                  <a:lnTo>
                    <a:pt x="87122" y="1043051"/>
                  </a:lnTo>
                  <a:close/>
                  <a:moveTo>
                    <a:pt x="87122" y="992251"/>
                  </a:moveTo>
                  <a:lnTo>
                    <a:pt x="87122" y="966851"/>
                  </a:lnTo>
                  <a:lnTo>
                    <a:pt x="87122" y="992251"/>
                  </a:lnTo>
                  <a:close/>
                  <a:moveTo>
                    <a:pt x="87122" y="941451"/>
                  </a:moveTo>
                  <a:lnTo>
                    <a:pt x="87122" y="916051"/>
                  </a:lnTo>
                  <a:lnTo>
                    <a:pt x="87122" y="941451"/>
                  </a:lnTo>
                  <a:close/>
                  <a:moveTo>
                    <a:pt x="87122" y="890651"/>
                  </a:moveTo>
                  <a:lnTo>
                    <a:pt x="87122" y="865251"/>
                  </a:lnTo>
                  <a:lnTo>
                    <a:pt x="87122" y="890651"/>
                  </a:lnTo>
                  <a:close/>
                  <a:moveTo>
                    <a:pt x="87122" y="839851"/>
                  </a:moveTo>
                  <a:lnTo>
                    <a:pt x="87122" y="814451"/>
                  </a:lnTo>
                  <a:lnTo>
                    <a:pt x="87122" y="839851"/>
                  </a:lnTo>
                  <a:close/>
                  <a:moveTo>
                    <a:pt x="87122" y="789051"/>
                  </a:moveTo>
                  <a:lnTo>
                    <a:pt x="87122" y="763651"/>
                  </a:lnTo>
                  <a:lnTo>
                    <a:pt x="87122" y="789051"/>
                  </a:lnTo>
                  <a:close/>
                  <a:moveTo>
                    <a:pt x="87122" y="738251"/>
                  </a:moveTo>
                  <a:lnTo>
                    <a:pt x="87122" y="712851"/>
                  </a:lnTo>
                  <a:lnTo>
                    <a:pt x="87122" y="738251"/>
                  </a:lnTo>
                  <a:close/>
                  <a:moveTo>
                    <a:pt x="87122" y="687451"/>
                  </a:moveTo>
                  <a:lnTo>
                    <a:pt x="87122" y="662051"/>
                  </a:lnTo>
                  <a:lnTo>
                    <a:pt x="87122" y="687451"/>
                  </a:lnTo>
                  <a:close/>
                  <a:moveTo>
                    <a:pt x="87122" y="636651"/>
                  </a:moveTo>
                  <a:lnTo>
                    <a:pt x="87122" y="611251"/>
                  </a:lnTo>
                  <a:lnTo>
                    <a:pt x="87122" y="636651"/>
                  </a:lnTo>
                  <a:close/>
                  <a:moveTo>
                    <a:pt x="87122" y="585851"/>
                  </a:moveTo>
                  <a:lnTo>
                    <a:pt x="87122" y="560451"/>
                  </a:lnTo>
                  <a:lnTo>
                    <a:pt x="87122" y="585851"/>
                  </a:lnTo>
                  <a:close/>
                  <a:moveTo>
                    <a:pt x="87122" y="535051"/>
                  </a:moveTo>
                  <a:lnTo>
                    <a:pt x="87122" y="509651"/>
                  </a:lnTo>
                  <a:lnTo>
                    <a:pt x="87122" y="535051"/>
                  </a:lnTo>
                  <a:close/>
                  <a:moveTo>
                    <a:pt x="87122" y="484251"/>
                  </a:moveTo>
                  <a:lnTo>
                    <a:pt x="87122" y="458851"/>
                  </a:lnTo>
                  <a:lnTo>
                    <a:pt x="87122" y="484251"/>
                  </a:lnTo>
                  <a:close/>
                  <a:moveTo>
                    <a:pt x="87122" y="433451"/>
                  </a:moveTo>
                  <a:lnTo>
                    <a:pt x="87122" y="408051"/>
                  </a:lnTo>
                  <a:lnTo>
                    <a:pt x="87122" y="433451"/>
                  </a:lnTo>
                  <a:close/>
                  <a:moveTo>
                    <a:pt x="87122" y="382651"/>
                  </a:moveTo>
                  <a:lnTo>
                    <a:pt x="87122" y="357251"/>
                  </a:lnTo>
                  <a:lnTo>
                    <a:pt x="87122" y="382651"/>
                  </a:lnTo>
                  <a:close/>
                  <a:moveTo>
                    <a:pt x="87122" y="331851"/>
                  </a:moveTo>
                  <a:lnTo>
                    <a:pt x="87122" y="306451"/>
                  </a:lnTo>
                  <a:lnTo>
                    <a:pt x="87122" y="331851"/>
                  </a:lnTo>
                  <a:close/>
                  <a:moveTo>
                    <a:pt x="87122" y="281051"/>
                  </a:moveTo>
                  <a:lnTo>
                    <a:pt x="87122" y="255651"/>
                  </a:lnTo>
                  <a:lnTo>
                    <a:pt x="87122" y="281051"/>
                  </a:lnTo>
                  <a:close/>
                  <a:moveTo>
                    <a:pt x="87122" y="230251"/>
                  </a:moveTo>
                  <a:lnTo>
                    <a:pt x="87122" y="204851"/>
                  </a:lnTo>
                  <a:lnTo>
                    <a:pt x="87122" y="230251"/>
                  </a:lnTo>
                  <a:close/>
                  <a:moveTo>
                    <a:pt x="87122" y="179451"/>
                  </a:moveTo>
                  <a:lnTo>
                    <a:pt x="87122" y="154051"/>
                  </a:lnTo>
                  <a:lnTo>
                    <a:pt x="87122" y="179451"/>
                  </a:lnTo>
                  <a:close/>
                  <a:moveTo>
                    <a:pt x="87122" y="128651"/>
                  </a:moveTo>
                  <a:lnTo>
                    <a:pt x="87122" y="103251"/>
                  </a:lnTo>
                  <a:lnTo>
                    <a:pt x="87122" y="128651"/>
                  </a:lnTo>
                  <a:close/>
                  <a:moveTo>
                    <a:pt x="87122" y="77851"/>
                  </a:moveTo>
                  <a:lnTo>
                    <a:pt x="87122" y="52451"/>
                  </a:lnTo>
                  <a:lnTo>
                    <a:pt x="87122" y="77851"/>
                  </a:lnTo>
                  <a:close/>
                  <a:moveTo>
                    <a:pt x="87122" y="27051"/>
                  </a:moveTo>
                  <a:lnTo>
                    <a:pt x="87122" y="2286"/>
                  </a:lnTo>
                  <a:cubicBezTo>
                    <a:pt x="82550" y="1016"/>
                    <a:pt x="83566" y="0"/>
                    <a:pt x="84836" y="0"/>
                  </a:cubicBezTo>
                  <a:lnTo>
                    <a:pt x="110236" y="0"/>
                  </a:lnTo>
                  <a:lnTo>
                    <a:pt x="110236" y="4572"/>
                  </a:lnTo>
                  <a:lnTo>
                    <a:pt x="84836" y="4572"/>
                  </a:lnTo>
                  <a:lnTo>
                    <a:pt x="84836" y="2286"/>
                  </a:lnTo>
                  <a:lnTo>
                    <a:pt x="87122" y="2286"/>
                  </a:lnTo>
                  <a:lnTo>
                    <a:pt x="87122" y="270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0253129" cy="1236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 dirty="0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Conclusion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3314700" y="9721683"/>
            <a:ext cx="11482536" cy="521933"/>
          </a:xfrm>
          <a:custGeom>
            <a:avLst/>
            <a:gdLst/>
            <a:ahLst/>
            <a:cxnLst/>
            <a:rect l="l" t="t" r="r" b="b"/>
            <a:pathLst>
              <a:path w="11482536" h="521933">
                <a:moveTo>
                  <a:pt x="0" y="0"/>
                </a:moveTo>
                <a:lnTo>
                  <a:pt x="11482536" y="0"/>
                </a:lnTo>
                <a:lnTo>
                  <a:pt x="11482536" y="521934"/>
                </a:lnTo>
                <a:lnTo>
                  <a:pt x="0" y="521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555655" y="1866900"/>
            <a:ext cx="15163800" cy="60939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PredictMe 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how Big Data engineering (Apache Spark, HDFS, Parquet) and Machine Learning (CatBoost/XGBoost) can turn fragmented government counselling data into a fast, reliable admission-prediction service.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Replacing rigid cutoff lookups with probabilistic, category/quota-aware predictions 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students a realistic, data-driven view of their admission chances across four major Indian entrance exams.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The Redis-cached FastAPI serving layer and React frontend 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that Big Data pipelines can be delivered as a responsive, real-time product, not just an offline analytics exercise.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Future work 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covering more state-level exams, incorporating live counselling-round updates, and adding explainability so students understand why a college is marked “Safe” or “Likely”.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1254</Words>
  <Application>Microsoft Office PowerPoint</Application>
  <PresentationFormat>Custom</PresentationFormat>
  <Paragraphs>123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Times New Roman</vt:lpstr>
      <vt:lpstr>Times New Roman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tutorial activity 2</dc:title>
  <dc:creator>amogh a p</dc:creator>
  <cp:lastModifiedBy>Amogh AP</cp:lastModifiedBy>
  <cp:revision>16</cp:revision>
  <dcterms:created xsi:type="dcterms:W3CDTF">2006-08-16T00:00:00Z</dcterms:created>
  <dcterms:modified xsi:type="dcterms:W3CDTF">2026-07-12T13:32:02Z</dcterms:modified>
  <dc:identifier>DAG-4jJvMTk</dc:identifier>
</cp:coreProperties>
</file>